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  <p:sldMasterId id="2147483719" r:id="rId2"/>
  </p:sldMasterIdLst>
  <p:notesMasterIdLst>
    <p:notesMasterId r:id="rId31"/>
  </p:notesMasterIdLst>
  <p:handoutMasterIdLst>
    <p:handoutMasterId r:id="rId32"/>
  </p:handoutMasterIdLst>
  <p:sldIdLst>
    <p:sldId id="2146448154" r:id="rId3"/>
    <p:sldId id="2146448127" r:id="rId4"/>
    <p:sldId id="2146448123" r:id="rId5"/>
    <p:sldId id="2146448162" r:id="rId6"/>
    <p:sldId id="2146448168" r:id="rId7"/>
    <p:sldId id="2146448167" r:id="rId8"/>
    <p:sldId id="2146448169" r:id="rId9"/>
    <p:sldId id="2146448170" r:id="rId10"/>
    <p:sldId id="2146448171" r:id="rId11"/>
    <p:sldId id="2146448182" r:id="rId12"/>
    <p:sldId id="2146448172" r:id="rId13"/>
    <p:sldId id="2146448186" r:id="rId14"/>
    <p:sldId id="2146448187" r:id="rId15"/>
    <p:sldId id="2146448188" r:id="rId16"/>
    <p:sldId id="2146448101" r:id="rId17"/>
    <p:sldId id="2146448173" r:id="rId18"/>
    <p:sldId id="2146448174" r:id="rId19"/>
    <p:sldId id="2146448164" r:id="rId20"/>
    <p:sldId id="2146448175" r:id="rId21"/>
    <p:sldId id="2146448176" r:id="rId22"/>
    <p:sldId id="2146448177" r:id="rId23"/>
    <p:sldId id="2146448178" r:id="rId24"/>
    <p:sldId id="2146448179" r:id="rId25"/>
    <p:sldId id="2146448138" r:id="rId26"/>
    <p:sldId id="2146448180" r:id="rId27"/>
    <p:sldId id="2146448181" r:id="rId28"/>
    <p:sldId id="334" r:id="rId29"/>
    <p:sldId id="406" r:id="rId3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s" id="{4116D9D4-6E25-DA48-9011-3E549C9C37BB}">
          <p14:sldIdLst>
            <p14:sldId id="2146448154"/>
          </p14:sldIdLst>
        </p14:section>
        <p14:section name="D. Esquemas" id="{687F9294-F135-B746-BD3C-30604408F2AC}">
          <p14:sldIdLst>
            <p14:sldId id="2146448127"/>
            <p14:sldId id="2146448123"/>
            <p14:sldId id="2146448162"/>
            <p14:sldId id="2146448168"/>
            <p14:sldId id="2146448167"/>
            <p14:sldId id="2146448169"/>
            <p14:sldId id="2146448170"/>
            <p14:sldId id="2146448171"/>
            <p14:sldId id="2146448182"/>
            <p14:sldId id="2146448172"/>
            <p14:sldId id="2146448186"/>
            <p14:sldId id="2146448187"/>
            <p14:sldId id="2146448188"/>
            <p14:sldId id="2146448101"/>
            <p14:sldId id="2146448173"/>
          </p14:sldIdLst>
        </p14:section>
        <p14:section name="D. gráficas + tablas" id="{9BCBA2BE-4030-DC4D-9A87-A952FFC862C4}">
          <p14:sldIdLst>
            <p14:sldId id="2146448174"/>
            <p14:sldId id="2146448164"/>
            <p14:sldId id="2146448175"/>
            <p14:sldId id="2146448176"/>
            <p14:sldId id="2146448177"/>
            <p14:sldId id="2146448178"/>
            <p14:sldId id="2146448179"/>
            <p14:sldId id="2146448138"/>
            <p14:sldId id="2146448180"/>
            <p14:sldId id="2146448181"/>
            <p14:sldId id="334"/>
            <p14:sldId id="40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811E521-D568-D885-8F8D-70733839DAFD}" name="Sergio Andres Olaya Moncada" initials="SAOM" userId="S::solaya@sistecredito.com::bf9fa40f-0899-471d-b2b7-5f5ff5a9a879" providerId="AD"/>
  <p188:author id="{6B357B7A-6E8D-2491-FC50-BBABD108AB8D}" name="MARIA ISABEL VELEZ ESTRADA" initials="MIVE" userId="S::MVELEZ@XM.COM.CO::2c4774bf-eae5-4171-a502-89bbb903a43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A0C"/>
    <a:srgbClr val="2C2A29"/>
    <a:srgbClr val="440099"/>
    <a:srgbClr val="9BC32F"/>
    <a:srgbClr val="9CC330"/>
    <a:srgbClr val="ACC36D"/>
    <a:srgbClr val="205257"/>
    <a:srgbClr val="0BA783"/>
    <a:srgbClr val="F5B6CD"/>
    <a:srgbClr val="00CC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CE61A6-E26A-444B-8D6E-1A5C101FA0D5}" v="93" dt="2024-05-02T16:29:24.3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357" autoAdjust="0"/>
  </p:normalViewPr>
  <p:slideViewPr>
    <p:cSldViewPr snapToGrid="0" snapToObjects="1" showGuides="1">
      <p:cViewPr varScale="1">
        <p:scale>
          <a:sx n="110" d="100"/>
          <a:sy n="110" d="100"/>
        </p:scale>
        <p:origin x="630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napToObjects="1" showGuides="1">
      <p:cViewPr varScale="1">
        <p:scale>
          <a:sx n="93" d="100"/>
          <a:sy n="93" d="100"/>
        </p:scale>
        <p:origin x="2576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microsoft.com/office/2018/10/relationships/authors" Target="authors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SAR AUGUSTO GIRALDO GARCIA" userId="fd4b0cd1-972d-40c1-b832-dec5f95c97f1" providerId="ADAL" clId="{2CCE61A6-E26A-444B-8D6E-1A5C101FA0D5}"/>
    <pc:docChg chg="undo custSel addSld delSld modSld modSection">
      <pc:chgData name="CESAR AUGUSTO GIRALDO GARCIA" userId="fd4b0cd1-972d-40c1-b832-dec5f95c97f1" providerId="ADAL" clId="{2CCE61A6-E26A-444B-8D6E-1A5C101FA0D5}" dt="2024-05-02T16:29:43.094" v="917" actId="47"/>
      <pc:docMkLst>
        <pc:docMk/>
      </pc:docMkLst>
      <pc:sldChg chg="modSp mod">
        <pc:chgData name="CESAR AUGUSTO GIRALDO GARCIA" userId="fd4b0cd1-972d-40c1-b832-dec5f95c97f1" providerId="ADAL" clId="{2CCE61A6-E26A-444B-8D6E-1A5C101FA0D5}" dt="2024-05-02T14:38:14.133" v="13" actId="20577"/>
        <pc:sldMkLst>
          <pc:docMk/>
          <pc:sldMk cId="2645071401" sldId="2146448123"/>
        </pc:sldMkLst>
        <pc:spChg chg="mod">
          <ac:chgData name="CESAR AUGUSTO GIRALDO GARCIA" userId="fd4b0cd1-972d-40c1-b832-dec5f95c97f1" providerId="ADAL" clId="{2CCE61A6-E26A-444B-8D6E-1A5C101FA0D5}" dt="2024-05-02T14:37:02.715" v="1" actId="1076"/>
          <ac:spMkLst>
            <pc:docMk/>
            <pc:sldMk cId="2645071401" sldId="2146448123"/>
            <ac:spMk id="6" creationId="{553D5005-9B3C-1260-8DF2-0996136DBB2E}"/>
          </ac:spMkLst>
        </pc:spChg>
        <pc:spChg chg="mod">
          <ac:chgData name="CESAR AUGUSTO GIRALDO GARCIA" userId="fd4b0cd1-972d-40c1-b832-dec5f95c97f1" providerId="ADAL" clId="{2CCE61A6-E26A-444B-8D6E-1A5C101FA0D5}" dt="2024-05-02T14:37:26.264" v="5" actId="1076"/>
          <ac:spMkLst>
            <pc:docMk/>
            <pc:sldMk cId="2645071401" sldId="2146448123"/>
            <ac:spMk id="7" creationId="{F20BA8AD-3D32-8E79-74A1-06DC66674071}"/>
          </ac:spMkLst>
        </pc:spChg>
        <pc:spChg chg="mod">
          <ac:chgData name="CESAR AUGUSTO GIRALDO GARCIA" userId="fd4b0cd1-972d-40c1-b832-dec5f95c97f1" providerId="ADAL" clId="{2CCE61A6-E26A-444B-8D6E-1A5C101FA0D5}" dt="2024-05-02T14:37:26.264" v="5" actId="1076"/>
          <ac:spMkLst>
            <pc:docMk/>
            <pc:sldMk cId="2645071401" sldId="2146448123"/>
            <ac:spMk id="8" creationId="{1C6B257B-563A-3785-9F9C-40DCA2B6F104}"/>
          </ac:spMkLst>
        </pc:spChg>
        <pc:spChg chg="mod">
          <ac:chgData name="CESAR AUGUSTO GIRALDO GARCIA" userId="fd4b0cd1-972d-40c1-b832-dec5f95c97f1" providerId="ADAL" clId="{2CCE61A6-E26A-444B-8D6E-1A5C101FA0D5}" dt="2024-05-02T14:37:26.264" v="5" actId="1076"/>
          <ac:spMkLst>
            <pc:docMk/>
            <pc:sldMk cId="2645071401" sldId="2146448123"/>
            <ac:spMk id="15" creationId="{1D0CE346-97F1-738B-2647-68959975C2BB}"/>
          </ac:spMkLst>
        </pc:spChg>
        <pc:spChg chg="mod">
          <ac:chgData name="CESAR AUGUSTO GIRALDO GARCIA" userId="fd4b0cd1-972d-40c1-b832-dec5f95c97f1" providerId="ADAL" clId="{2CCE61A6-E26A-444B-8D6E-1A5C101FA0D5}" dt="2024-05-02T14:38:14.133" v="13" actId="20577"/>
          <ac:spMkLst>
            <pc:docMk/>
            <pc:sldMk cId="2645071401" sldId="2146448123"/>
            <ac:spMk id="16" creationId="{5BF8EAC1-8096-BDE3-D527-D30A8B5C07A3}"/>
          </ac:spMkLst>
        </pc:spChg>
      </pc:sldChg>
      <pc:sldChg chg="modSp mod">
        <pc:chgData name="CESAR AUGUSTO GIRALDO GARCIA" userId="fd4b0cd1-972d-40c1-b832-dec5f95c97f1" providerId="ADAL" clId="{2CCE61A6-E26A-444B-8D6E-1A5C101FA0D5}" dt="2024-05-02T14:43:47.096" v="94" actId="1076"/>
        <pc:sldMkLst>
          <pc:docMk/>
          <pc:sldMk cId="2848100254" sldId="2146448154"/>
        </pc:sldMkLst>
        <pc:spChg chg="mod">
          <ac:chgData name="CESAR AUGUSTO GIRALDO GARCIA" userId="fd4b0cd1-972d-40c1-b832-dec5f95c97f1" providerId="ADAL" clId="{2CCE61A6-E26A-444B-8D6E-1A5C101FA0D5}" dt="2024-05-02T14:43:47.096" v="94" actId="1076"/>
          <ac:spMkLst>
            <pc:docMk/>
            <pc:sldMk cId="2848100254" sldId="2146448154"/>
            <ac:spMk id="3" creationId="{8136AF7C-62C6-A544-819B-D4524B4910B8}"/>
          </ac:spMkLst>
        </pc:spChg>
      </pc:sldChg>
      <pc:sldChg chg="modSp add del mod">
        <pc:chgData name="CESAR AUGUSTO GIRALDO GARCIA" userId="fd4b0cd1-972d-40c1-b832-dec5f95c97f1" providerId="ADAL" clId="{2CCE61A6-E26A-444B-8D6E-1A5C101FA0D5}" dt="2024-05-02T16:27:45.939" v="896" actId="47"/>
        <pc:sldMkLst>
          <pc:docMk/>
          <pc:sldMk cId="3991043656" sldId="2146448161"/>
        </pc:sldMkLst>
        <pc:spChg chg="mod">
          <ac:chgData name="CESAR AUGUSTO GIRALDO GARCIA" userId="fd4b0cd1-972d-40c1-b832-dec5f95c97f1" providerId="ADAL" clId="{2CCE61A6-E26A-444B-8D6E-1A5C101FA0D5}" dt="2024-05-02T16:07:11.798" v="725" actId="1076"/>
          <ac:spMkLst>
            <pc:docMk/>
            <pc:sldMk cId="3991043656" sldId="2146448161"/>
            <ac:spMk id="2" creationId="{AE42B27E-6C06-AD3E-5238-EA51C95EA920}"/>
          </ac:spMkLst>
        </pc:spChg>
        <pc:picChg chg="mod">
          <ac:chgData name="CESAR AUGUSTO GIRALDO GARCIA" userId="fd4b0cd1-972d-40c1-b832-dec5f95c97f1" providerId="ADAL" clId="{2CCE61A6-E26A-444B-8D6E-1A5C101FA0D5}" dt="2024-05-02T16:13:23.070" v="726" actId="1076"/>
          <ac:picMkLst>
            <pc:docMk/>
            <pc:sldMk cId="3991043656" sldId="2146448161"/>
            <ac:picMk id="6" creationId="{A2E95CCD-CCCD-3C29-DFDC-7F2409191477}"/>
          </ac:picMkLst>
        </pc:picChg>
      </pc:sldChg>
      <pc:sldChg chg="modSp mod">
        <pc:chgData name="CESAR AUGUSTO GIRALDO GARCIA" userId="fd4b0cd1-972d-40c1-b832-dec5f95c97f1" providerId="ADAL" clId="{2CCE61A6-E26A-444B-8D6E-1A5C101FA0D5}" dt="2024-05-02T14:39:24.973" v="16" actId="1076"/>
        <pc:sldMkLst>
          <pc:docMk/>
          <pc:sldMk cId="100167374" sldId="2146448162"/>
        </pc:sldMkLst>
        <pc:picChg chg="mod">
          <ac:chgData name="CESAR AUGUSTO GIRALDO GARCIA" userId="fd4b0cd1-972d-40c1-b832-dec5f95c97f1" providerId="ADAL" clId="{2CCE61A6-E26A-444B-8D6E-1A5C101FA0D5}" dt="2024-05-02T14:39:24.973" v="16" actId="1076"/>
          <ac:picMkLst>
            <pc:docMk/>
            <pc:sldMk cId="100167374" sldId="2146448162"/>
            <ac:picMk id="66" creationId="{8E019657-568D-60F8-9CFB-EAD207459436}"/>
          </ac:picMkLst>
        </pc:picChg>
        <pc:picChg chg="mod">
          <ac:chgData name="CESAR AUGUSTO GIRALDO GARCIA" userId="fd4b0cd1-972d-40c1-b832-dec5f95c97f1" providerId="ADAL" clId="{2CCE61A6-E26A-444B-8D6E-1A5C101FA0D5}" dt="2024-05-02T14:39:17.015" v="15" actId="1076"/>
          <ac:picMkLst>
            <pc:docMk/>
            <pc:sldMk cId="100167374" sldId="2146448162"/>
            <ac:picMk id="72" creationId="{E1D6326C-66C0-E244-D1DC-E9963E3894D4}"/>
          </ac:picMkLst>
        </pc:picChg>
      </pc:sldChg>
      <pc:sldChg chg="modSp">
        <pc:chgData name="CESAR AUGUSTO GIRALDO GARCIA" userId="fd4b0cd1-972d-40c1-b832-dec5f95c97f1" providerId="ADAL" clId="{2CCE61A6-E26A-444B-8D6E-1A5C101FA0D5}" dt="2024-05-02T14:44:22.892" v="97" actId="20577"/>
        <pc:sldMkLst>
          <pc:docMk/>
          <pc:sldMk cId="151221326" sldId="2146448167"/>
        </pc:sldMkLst>
        <pc:spChg chg="mod">
          <ac:chgData name="CESAR AUGUSTO GIRALDO GARCIA" userId="fd4b0cd1-972d-40c1-b832-dec5f95c97f1" providerId="ADAL" clId="{2CCE61A6-E26A-444B-8D6E-1A5C101FA0D5}" dt="2024-05-02T14:44:20.827" v="96" actId="20577"/>
          <ac:spMkLst>
            <pc:docMk/>
            <pc:sldMk cId="151221326" sldId="2146448167"/>
            <ac:spMk id="152" creationId="{F537FDE6-676A-A469-E95F-5072E85B0A82}"/>
          </ac:spMkLst>
        </pc:spChg>
        <pc:spChg chg="mod">
          <ac:chgData name="CESAR AUGUSTO GIRALDO GARCIA" userId="fd4b0cd1-972d-40c1-b832-dec5f95c97f1" providerId="ADAL" clId="{2CCE61A6-E26A-444B-8D6E-1A5C101FA0D5}" dt="2024-05-02T14:44:22.892" v="97" actId="20577"/>
          <ac:spMkLst>
            <pc:docMk/>
            <pc:sldMk cId="151221326" sldId="2146448167"/>
            <ac:spMk id="167" creationId="{BCDD7F1A-CAF3-195B-3888-D56A96751AD2}"/>
          </ac:spMkLst>
        </pc:spChg>
      </pc:sldChg>
      <pc:sldChg chg="delSp modSp mod">
        <pc:chgData name="CESAR AUGUSTO GIRALDO GARCIA" userId="fd4b0cd1-972d-40c1-b832-dec5f95c97f1" providerId="ADAL" clId="{2CCE61A6-E26A-444B-8D6E-1A5C101FA0D5}" dt="2024-05-02T14:44:00.645" v="95" actId="1076"/>
        <pc:sldMkLst>
          <pc:docMk/>
          <pc:sldMk cId="4077849665" sldId="2146448168"/>
        </pc:sldMkLst>
        <pc:spChg chg="mod">
          <ac:chgData name="CESAR AUGUSTO GIRALDO GARCIA" userId="fd4b0cd1-972d-40c1-b832-dec5f95c97f1" providerId="ADAL" clId="{2CCE61A6-E26A-444B-8D6E-1A5C101FA0D5}" dt="2024-05-02T14:44:00.645" v="95" actId="1076"/>
          <ac:spMkLst>
            <pc:docMk/>
            <pc:sldMk cId="4077849665" sldId="2146448168"/>
            <ac:spMk id="4" creationId="{FBC6FA60-D9ED-96FB-8C91-E15A7A0A7173}"/>
          </ac:spMkLst>
        </pc:spChg>
        <pc:spChg chg="del mod">
          <ac:chgData name="CESAR AUGUSTO GIRALDO GARCIA" userId="fd4b0cd1-972d-40c1-b832-dec5f95c97f1" providerId="ADAL" clId="{2CCE61A6-E26A-444B-8D6E-1A5C101FA0D5}" dt="2024-05-02T14:41:22.556" v="24" actId="478"/>
          <ac:spMkLst>
            <pc:docMk/>
            <pc:sldMk cId="4077849665" sldId="2146448168"/>
            <ac:spMk id="59" creationId="{8A91CD55-33E9-8220-21CF-0621C9A2CA38}"/>
          </ac:spMkLst>
        </pc:spChg>
        <pc:spChg chg="mod">
          <ac:chgData name="CESAR AUGUSTO GIRALDO GARCIA" userId="fd4b0cd1-972d-40c1-b832-dec5f95c97f1" providerId="ADAL" clId="{2CCE61A6-E26A-444B-8D6E-1A5C101FA0D5}" dt="2024-05-02T14:42:28.672" v="48" actId="1035"/>
          <ac:spMkLst>
            <pc:docMk/>
            <pc:sldMk cId="4077849665" sldId="2146448168"/>
            <ac:spMk id="60" creationId="{F2835285-1873-2F75-656C-0D57F975ABCA}"/>
          </ac:spMkLst>
        </pc:spChg>
        <pc:spChg chg="mod">
          <ac:chgData name="CESAR AUGUSTO GIRALDO GARCIA" userId="fd4b0cd1-972d-40c1-b832-dec5f95c97f1" providerId="ADAL" clId="{2CCE61A6-E26A-444B-8D6E-1A5C101FA0D5}" dt="2024-05-02T14:41:13.487" v="22" actId="1076"/>
          <ac:spMkLst>
            <pc:docMk/>
            <pc:sldMk cId="4077849665" sldId="2146448168"/>
            <ac:spMk id="63" creationId="{B00C5B76-6221-A4AD-69B8-D3EFA1E37793}"/>
          </ac:spMkLst>
        </pc:spChg>
        <pc:spChg chg="mod">
          <ac:chgData name="CESAR AUGUSTO GIRALDO GARCIA" userId="fd4b0cd1-972d-40c1-b832-dec5f95c97f1" providerId="ADAL" clId="{2CCE61A6-E26A-444B-8D6E-1A5C101FA0D5}" dt="2024-05-02T14:41:13.487" v="22" actId="1076"/>
          <ac:spMkLst>
            <pc:docMk/>
            <pc:sldMk cId="4077849665" sldId="2146448168"/>
            <ac:spMk id="64" creationId="{8F9EDFED-38F6-4A0F-5BC0-17456DCEED49}"/>
          </ac:spMkLst>
        </pc:spChg>
        <pc:spChg chg="mod">
          <ac:chgData name="CESAR AUGUSTO GIRALDO GARCIA" userId="fd4b0cd1-972d-40c1-b832-dec5f95c97f1" providerId="ADAL" clId="{2CCE61A6-E26A-444B-8D6E-1A5C101FA0D5}" dt="2024-05-02T14:41:13.487" v="22" actId="1076"/>
          <ac:spMkLst>
            <pc:docMk/>
            <pc:sldMk cId="4077849665" sldId="2146448168"/>
            <ac:spMk id="65" creationId="{1A1D31DA-8300-057E-2E7E-7117EC9D7A7B}"/>
          </ac:spMkLst>
        </pc:spChg>
        <pc:spChg chg="mod">
          <ac:chgData name="CESAR AUGUSTO GIRALDO GARCIA" userId="fd4b0cd1-972d-40c1-b832-dec5f95c97f1" providerId="ADAL" clId="{2CCE61A6-E26A-444B-8D6E-1A5C101FA0D5}" dt="2024-05-02T14:41:13.487" v="22" actId="1076"/>
          <ac:spMkLst>
            <pc:docMk/>
            <pc:sldMk cId="4077849665" sldId="2146448168"/>
            <ac:spMk id="66" creationId="{1A7A88D1-2314-BE29-37A1-671DFD413D82}"/>
          </ac:spMkLst>
        </pc:spChg>
        <pc:spChg chg="mod">
          <ac:chgData name="CESAR AUGUSTO GIRALDO GARCIA" userId="fd4b0cd1-972d-40c1-b832-dec5f95c97f1" providerId="ADAL" clId="{2CCE61A6-E26A-444B-8D6E-1A5C101FA0D5}" dt="2024-05-02T14:41:13.487" v="22" actId="1076"/>
          <ac:spMkLst>
            <pc:docMk/>
            <pc:sldMk cId="4077849665" sldId="2146448168"/>
            <ac:spMk id="67" creationId="{14FD07DB-66FF-457A-C96D-C3276AFB1FAD}"/>
          </ac:spMkLst>
        </pc:spChg>
        <pc:spChg chg="mod">
          <ac:chgData name="CESAR AUGUSTO GIRALDO GARCIA" userId="fd4b0cd1-972d-40c1-b832-dec5f95c97f1" providerId="ADAL" clId="{2CCE61A6-E26A-444B-8D6E-1A5C101FA0D5}" dt="2024-05-02T14:41:13.487" v="22" actId="1076"/>
          <ac:spMkLst>
            <pc:docMk/>
            <pc:sldMk cId="4077849665" sldId="2146448168"/>
            <ac:spMk id="68" creationId="{9877F6DA-6141-2D4E-DC72-BDFF58479C17}"/>
          </ac:spMkLst>
        </pc:spChg>
        <pc:spChg chg="mod">
          <ac:chgData name="CESAR AUGUSTO GIRALDO GARCIA" userId="fd4b0cd1-972d-40c1-b832-dec5f95c97f1" providerId="ADAL" clId="{2CCE61A6-E26A-444B-8D6E-1A5C101FA0D5}" dt="2024-05-02T14:41:13.487" v="22" actId="1076"/>
          <ac:spMkLst>
            <pc:docMk/>
            <pc:sldMk cId="4077849665" sldId="2146448168"/>
            <ac:spMk id="69" creationId="{F8A407C4-4A71-3FDF-7E45-5DAB5B9F5F5C}"/>
          </ac:spMkLst>
        </pc:spChg>
        <pc:spChg chg="mod">
          <ac:chgData name="CESAR AUGUSTO GIRALDO GARCIA" userId="fd4b0cd1-972d-40c1-b832-dec5f95c97f1" providerId="ADAL" clId="{2CCE61A6-E26A-444B-8D6E-1A5C101FA0D5}" dt="2024-05-02T14:41:13.487" v="22" actId="1076"/>
          <ac:spMkLst>
            <pc:docMk/>
            <pc:sldMk cId="4077849665" sldId="2146448168"/>
            <ac:spMk id="70" creationId="{10A04F22-595A-8916-43C5-1ABE614BA010}"/>
          </ac:spMkLst>
        </pc:spChg>
        <pc:spChg chg="mod">
          <ac:chgData name="CESAR AUGUSTO GIRALDO GARCIA" userId="fd4b0cd1-972d-40c1-b832-dec5f95c97f1" providerId="ADAL" clId="{2CCE61A6-E26A-444B-8D6E-1A5C101FA0D5}" dt="2024-05-02T14:41:13.487" v="22" actId="1076"/>
          <ac:spMkLst>
            <pc:docMk/>
            <pc:sldMk cId="4077849665" sldId="2146448168"/>
            <ac:spMk id="71" creationId="{419868B9-794F-5C2C-CF4F-38AFAE2DA651}"/>
          </ac:spMkLst>
        </pc:spChg>
        <pc:spChg chg="mod">
          <ac:chgData name="CESAR AUGUSTO GIRALDO GARCIA" userId="fd4b0cd1-972d-40c1-b832-dec5f95c97f1" providerId="ADAL" clId="{2CCE61A6-E26A-444B-8D6E-1A5C101FA0D5}" dt="2024-05-02T14:41:13.487" v="22" actId="1076"/>
          <ac:spMkLst>
            <pc:docMk/>
            <pc:sldMk cId="4077849665" sldId="2146448168"/>
            <ac:spMk id="73" creationId="{1C0856D4-EF83-7A9C-D0CD-674D39A6CFF9}"/>
          </ac:spMkLst>
        </pc:spChg>
        <pc:spChg chg="mod">
          <ac:chgData name="CESAR AUGUSTO GIRALDO GARCIA" userId="fd4b0cd1-972d-40c1-b832-dec5f95c97f1" providerId="ADAL" clId="{2CCE61A6-E26A-444B-8D6E-1A5C101FA0D5}" dt="2024-05-02T14:41:13.487" v="22" actId="1076"/>
          <ac:spMkLst>
            <pc:docMk/>
            <pc:sldMk cId="4077849665" sldId="2146448168"/>
            <ac:spMk id="74" creationId="{9BEDC21B-E5D3-506B-916E-5E6283E19B55}"/>
          </ac:spMkLst>
        </pc:spChg>
        <pc:spChg chg="mod">
          <ac:chgData name="CESAR AUGUSTO GIRALDO GARCIA" userId="fd4b0cd1-972d-40c1-b832-dec5f95c97f1" providerId="ADAL" clId="{2CCE61A6-E26A-444B-8D6E-1A5C101FA0D5}" dt="2024-05-02T14:41:13.487" v="22" actId="1076"/>
          <ac:spMkLst>
            <pc:docMk/>
            <pc:sldMk cId="4077849665" sldId="2146448168"/>
            <ac:spMk id="75" creationId="{6A6681BD-FCC6-4D92-2C31-8BAC194BFF3F}"/>
          </ac:spMkLst>
        </pc:spChg>
        <pc:spChg chg="mod">
          <ac:chgData name="CESAR AUGUSTO GIRALDO GARCIA" userId="fd4b0cd1-972d-40c1-b832-dec5f95c97f1" providerId="ADAL" clId="{2CCE61A6-E26A-444B-8D6E-1A5C101FA0D5}" dt="2024-05-02T14:41:13.487" v="22" actId="1076"/>
          <ac:spMkLst>
            <pc:docMk/>
            <pc:sldMk cId="4077849665" sldId="2146448168"/>
            <ac:spMk id="76" creationId="{3EA83903-5736-9314-3FF2-F40F8F344B87}"/>
          </ac:spMkLst>
        </pc:spChg>
        <pc:spChg chg="mod">
          <ac:chgData name="CESAR AUGUSTO GIRALDO GARCIA" userId="fd4b0cd1-972d-40c1-b832-dec5f95c97f1" providerId="ADAL" clId="{2CCE61A6-E26A-444B-8D6E-1A5C101FA0D5}" dt="2024-05-02T14:41:13.487" v="22" actId="1076"/>
          <ac:spMkLst>
            <pc:docMk/>
            <pc:sldMk cId="4077849665" sldId="2146448168"/>
            <ac:spMk id="77" creationId="{D2FC99F0-F3EC-6485-9AB1-2CFA22B325A7}"/>
          </ac:spMkLst>
        </pc:spChg>
        <pc:spChg chg="mod">
          <ac:chgData name="CESAR AUGUSTO GIRALDO GARCIA" userId="fd4b0cd1-972d-40c1-b832-dec5f95c97f1" providerId="ADAL" clId="{2CCE61A6-E26A-444B-8D6E-1A5C101FA0D5}" dt="2024-05-02T14:41:13.487" v="22" actId="1076"/>
          <ac:spMkLst>
            <pc:docMk/>
            <pc:sldMk cId="4077849665" sldId="2146448168"/>
            <ac:spMk id="78" creationId="{83C4981D-5CDF-B87B-1BDF-F65DBF1BE1E9}"/>
          </ac:spMkLst>
        </pc:spChg>
        <pc:spChg chg="mod">
          <ac:chgData name="CESAR AUGUSTO GIRALDO GARCIA" userId="fd4b0cd1-972d-40c1-b832-dec5f95c97f1" providerId="ADAL" clId="{2CCE61A6-E26A-444B-8D6E-1A5C101FA0D5}" dt="2024-05-02T14:42:24.648" v="45" actId="1076"/>
          <ac:spMkLst>
            <pc:docMk/>
            <pc:sldMk cId="4077849665" sldId="2146448168"/>
            <ac:spMk id="79" creationId="{2E751AF9-B46C-1ED2-B76D-1EF75F1FD26F}"/>
          </ac:spMkLst>
        </pc:spChg>
        <pc:spChg chg="mod">
          <ac:chgData name="CESAR AUGUSTO GIRALDO GARCIA" userId="fd4b0cd1-972d-40c1-b832-dec5f95c97f1" providerId="ADAL" clId="{2CCE61A6-E26A-444B-8D6E-1A5C101FA0D5}" dt="2024-05-02T14:42:13.030" v="43" actId="14100"/>
          <ac:spMkLst>
            <pc:docMk/>
            <pc:sldMk cId="4077849665" sldId="2146448168"/>
            <ac:spMk id="84" creationId="{41AEEB59-EFE8-A0E3-5475-53ADB2614379}"/>
          </ac:spMkLst>
        </pc:spChg>
        <pc:picChg chg="mod">
          <ac:chgData name="CESAR AUGUSTO GIRALDO GARCIA" userId="fd4b0cd1-972d-40c1-b832-dec5f95c97f1" providerId="ADAL" clId="{2CCE61A6-E26A-444B-8D6E-1A5C101FA0D5}" dt="2024-05-02T14:41:50.794" v="28" actId="1076"/>
          <ac:picMkLst>
            <pc:docMk/>
            <pc:sldMk cId="4077849665" sldId="2146448168"/>
            <ac:picMk id="85" creationId="{B0F26CD3-A527-773B-E4CA-D02614DBBF1E}"/>
          </ac:picMkLst>
        </pc:picChg>
        <pc:cxnChg chg="mod">
          <ac:chgData name="CESAR AUGUSTO GIRALDO GARCIA" userId="fd4b0cd1-972d-40c1-b832-dec5f95c97f1" providerId="ADAL" clId="{2CCE61A6-E26A-444B-8D6E-1A5C101FA0D5}" dt="2024-05-02T14:41:13.487" v="22" actId="1076"/>
          <ac:cxnSpMkLst>
            <pc:docMk/>
            <pc:sldMk cId="4077849665" sldId="2146448168"/>
            <ac:cxnSpMk id="61" creationId="{07C4899D-2242-7D7C-EE52-2AF7628A7438}"/>
          </ac:cxnSpMkLst>
        </pc:cxnChg>
        <pc:cxnChg chg="mod">
          <ac:chgData name="CESAR AUGUSTO GIRALDO GARCIA" userId="fd4b0cd1-972d-40c1-b832-dec5f95c97f1" providerId="ADAL" clId="{2CCE61A6-E26A-444B-8D6E-1A5C101FA0D5}" dt="2024-05-02T14:41:13.487" v="22" actId="1076"/>
          <ac:cxnSpMkLst>
            <pc:docMk/>
            <pc:sldMk cId="4077849665" sldId="2146448168"/>
            <ac:cxnSpMk id="62" creationId="{F99A1DB4-3574-07B0-15E2-18D616633E6C}"/>
          </ac:cxnSpMkLst>
        </pc:cxnChg>
        <pc:cxnChg chg="mod">
          <ac:chgData name="CESAR AUGUSTO GIRALDO GARCIA" userId="fd4b0cd1-972d-40c1-b832-dec5f95c97f1" providerId="ADAL" clId="{2CCE61A6-E26A-444B-8D6E-1A5C101FA0D5}" dt="2024-05-02T14:43:00.339" v="50" actId="14100"/>
          <ac:cxnSpMkLst>
            <pc:docMk/>
            <pc:sldMk cId="4077849665" sldId="2146448168"/>
            <ac:cxnSpMk id="81" creationId="{61E281E2-CE4B-16F4-0BA8-0BF62156F3F6}"/>
          </ac:cxnSpMkLst>
        </pc:cxnChg>
        <pc:cxnChg chg="mod">
          <ac:chgData name="CESAR AUGUSTO GIRALDO GARCIA" userId="fd4b0cd1-972d-40c1-b832-dec5f95c97f1" providerId="ADAL" clId="{2CCE61A6-E26A-444B-8D6E-1A5C101FA0D5}" dt="2024-05-02T14:41:53.523" v="29" actId="14100"/>
          <ac:cxnSpMkLst>
            <pc:docMk/>
            <pc:sldMk cId="4077849665" sldId="2146448168"/>
            <ac:cxnSpMk id="82" creationId="{BCD4BFD5-CB14-D510-EEAC-3A9B08D65BB2}"/>
          </ac:cxnSpMkLst>
        </pc:cxnChg>
        <pc:cxnChg chg="mod">
          <ac:chgData name="CESAR AUGUSTO GIRALDO GARCIA" userId="fd4b0cd1-972d-40c1-b832-dec5f95c97f1" providerId="ADAL" clId="{2CCE61A6-E26A-444B-8D6E-1A5C101FA0D5}" dt="2024-05-02T14:42:13.030" v="43" actId="14100"/>
          <ac:cxnSpMkLst>
            <pc:docMk/>
            <pc:sldMk cId="4077849665" sldId="2146448168"/>
            <ac:cxnSpMk id="83" creationId="{09136DBA-6E42-FD85-3AE0-7A1D85B25FEA}"/>
          </ac:cxnSpMkLst>
        </pc:cxnChg>
      </pc:sldChg>
      <pc:sldChg chg="addSp delSp modSp mod">
        <pc:chgData name="CESAR AUGUSTO GIRALDO GARCIA" userId="fd4b0cd1-972d-40c1-b832-dec5f95c97f1" providerId="ADAL" clId="{2CCE61A6-E26A-444B-8D6E-1A5C101FA0D5}" dt="2024-05-02T15:01:27.553" v="151" actId="1076"/>
        <pc:sldMkLst>
          <pc:docMk/>
          <pc:sldMk cId="1270679844" sldId="2146448170"/>
        </pc:sldMkLst>
        <pc:spChg chg="del">
          <ac:chgData name="CESAR AUGUSTO GIRALDO GARCIA" userId="fd4b0cd1-972d-40c1-b832-dec5f95c97f1" providerId="ADAL" clId="{2CCE61A6-E26A-444B-8D6E-1A5C101FA0D5}" dt="2024-05-02T14:59:59.773" v="112" actId="478"/>
          <ac:spMkLst>
            <pc:docMk/>
            <pc:sldMk cId="1270679844" sldId="2146448170"/>
            <ac:spMk id="2" creationId="{5E9BF3BB-AE96-7289-F8CB-2AC0504D4F18}"/>
          </ac:spMkLst>
        </pc:spChg>
        <pc:spChg chg="mod">
          <ac:chgData name="CESAR AUGUSTO GIRALDO GARCIA" userId="fd4b0cd1-972d-40c1-b832-dec5f95c97f1" providerId="ADAL" clId="{2CCE61A6-E26A-444B-8D6E-1A5C101FA0D5}" dt="2024-05-02T14:46:16.679" v="106" actId="1076"/>
          <ac:spMkLst>
            <pc:docMk/>
            <pc:sldMk cId="1270679844" sldId="2146448170"/>
            <ac:spMk id="5" creationId="{1A247160-3379-069C-B3DC-897D00E54A61}"/>
          </ac:spMkLst>
        </pc:spChg>
        <pc:spChg chg="mod">
          <ac:chgData name="CESAR AUGUSTO GIRALDO GARCIA" userId="fd4b0cd1-972d-40c1-b832-dec5f95c97f1" providerId="ADAL" clId="{2CCE61A6-E26A-444B-8D6E-1A5C101FA0D5}" dt="2024-05-02T14:46:16.679" v="106" actId="1076"/>
          <ac:spMkLst>
            <pc:docMk/>
            <pc:sldMk cId="1270679844" sldId="2146448170"/>
            <ac:spMk id="6" creationId="{5025A831-3C63-DACD-9744-B9C7FD40C702}"/>
          </ac:spMkLst>
        </pc:spChg>
        <pc:spChg chg="mod">
          <ac:chgData name="CESAR AUGUSTO GIRALDO GARCIA" userId="fd4b0cd1-972d-40c1-b832-dec5f95c97f1" providerId="ADAL" clId="{2CCE61A6-E26A-444B-8D6E-1A5C101FA0D5}" dt="2024-05-02T15:00:12.109" v="113" actId="1076"/>
          <ac:spMkLst>
            <pc:docMk/>
            <pc:sldMk cId="1270679844" sldId="2146448170"/>
            <ac:spMk id="7" creationId="{563C7774-F03C-9B5F-DBE2-50BE8B6F986A}"/>
          </ac:spMkLst>
        </pc:spChg>
        <pc:spChg chg="mod">
          <ac:chgData name="CESAR AUGUSTO GIRALDO GARCIA" userId="fd4b0cd1-972d-40c1-b832-dec5f95c97f1" providerId="ADAL" clId="{2CCE61A6-E26A-444B-8D6E-1A5C101FA0D5}" dt="2024-05-02T15:00:12.109" v="113" actId="1076"/>
          <ac:spMkLst>
            <pc:docMk/>
            <pc:sldMk cId="1270679844" sldId="2146448170"/>
            <ac:spMk id="8" creationId="{975899FF-E2DF-ED64-1713-B876C603652A}"/>
          </ac:spMkLst>
        </pc:spChg>
        <pc:spChg chg="mod">
          <ac:chgData name="CESAR AUGUSTO GIRALDO GARCIA" userId="fd4b0cd1-972d-40c1-b832-dec5f95c97f1" providerId="ADAL" clId="{2CCE61A6-E26A-444B-8D6E-1A5C101FA0D5}" dt="2024-05-02T15:00:12.109" v="113" actId="1076"/>
          <ac:spMkLst>
            <pc:docMk/>
            <pc:sldMk cId="1270679844" sldId="2146448170"/>
            <ac:spMk id="9" creationId="{922FAC95-1059-1030-B12D-A76D2C3D4B5E}"/>
          </ac:spMkLst>
        </pc:spChg>
        <pc:spChg chg="mod">
          <ac:chgData name="CESAR AUGUSTO GIRALDO GARCIA" userId="fd4b0cd1-972d-40c1-b832-dec5f95c97f1" providerId="ADAL" clId="{2CCE61A6-E26A-444B-8D6E-1A5C101FA0D5}" dt="2024-05-02T15:00:12.109" v="113" actId="1076"/>
          <ac:spMkLst>
            <pc:docMk/>
            <pc:sldMk cId="1270679844" sldId="2146448170"/>
            <ac:spMk id="10" creationId="{64562785-D53A-6DE0-75BA-EE0C5A18D5C8}"/>
          </ac:spMkLst>
        </pc:spChg>
        <pc:spChg chg="mod">
          <ac:chgData name="CESAR AUGUSTO GIRALDO GARCIA" userId="fd4b0cd1-972d-40c1-b832-dec5f95c97f1" providerId="ADAL" clId="{2CCE61A6-E26A-444B-8D6E-1A5C101FA0D5}" dt="2024-05-02T15:00:12.109" v="113" actId="1076"/>
          <ac:spMkLst>
            <pc:docMk/>
            <pc:sldMk cId="1270679844" sldId="2146448170"/>
            <ac:spMk id="11" creationId="{5DF6C5A1-9F9F-1F9F-DFAA-CFB6C4CF356E}"/>
          </ac:spMkLst>
        </pc:spChg>
        <pc:spChg chg="add mod">
          <ac:chgData name="CESAR AUGUSTO GIRALDO GARCIA" userId="fd4b0cd1-972d-40c1-b832-dec5f95c97f1" providerId="ADAL" clId="{2CCE61A6-E26A-444B-8D6E-1A5C101FA0D5}" dt="2024-05-02T15:01:15.580" v="147" actId="6549"/>
          <ac:spMkLst>
            <pc:docMk/>
            <pc:sldMk cId="1270679844" sldId="2146448170"/>
            <ac:spMk id="20" creationId="{134D9C1A-C12D-FBF7-83D5-63ABC461F0CD}"/>
          </ac:spMkLst>
        </pc:spChg>
        <pc:spChg chg="mod">
          <ac:chgData name="CESAR AUGUSTO GIRALDO GARCIA" userId="fd4b0cd1-972d-40c1-b832-dec5f95c97f1" providerId="ADAL" clId="{2CCE61A6-E26A-444B-8D6E-1A5C101FA0D5}" dt="2024-05-02T15:00:12.109" v="113" actId="1076"/>
          <ac:spMkLst>
            <pc:docMk/>
            <pc:sldMk cId="1270679844" sldId="2146448170"/>
            <ac:spMk id="21" creationId="{7441B967-658A-5663-06B1-BEC00F8482BD}"/>
          </ac:spMkLst>
        </pc:spChg>
        <pc:spChg chg="mod">
          <ac:chgData name="CESAR AUGUSTO GIRALDO GARCIA" userId="fd4b0cd1-972d-40c1-b832-dec5f95c97f1" providerId="ADAL" clId="{2CCE61A6-E26A-444B-8D6E-1A5C101FA0D5}" dt="2024-05-02T15:00:12.109" v="113" actId="1076"/>
          <ac:spMkLst>
            <pc:docMk/>
            <pc:sldMk cId="1270679844" sldId="2146448170"/>
            <ac:spMk id="22" creationId="{5A758674-7D2E-4753-DD05-2F340DE03534}"/>
          </ac:spMkLst>
        </pc:spChg>
        <pc:spChg chg="mod">
          <ac:chgData name="CESAR AUGUSTO GIRALDO GARCIA" userId="fd4b0cd1-972d-40c1-b832-dec5f95c97f1" providerId="ADAL" clId="{2CCE61A6-E26A-444B-8D6E-1A5C101FA0D5}" dt="2024-05-02T15:00:12.109" v="113" actId="1076"/>
          <ac:spMkLst>
            <pc:docMk/>
            <pc:sldMk cId="1270679844" sldId="2146448170"/>
            <ac:spMk id="23" creationId="{56476628-B111-3473-3D07-E1630E9C5119}"/>
          </ac:spMkLst>
        </pc:spChg>
        <pc:spChg chg="mod">
          <ac:chgData name="CESAR AUGUSTO GIRALDO GARCIA" userId="fd4b0cd1-972d-40c1-b832-dec5f95c97f1" providerId="ADAL" clId="{2CCE61A6-E26A-444B-8D6E-1A5C101FA0D5}" dt="2024-05-02T14:46:16.679" v="106" actId="1076"/>
          <ac:spMkLst>
            <pc:docMk/>
            <pc:sldMk cId="1270679844" sldId="2146448170"/>
            <ac:spMk id="24" creationId="{55921B8A-165E-21AA-7904-376118F87607}"/>
          </ac:spMkLst>
        </pc:spChg>
        <pc:spChg chg="mod">
          <ac:chgData name="CESAR AUGUSTO GIRALDO GARCIA" userId="fd4b0cd1-972d-40c1-b832-dec5f95c97f1" providerId="ADAL" clId="{2CCE61A6-E26A-444B-8D6E-1A5C101FA0D5}" dt="2024-05-02T14:46:16.679" v="106" actId="1076"/>
          <ac:spMkLst>
            <pc:docMk/>
            <pc:sldMk cId="1270679844" sldId="2146448170"/>
            <ac:spMk id="25" creationId="{32351286-EC21-D397-D184-85D3AF5FE592}"/>
          </ac:spMkLst>
        </pc:spChg>
        <pc:spChg chg="mod">
          <ac:chgData name="CESAR AUGUSTO GIRALDO GARCIA" userId="fd4b0cd1-972d-40c1-b832-dec5f95c97f1" providerId="ADAL" clId="{2CCE61A6-E26A-444B-8D6E-1A5C101FA0D5}" dt="2024-05-02T14:46:16.679" v="106" actId="1076"/>
          <ac:spMkLst>
            <pc:docMk/>
            <pc:sldMk cId="1270679844" sldId="2146448170"/>
            <ac:spMk id="26" creationId="{AE0AEEDE-5ABE-9A0C-D1EB-4BB6FAEC49C0}"/>
          </ac:spMkLst>
        </pc:spChg>
        <pc:spChg chg="mod">
          <ac:chgData name="CESAR AUGUSTO GIRALDO GARCIA" userId="fd4b0cd1-972d-40c1-b832-dec5f95c97f1" providerId="ADAL" clId="{2CCE61A6-E26A-444B-8D6E-1A5C101FA0D5}" dt="2024-05-02T14:46:16.679" v="106" actId="1076"/>
          <ac:spMkLst>
            <pc:docMk/>
            <pc:sldMk cId="1270679844" sldId="2146448170"/>
            <ac:spMk id="27" creationId="{076504BB-4F3E-6B46-A668-147BD2EF5D1B}"/>
          </ac:spMkLst>
        </pc:spChg>
        <pc:spChg chg="mod">
          <ac:chgData name="CESAR AUGUSTO GIRALDO GARCIA" userId="fd4b0cd1-972d-40c1-b832-dec5f95c97f1" providerId="ADAL" clId="{2CCE61A6-E26A-444B-8D6E-1A5C101FA0D5}" dt="2024-05-02T15:00:12.109" v="113" actId="1076"/>
          <ac:spMkLst>
            <pc:docMk/>
            <pc:sldMk cId="1270679844" sldId="2146448170"/>
            <ac:spMk id="28" creationId="{16578012-E15B-E3A6-E87A-D85791054CD2}"/>
          </ac:spMkLst>
        </pc:spChg>
        <pc:spChg chg="mod">
          <ac:chgData name="CESAR AUGUSTO GIRALDO GARCIA" userId="fd4b0cd1-972d-40c1-b832-dec5f95c97f1" providerId="ADAL" clId="{2CCE61A6-E26A-444B-8D6E-1A5C101FA0D5}" dt="2024-05-02T15:00:12.109" v="113" actId="1076"/>
          <ac:spMkLst>
            <pc:docMk/>
            <pc:sldMk cId="1270679844" sldId="2146448170"/>
            <ac:spMk id="29" creationId="{03A5FA96-097F-3FC1-1855-2BD74AD55C2D}"/>
          </ac:spMkLst>
        </pc:spChg>
        <pc:spChg chg="mod">
          <ac:chgData name="CESAR AUGUSTO GIRALDO GARCIA" userId="fd4b0cd1-972d-40c1-b832-dec5f95c97f1" providerId="ADAL" clId="{2CCE61A6-E26A-444B-8D6E-1A5C101FA0D5}" dt="2024-05-02T15:00:12.109" v="113" actId="1076"/>
          <ac:spMkLst>
            <pc:docMk/>
            <pc:sldMk cId="1270679844" sldId="2146448170"/>
            <ac:spMk id="30" creationId="{911C94BA-5D2A-8135-D807-B72EC49BA315}"/>
          </ac:spMkLst>
        </pc:spChg>
        <pc:spChg chg="mod">
          <ac:chgData name="CESAR AUGUSTO GIRALDO GARCIA" userId="fd4b0cd1-972d-40c1-b832-dec5f95c97f1" providerId="ADAL" clId="{2CCE61A6-E26A-444B-8D6E-1A5C101FA0D5}" dt="2024-05-02T15:00:12.109" v="113" actId="1076"/>
          <ac:spMkLst>
            <pc:docMk/>
            <pc:sldMk cId="1270679844" sldId="2146448170"/>
            <ac:spMk id="31" creationId="{E2DE84DC-EFE4-B6FF-25E9-26E22C00A827}"/>
          </ac:spMkLst>
        </pc:spChg>
        <pc:spChg chg="mod">
          <ac:chgData name="CESAR AUGUSTO GIRALDO GARCIA" userId="fd4b0cd1-972d-40c1-b832-dec5f95c97f1" providerId="ADAL" clId="{2CCE61A6-E26A-444B-8D6E-1A5C101FA0D5}" dt="2024-05-02T15:00:12.109" v="113" actId="1076"/>
          <ac:spMkLst>
            <pc:docMk/>
            <pc:sldMk cId="1270679844" sldId="2146448170"/>
            <ac:spMk id="32" creationId="{61B97BCF-403E-E5DB-F1D1-91963FDBD0BE}"/>
          </ac:spMkLst>
        </pc:spChg>
        <pc:spChg chg="mod">
          <ac:chgData name="CESAR AUGUSTO GIRALDO GARCIA" userId="fd4b0cd1-972d-40c1-b832-dec5f95c97f1" providerId="ADAL" clId="{2CCE61A6-E26A-444B-8D6E-1A5C101FA0D5}" dt="2024-05-02T15:00:12.109" v="113" actId="1076"/>
          <ac:spMkLst>
            <pc:docMk/>
            <pc:sldMk cId="1270679844" sldId="2146448170"/>
            <ac:spMk id="33" creationId="{962F4D9A-9731-5B95-1C51-2E1AA7CBB222}"/>
          </ac:spMkLst>
        </pc:spChg>
        <pc:spChg chg="mod">
          <ac:chgData name="CESAR AUGUSTO GIRALDO GARCIA" userId="fd4b0cd1-972d-40c1-b832-dec5f95c97f1" providerId="ADAL" clId="{2CCE61A6-E26A-444B-8D6E-1A5C101FA0D5}" dt="2024-05-02T15:00:12.109" v="113" actId="1076"/>
          <ac:spMkLst>
            <pc:docMk/>
            <pc:sldMk cId="1270679844" sldId="2146448170"/>
            <ac:spMk id="34" creationId="{E6C28A21-1346-BD39-D9DA-B3B015D9699F}"/>
          </ac:spMkLst>
        </pc:spChg>
        <pc:spChg chg="mod">
          <ac:chgData name="CESAR AUGUSTO GIRALDO GARCIA" userId="fd4b0cd1-972d-40c1-b832-dec5f95c97f1" providerId="ADAL" clId="{2CCE61A6-E26A-444B-8D6E-1A5C101FA0D5}" dt="2024-05-02T15:00:12.109" v="113" actId="1076"/>
          <ac:spMkLst>
            <pc:docMk/>
            <pc:sldMk cId="1270679844" sldId="2146448170"/>
            <ac:spMk id="35" creationId="{CC974E59-9845-2133-B612-7C50BC8F3D35}"/>
          </ac:spMkLst>
        </pc:spChg>
        <pc:spChg chg="add mod">
          <ac:chgData name="CESAR AUGUSTO GIRALDO GARCIA" userId="fd4b0cd1-972d-40c1-b832-dec5f95c97f1" providerId="ADAL" clId="{2CCE61A6-E26A-444B-8D6E-1A5C101FA0D5}" dt="2024-05-02T15:01:27.553" v="151" actId="1076"/>
          <ac:spMkLst>
            <pc:docMk/>
            <pc:sldMk cId="1270679844" sldId="2146448170"/>
            <ac:spMk id="37" creationId="{03E6E2D2-FD72-E60D-002E-D1DCCA73E66C}"/>
          </ac:spMkLst>
        </pc:spChg>
        <pc:spChg chg="mod">
          <ac:chgData name="CESAR AUGUSTO GIRALDO GARCIA" userId="fd4b0cd1-972d-40c1-b832-dec5f95c97f1" providerId="ADAL" clId="{2CCE61A6-E26A-444B-8D6E-1A5C101FA0D5}" dt="2024-05-02T14:46:16.679" v="106" actId="1076"/>
          <ac:spMkLst>
            <pc:docMk/>
            <pc:sldMk cId="1270679844" sldId="2146448170"/>
            <ac:spMk id="39" creationId="{DD186AF0-3E94-E0E7-8993-D3669105022C}"/>
          </ac:spMkLst>
        </pc:spChg>
        <pc:spChg chg="mod">
          <ac:chgData name="CESAR AUGUSTO GIRALDO GARCIA" userId="fd4b0cd1-972d-40c1-b832-dec5f95c97f1" providerId="ADAL" clId="{2CCE61A6-E26A-444B-8D6E-1A5C101FA0D5}" dt="2024-05-02T14:46:16.679" v="106" actId="1076"/>
          <ac:spMkLst>
            <pc:docMk/>
            <pc:sldMk cId="1270679844" sldId="2146448170"/>
            <ac:spMk id="40" creationId="{190027D6-22E9-1F9B-2B23-562437A1FF21}"/>
          </ac:spMkLst>
        </pc:spChg>
        <pc:spChg chg="mod">
          <ac:chgData name="CESAR AUGUSTO GIRALDO GARCIA" userId="fd4b0cd1-972d-40c1-b832-dec5f95c97f1" providerId="ADAL" clId="{2CCE61A6-E26A-444B-8D6E-1A5C101FA0D5}" dt="2024-05-02T14:46:16.679" v="106" actId="1076"/>
          <ac:spMkLst>
            <pc:docMk/>
            <pc:sldMk cId="1270679844" sldId="2146448170"/>
            <ac:spMk id="42" creationId="{E188BBC6-E103-517F-2212-B481D669AB2D}"/>
          </ac:spMkLst>
        </pc:spChg>
        <pc:spChg chg="mod">
          <ac:chgData name="CESAR AUGUSTO GIRALDO GARCIA" userId="fd4b0cd1-972d-40c1-b832-dec5f95c97f1" providerId="ADAL" clId="{2CCE61A6-E26A-444B-8D6E-1A5C101FA0D5}" dt="2024-05-02T14:46:16.679" v="106" actId="1076"/>
          <ac:spMkLst>
            <pc:docMk/>
            <pc:sldMk cId="1270679844" sldId="2146448170"/>
            <ac:spMk id="43" creationId="{FD02EEDA-35A3-4C67-A2A3-88951D28E111}"/>
          </ac:spMkLst>
        </pc:spChg>
        <pc:spChg chg="mod">
          <ac:chgData name="CESAR AUGUSTO GIRALDO GARCIA" userId="fd4b0cd1-972d-40c1-b832-dec5f95c97f1" providerId="ADAL" clId="{2CCE61A6-E26A-444B-8D6E-1A5C101FA0D5}" dt="2024-05-02T15:00:32.356" v="135" actId="20577"/>
          <ac:spMkLst>
            <pc:docMk/>
            <pc:sldMk cId="1270679844" sldId="2146448170"/>
            <ac:spMk id="44" creationId="{78DCBBD4-A8E5-7F96-4DFC-D09A04DBBEDE}"/>
          </ac:spMkLst>
        </pc:spChg>
        <pc:picChg chg="mod">
          <ac:chgData name="CESAR AUGUSTO GIRALDO GARCIA" userId="fd4b0cd1-972d-40c1-b832-dec5f95c97f1" providerId="ADAL" clId="{2CCE61A6-E26A-444B-8D6E-1A5C101FA0D5}" dt="2024-05-02T14:46:16.679" v="106" actId="1076"/>
          <ac:picMkLst>
            <pc:docMk/>
            <pc:sldMk cId="1270679844" sldId="2146448170"/>
            <ac:picMk id="3" creationId="{81FD0924-FE39-A67D-53DB-F74D251ACAF2}"/>
          </ac:picMkLst>
        </pc:picChg>
        <pc:picChg chg="mod">
          <ac:chgData name="CESAR AUGUSTO GIRALDO GARCIA" userId="fd4b0cd1-972d-40c1-b832-dec5f95c97f1" providerId="ADAL" clId="{2CCE61A6-E26A-444B-8D6E-1A5C101FA0D5}" dt="2024-05-02T14:46:08.598" v="105" actId="1076"/>
          <ac:picMkLst>
            <pc:docMk/>
            <pc:sldMk cId="1270679844" sldId="2146448170"/>
            <ac:picMk id="4" creationId="{5D4EED46-F8FA-0EAF-8335-ECAAE826E6AD}"/>
          </ac:picMkLst>
        </pc:picChg>
        <pc:picChg chg="mod">
          <ac:chgData name="CESAR AUGUSTO GIRALDO GARCIA" userId="fd4b0cd1-972d-40c1-b832-dec5f95c97f1" providerId="ADAL" clId="{2CCE61A6-E26A-444B-8D6E-1A5C101FA0D5}" dt="2024-05-02T15:00:12.109" v="113" actId="1076"/>
          <ac:picMkLst>
            <pc:docMk/>
            <pc:sldMk cId="1270679844" sldId="2146448170"/>
            <ac:picMk id="12" creationId="{42EDF5CA-1480-F2F0-442E-7D0B9C0CA242}"/>
          </ac:picMkLst>
        </pc:picChg>
        <pc:picChg chg="mod">
          <ac:chgData name="CESAR AUGUSTO GIRALDO GARCIA" userId="fd4b0cd1-972d-40c1-b832-dec5f95c97f1" providerId="ADAL" clId="{2CCE61A6-E26A-444B-8D6E-1A5C101FA0D5}" dt="2024-05-02T15:00:12.109" v="113" actId="1076"/>
          <ac:picMkLst>
            <pc:docMk/>
            <pc:sldMk cId="1270679844" sldId="2146448170"/>
            <ac:picMk id="13" creationId="{86A4E005-C47E-1059-936E-6F506C232AD0}"/>
          </ac:picMkLst>
        </pc:picChg>
        <pc:picChg chg="mod">
          <ac:chgData name="CESAR AUGUSTO GIRALDO GARCIA" userId="fd4b0cd1-972d-40c1-b832-dec5f95c97f1" providerId="ADAL" clId="{2CCE61A6-E26A-444B-8D6E-1A5C101FA0D5}" dt="2024-05-02T15:00:12.109" v="113" actId="1076"/>
          <ac:picMkLst>
            <pc:docMk/>
            <pc:sldMk cId="1270679844" sldId="2146448170"/>
            <ac:picMk id="14" creationId="{111B7BC1-CA8B-323B-F3A1-974DB06DFC74}"/>
          </ac:picMkLst>
        </pc:picChg>
        <pc:picChg chg="mod">
          <ac:chgData name="CESAR AUGUSTO GIRALDO GARCIA" userId="fd4b0cd1-972d-40c1-b832-dec5f95c97f1" providerId="ADAL" clId="{2CCE61A6-E26A-444B-8D6E-1A5C101FA0D5}" dt="2024-05-02T15:00:12.109" v="113" actId="1076"/>
          <ac:picMkLst>
            <pc:docMk/>
            <pc:sldMk cId="1270679844" sldId="2146448170"/>
            <ac:picMk id="15" creationId="{0703623D-3FF8-6762-340B-294A58DBD238}"/>
          </ac:picMkLst>
        </pc:picChg>
        <pc:picChg chg="mod">
          <ac:chgData name="CESAR AUGUSTO GIRALDO GARCIA" userId="fd4b0cd1-972d-40c1-b832-dec5f95c97f1" providerId="ADAL" clId="{2CCE61A6-E26A-444B-8D6E-1A5C101FA0D5}" dt="2024-05-02T15:00:12.109" v="113" actId="1076"/>
          <ac:picMkLst>
            <pc:docMk/>
            <pc:sldMk cId="1270679844" sldId="2146448170"/>
            <ac:picMk id="16" creationId="{6A48164C-BF86-6BE9-85C2-AD140F19B465}"/>
          </ac:picMkLst>
        </pc:picChg>
        <pc:picChg chg="mod">
          <ac:chgData name="CESAR AUGUSTO GIRALDO GARCIA" userId="fd4b0cd1-972d-40c1-b832-dec5f95c97f1" providerId="ADAL" clId="{2CCE61A6-E26A-444B-8D6E-1A5C101FA0D5}" dt="2024-05-02T15:00:12.109" v="113" actId="1076"/>
          <ac:picMkLst>
            <pc:docMk/>
            <pc:sldMk cId="1270679844" sldId="2146448170"/>
            <ac:picMk id="17" creationId="{ABA5E3F8-2DAF-CD54-E574-9D41529EB6E1}"/>
          </ac:picMkLst>
        </pc:picChg>
        <pc:picChg chg="mod">
          <ac:chgData name="CESAR AUGUSTO GIRALDO GARCIA" userId="fd4b0cd1-972d-40c1-b832-dec5f95c97f1" providerId="ADAL" clId="{2CCE61A6-E26A-444B-8D6E-1A5C101FA0D5}" dt="2024-05-02T15:00:12.109" v="113" actId="1076"/>
          <ac:picMkLst>
            <pc:docMk/>
            <pc:sldMk cId="1270679844" sldId="2146448170"/>
            <ac:picMk id="18" creationId="{8A3A4822-2BE8-F32E-4DC2-71CF26BC9971}"/>
          </ac:picMkLst>
        </pc:picChg>
      </pc:sldChg>
      <pc:sldChg chg="addSp modSp mod modAnim">
        <pc:chgData name="CESAR AUGUSTO GIRALDO GARCIA" userId="fd4b0cd1-972d-40c1-b832-dec5f95c97f1" providerId="ADAL" clId="{2CCE61A6-E26A-444B-8D6E-1A5C101FA0D5}" dt="2024-05-02T15:05:50.809" v="193" actId="14100"/>
        <pc:sldMkLst>
          <pc:docMk/>
          <pc:sldMk cId="3465933353" sldId="2146448171"/>
        </pc:sldMkLst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4" creationId="{9087990C-6D32-505A-0F87-BA9219664A3E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19" creationId="{C4750901-B41D-8400-5362-D5D260181B52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20" creationId="{175377B3-2647-8F84-ED02-FBDF240C0297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36" creationId="{52B3D44C-5365-08DE-DD58-E6325218714A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37" creationId="{683536DB-F346-5883-1F9E-42D45FBE1446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38" creationId="{5F56BF3E-CB15-4A66-788A-E68B14EDE279}"/>
          </ac:spMkLst>
        </pc:spChg>
        <pc:spChg chg="mod">
          <ac:chgData name="CESAR AUGUSTO GIRALDO GARCIA" userId="fd4b0cd1-972d-40c1-b832-dec5f95c97f1" providerId="ADAL" clId="{2CCE61A6-E26A-444B-8D6E-1A5C101FA0D5}" dt="2024-05-02T15:02:24.208" v="155" actId="1076"/>
          <ac:spMkLst>
            <pc:docMk/>
            <pc:sldMk cId="3465933353" sldId="2146448171"/>
            <ac:spMk id="44" creationId="{78DCBBD4-A8E5-7F96-4DFC-D09A04DBBEDE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45" creationId="{AFAD918C-01DC-042C-FE13-342A2A1C3A4B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46" creationId="{5EE319C4-E919-606E-F639-CC2AF158D1BB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47" creationId="{6F208584-0275-9E06-D6EA-706B044C8680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48" creationId="{2F8ECC26-C22F-E3FA-8CBF-080130E0C9F3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49" creationId="{A3006E9B-28CC-70E8-3C2F-56D0C7491C60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50" creationId="{BE331F2C-7578-3799-64C5-0AA72BFD8554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51" creationId="{9EDAB7BB-AE96-A6B0-A6DC-5C83C25B7198}"/>
          </ac:spMkLst>
        </pc:spChg>
        <pc:spChg chg="mod">
          <ac:chgData name="CESAR AUGUSTO GIRALDO GARCIA" userId="fd4b0cd1-972d-40c1-b832-dec5f95c97f1" providerId="ADAL" clId="{2CCE61A6-E26A-444B-8D6E-1A5C101FA0D5}" dt="2024-05-02T15:05:41.041" v="177" actId="1076"/>
          <ac:spMkLst>
            <pc:docMk/>
            <pc:sldMk cId="3465933353" sldId="2146448171"/>
            <ac:spMk id="52" creationId="{B755AFED-28CF-2E59-BC73-A18C31B731D5}"/>
          </ac:spMkLst>
        </pc:spChg>
        <pc:spChg chg="mod">
          <ac:chgData name="CESAR AUGUSTO GIRALDO GARCIA" userId="fd4b0cd1-972d-40c1-b832-dec5f95c97f1" providerId="ADAL" clId="{2CCE61A6-E26A-444B-8D6E-1A5C101FA0D5}" dt="2024-05-02T15:04:52.963" v="174" actId="403"/>
          <ac:spMkLst>
            <pc:docMk/>
            <pc:sldMk cId="3465933353" sldId="2146448171"/>
            <ac:spMk id="53" creationId="{11F4B7C3-1C03-7819-8033-93F3CE0573FF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54" creationId="{477A5AD6-C9B4-3382-63A8-A411FA6978FC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55" creationId="{40CDE6B3-275D-D9D3-A2E6-0C8868E2E91D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56" creationId="{909B71B4-45DE-09D0-FDDE-B1DD2D71D715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57" creationId="{3479EDE4-FB94-339E-81A7-09A1C1C03038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58" creationId="{6F5D118D-8296-6BEB-7D2C-DBA283127466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59" creationId="{5F15FF40-B1B8-BD46-F4A0-4DE1097F6D19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60" creationId="{BB634E36-89CA-DACD-11BD-8FC90F981681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61" creationId="{1B2BC76D-59EB-27F5-1243-0110CD27E441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62" creationId="{01B90373-F366-EAA1-42E0-25AE7443A6F6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63" creationId="{0569BF41-E58A-62E2-BCD2-1311EE50CD6C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64" creationId="{25807D52-D59C-22CE-AC9A-90F50217BEEC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65" creationId="{154D4C77-13BA-9007-92CB-CFFCA04D7471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66" creationId="{63A21054-D6BE-D7F5-A009-4F506522AFF9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67" creationId="{1CAB4209-A0F0-1336-2DA7-2CDEB220F90E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68" creationId="{1CF3A8F4-50A5-680A-88D1-399CDE3AF167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69" creationId="{22801535-EDA3-FD08-33BB-29A3D7581616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70" creationId="{8D00A898-1FC2-0919-2605-1D3B8B5E988D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71" creationId="{B9079F15-763A-58B1-D9FA-F3F39868F9E7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72" creationId="{70556C92-AF5D-81FC-27C7-FB76904AF9F4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73" creationId="{7B0B16A1-6C33-97BB-6AE1-843DBBE8B38E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74" creationId="{1757F239-B4D0-A725-D3CE-666021580E41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75" creationId="{7F5B0DBE-EC97-0852-459A-5C1C0CF164EA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76" creationId="{C53D96B2-5197-EDD2-C3B9-BD9E81E8FB58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77" creationId="{B2CD2BA6-327F-1C1D-C7B7-CCD4DA180EC3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78" creationId="{7377B3B4-84F0-BB40-E499-080EFBAA6EA7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79" creationId="{3D9D68FC-38DA-CD34-D902-AA7623C449B3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80" creationId="{4ACA0B64-81BD-8A36-BB39-6A6B9E5F1A58}"/>
          </ac:spMkLst>
        </pc:spChg>
        <pc:spChg chg="mod">
          <ac:chgData name="CESAR AUGUSTO GIRALDO GARCIA" userId="fd4b0cd1-972d-40c1-b832-dec5f95c97f1" providerId="ADAL" clId="{2CCE61A6-E26A-444B-8D6E-1A5C101FA0D5}" dt="2024-05-02T15:03:20.927" v="161" actId="164"/>
          <ac:spMkLst>
            <pc:docMk/>
            <pc:sldMk cId="3465933353" sldId="2146448171"/>
            <ac:spMk id="81" creationId="{B6E50E4F-A7CC-65D1-F71C-408E8791D45D}"/>
          </ac:spMkLst>
        </pc:spChg>
        <pc:spChg chg="mod">
          <ac:chgData name="CESAR AUGUSTO GIRALDO GARCIA" userId="fd4b0cd1-972d-40c1-b832-dec5f95c97f1" providerId="ADAL" clId="{2CCE61A6-E26A-444B-8D6E-1A5C101FA0D5}" dt="2024-05-02T15:05:10.097" v="175" actId="1076"/>
          <ac:spMkLst>
            <pc:docMk/>
            <pc:sldMk cId="3465933353" sldId="2146448171"/>
            <ac:spMk id="82" creationId="{11F36D1A-AB0F-67F9-D036-45D787E37528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83" creationId="{90A8950C-C97C-BEB2-16DE-B743E9C28EE0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84" creationId="{F58E4189-2104-D1EA-4B84-28A6622829E9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85" creationId="{7F694399-4B55-6F0E-F13C-DF5BC2B452D3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86" creationId="{7947DDD1-DD9B-1B2B-B0FF-EC5A1D29912E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87" creationId="{4D76C98A-ECC1-3993-86CB-22EE2520037F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88" creationId="{9AEEEE63-11D0-5840-7192-4D9867A9505D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89" creationId="{C57E1F93-97F3-3D7E-628F-55D22FE75E6B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90" creationId="{A2E88BFD-3A26-EA3B-6BE8-358E6AFD700B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91" creationId="{EF1C2999-F0EB-48C4-3B5A-CDC83B278DF8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92" creationId="{3422301C-D43C-71D2-4AA4-A5A7C05769F1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93" creationId="{BE716ADA-AA91-2CE3-C5C3-FA3ADF901474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94" creationId="{8EEAFA3F-E3C6-9697-D6D1-2434C065AE43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95" creationId="{55A85D91-EF4D-5B5F-161D-E2DF897A3209}"/>
          </ac:spMkLst>
        </pc:spChg>
        <pc:spChg chg="mod">
          <ac:chgData name="CESAR AUGUSTO GIRALDO GARCIA" userId="fd4b0cd1-972d-40c1-b832-dec5f95c97f1" providerId="ADAL" clId="{2CCE61A6-E26A-444B-8D6E-1A5C101FA0D5}" dt="2024-05-02T15:04:52.963" v="174" actId="403"/>
          <ac:spMkLst>
            <pc:docMk/>
            <pc:sldMk cId="3465933353" sldId="2146448171"/>
            <ac:spMk id="96" creationId="{84337BB6-093B-2317-B7D5-0713318DD679}"/>
          </ac:spMkLst>
        </pc:spChg>
        <pc:spChg chg="mod">
          <ac:chgData name="CESAR AUGUSTO GIRALDO GARCIA" userId="fd4b0cd1-972d-40c1-b832-dec5f95c97f1" providerId="ADAL" clId="{2CCE61A6-E26A-444B-8D6E-1A5C101FA0D5}" dt="2024-05-02T15:04:52.963" v="174" actId="403"/>
          <ac:spMkLst>
            <pc:docMk/>
            <pc:sldMk cId="3465933353" sldId="2146448171"/>
            <ac:spMk id="97" creationId="{DDC32B08-25E7-1676-CECD-FE2B9E0BFBA0}"/>
          </ac:spMkLst>
        </pc:spChg>
        <pc:spChg chg="mod">
          <ac:chgData name="CESAR AUGUSTO GIRALDO GARCIA" userId="fd4b0cd1-972d-40c1-b832-dec5f95c97f1" providerId="ADAL" clId="{2CCE61A6-E26A-444B-8D6E-1A5C101FA0D5}" dt="2024-05-02T15:04:52.963" v="174" actId="403"/>
          <ac:spMkLst>
            <pc:docMk/>
            <pc:sldMk cId="3465933353" sldId="2146448171"/>
            <ac:spMk id="98" creationId="{0A87FB5E-8C55-2738-25C2-7631F0AE24D8}"/>
          </ac:spMkLst>
        </pc:spChg>
        <pc:spChg chg="mod">
          <ac:chgData name="CESAR AUGUSTO GIRALDO GARCIA" userId="fd4b0cd1-972d-40c1-b832-dec5f95c97f1" providerId="ADAL" clId="{2CCE61A6-E26A-444B-8D6E-1A5C101FA0D5}" dt="2024-05-02T15:05:50.809" v="193" actId="14100"/>
          <ac:spMkLst>
            <pc:docMk/>
            <pc:sldMk cId="3465933353" sldId="2146448171"/>
            <ac:spMk id="99" creationId="{0FA15528-16EE-000D-B847-F5963A28D54B}"/>
          </ac:spMkLst>
        </pc:spChg>
        <pc:spChg chg="mod">
          <ac:chgData name="CESAR AUGUSTO GIRALDO GARCIA" userId="fd4b0cd1-972d-40c1-b832-dec5f95c97f1" providerId="ADAL" clId="{2CCE61A6-E26A-444B-8D6E-1A5C101FA0D5}" dt="2024-05-02T15:05:41.041" v="177" actId="1076"/>
          <ac:spMkLst>
            <pc:docMk/>
            <pc:sldMk cId="3465933353" sldId="2146448171"/>
            <ac:spMk id="100" creationId="{AC658556-B885-19F5-C666-D994FB636147}"/>
          </ac:spMkLst>
        </pc:spChg>
        <pc:spChg chg="mod">
          <ac:chgData name="CESAR AUGUSTO GIRALDO GARCIA" userId="fd4b0cd1-972d-40c1-b832-dec5f95c97f1" providerId="ADAL" clId="{2CCE61A6-E26A-444B-8D6E-1A5C101FA0D5}" dt="2024-05-02T15:03:09.590" v="158" actId="164"/>
          <ac:spMkLst>
            <pc:docMk/>
            <pc:sldMk cId="3465933353" sldId="2146448171"/>
            <ac:spMk id="101" creationId="{229854D1-7EB9-D0DD-32B9-4834321657DD}"/>
          </ac:spMkLst>
        </pc:spChg>
        <pc:spChg chg="mod">
          <ac:chgData name="CESAR AUGUSTO GIRALDO GARCIA" userId="fd4b0cd1-972d-40c1-b832-dec5f95c97f1" providerId="ADAL" clId="{2CCE61A6-E26A-444B-8D6E-1A5C101FA0D5}" dt="2024-05-02T15:05:41.041" v="177" actId="1076"/>
          <ac:spMkLst>
            <pc:docMk/>
            <pc:sldMk cId="3465933353" sldId="2146448171"/>
            <ac:spMk id="102" creationId="{4F0616BC-6043-4291-888A-13BE1A1A63C4}"/>
          </ac:spMkLst>
        </pc:spChg>
        <pc:spChg chg="mod">
          <ac:chgData name="CESAR AUGUSTO GIRALDO GARCIA" userId="fd4b0cd1-972d-40c1-b832-dec5f95c97f1" providerId="ADAL" clId="{2CCE61A6-E26A-444B-8D6E-1A5C101FA0D5}" dt="2024-05-02T15:05:41.041" v="177" actId="1076"/>
          <ac:spMkLst>
            <pc:docMk/>
            <pc:sldMk cId="3465933353" sldId="2146448171"/>
            <ac:spMk id="103" creationId="{5D4E1E54-CF14-DB90-533F-A7F805562D06}"/>
          </ac:spMkLst>
        </pc:spChg>
        <pc:grpChg chg="add mod">
          <ac:chgData name="CESAR AUGUSTO GIRALDO GARCIA" userId="fd4b0cd1-972d-40c1-b832-dec5f95c97f1" providerId="ADAL" clId="{2CCE61A6-E26A-444B-8D6E-1A5C101FA0D5}" dt="2024-05-02T15:03:20.927" v="161" actId="164"/>
          <ac:grpSpMkLst>
            <pc:docMk/>
            <pc:sldMk cId="3465933353" sldId="2146448171"/>
            <ac:grpSpMk id="3" creationId="{F16248B3-543B-679D-D080-473C2CD93114}"/>
          </ac:grpSpMkLst>
        </pc:grpChg>
        <pc:grpChg chg="add mod">
          <ac:chgData name="CESAR AUGUSTO GIRALDO GARCIA" userId="fd4b0cd1-972d-40c1-b832-dec5f95c97f1" providerId="ADAL" clId="{2CCE61A6-E26A-444B-8D6E-1A5C101FA0D5}" dt="2024-05-02T15:03:27.728" v="162" actId="1076"/>
          <ac:grpSpMkLst>
            <pc:docMk/>
            <pc:sldMk cId="3465933353" sldId="2146448171"/>
            <ac:grpSpMk id="5" creationId="{DB6C5A3F-5C17-922A-D373-B578F373E027}"/>
          </ac:grpSpMkLst>
        </pc:grpChg>
      </pc:sldChg>
      <pc:sldChg chg="modSp mod">
        <pc:chgData name="CESAR AUGUSTO GIRALDO GARCIA" userId="fd4b0cd1-972d-40c1-b832-dec5f95c97f1" providerId="ADAL" clId="{2CCE61A6-E26A-444B-8D6E-1A5C101FA0D5}" dt="2024-05-02T15:52:38.304" v="723" actId="1076"/>
        <pc:sldMkLst>
          <pc:docMk/>
          <pc:sldMk cId="624537919" sldId="2146448172"/>
        </pc:sldMkLst>
        <pc:spChg chg="mod">
          <ac:chgData name="CESAR AUGUSTO GIRALDO GARCIA" userId="fd4b0cd1-972d-40c1-b832-dec5f95c97f1" providerId="ADAL" clId="{2CCE61A6-E26A-444B-8D6E-1A5C101FA0D5}" dt="2024-05-02T15:52:38.304" v="723" actId="1076"/>
          <ac:spMkLst>
            <pc:docMk/>
            <pc:sldMk cId="624537919" sldId="2146448172"/>
            <ac:spMk id="4" creationId="{C6441C22-16FA-B412-9571-A7846C38A804}"/>
          </ac:spMkLst>
        </pc:spChg>
        <pc:spChg chg="mod">
          <ac:chgData name="CESAR AUGUSTO GIRALDO GARCIA" userId="fd4b0cd1-972d-40c1-b832-dec5f95c97f1" providerId="ADAL" clId="{2CCE61A6-E26A-444B-8D6E-1A5C101FA0D5}" dt="2024-05-02T15:52:38.304" v="723" actId="1076"/>
          <ac:spMkLst>
            <pc:docMk/>
            <pc:sldMk cId="624537919" sldId="2146448172"/>
            <ac:spMk id="6" creationId="{8F1AE34D-F963-7B23-AF25-55D425D577C6}"/>
          </ac:spMkLst>
        </pc:spChg>
        <pc:spChg chg="mod">
          <ac:chgData name="CESAR AUGUSTO GIRALDO GARCIA" userId="fd4b0cd1-972d-40c1-b832-dec5f95c97f1" providerId="ADAL" clId="{2CCE61A6-E26A-444B-8D6E-1A5C101FA0D5}" dt="2024-05-02T15:52:38.304" v="723" actId="1076"/>
          <ac:spMkLst>
            <pc:docMk/>
            <pc:sldMk cId="624537919" sldId="2146448172"/>
            <ac:spMk id="10" creationId="{757CD53E-36A7-2769-3D62-548294143C94}"/>
          </ac:spMkLst>
        </pc:spChg>
        <pc:spChg chg="mod">
          <ac:chgData name="CESAR AUGUSTO GIRALDO GARCIA" userId="fd4b0cd1-972d-40c1-b832-dec5f95c97f1" providerId="ADAL" clId="{2CCE61A6-E26A-444B-8D6E-1A5C101FA0D5}" dt="2024-05-02T15:52:38.304" v="723" actId="1076"/>
          <ac:spMkLst>
            <pc:docMk/>
            <pc:sldMk cId="624537919" sldId="2146448172"/>
            <ac:spMk id="11" creationId="{CEAD8EAB-1825-A5E9-25C1-011D62C8B732}"/>
          </ac:spMkLst>
        </pc:spChg>
        <pc:spChg chg="mod">
          <ac:chgData name="CESAR AUGUSTO GIRALDO GARCIA" userId="fd4b0cd1-972d-40c1-b832-dec5f95c97f1" providerId="ADAL" clId="{2CCE61A6-E26A-444B-8D6E-1A5C101FA0D5}" dt="2024-05-02T15:52:38.304" v="723" actId="1076"/>
          <ac:spMkLst>
            <pc:docMk/>
            <pc:sldMk cId="624537919" sldId="2146448172"/>
            <ac:spMk id="12" creationId="{261540FF-2EAB-9D0B-9812-533CE48C4ACA}"/>
          </ac:spMkLst>
        </pc:spChg>
        <pc:spChg chg="mod">
          <ac:chgData name="CESAR AUGUSTO GIRALDO GARCIA" userId="fd4b0cd1-972d-40c1-b832-dec5f95c97f1" providerId="ADAL" clId="{2CCE61A6-E26A-444B-8D6E-1A5C101FA0D5}" dt="2024-05-02T15:52:38.304" v="723" actId="1076"/>
          <ac:spMkLst>
            <pc:docMk/>
            <pc:sldMk cId="624537919" sldId="2146448172"/>
            <ac:spMk id="13" creationId="{9704C826-0ECE-8523-FAD5-4620F7D89892}"/>
          </ac:spMkLst>
        </pc:spChg>
        <pc:spChg chg="mod">
          <ac:chgData name="CESAR AUGUSTO GIRALDO GARCIA" userId="fd4b0cd1-972d-40c1-b832-dec5f95c97f1" providerId="ADAL" clId="{2CCE61A6-E26A-444B-8D6E-1A5C101FA0D5}" dt="2024-05-02T15:52:38.304" v="723" actId="1076"/>
          <ac:spMkLst>
            <pc:docMk/>
            <pc:sldMk cId="624537919" sldId="2146448172"/>
            <ac:spMk id="22" creationId="{204B31D4-58EB-DC29-D244-D6DB0EE55284}"/>
          </ac:spMkLst>
        </pc:spChg>
        <pc:spChg chg="mod">
          <ac:chgData name="CESAR AUGUSTO GIRALDO GARCIA" userId="fd4b0cd1-972d-40c1-b832-dec5f95c97f1" providerId="ADAL" clId="{2CCE61A6-E26A-444B-8D6E-1A5C101FA0D5}" dt="2024-05-02T15:52:38.304" v="723" actId="1076"/>
          <ac:spMkLst>
            <pc:docMk/>
            <pc:sldMk cId="624537919" sldId="2146448172"/>
            <ac:spMk id="23" creationId="{948A2DDE-8E6D-2330-407F-A7E7DB563A3D}"/>
          </ac:spMkLst>
        </pc:spChg>
        <pc:spChg chg="mod">
          <ac:chgData name="CESAR AUGUSTO GIRALDO GARCIA" userId="fd4b0cd1-972d-40c1-b832-dec5f95c97f1" providerId="ADAL" clId="{2CCE61A6-E26A-444B-8D6E-1A5C101FA0D5}" dt="2024-05-02T15:52:38.304" v="723" actId="1076"/>
          <ac:spMkLst>
            <pc:docMk/>
            <pc:sldMk cId="624537919" sldId="2146448172"/>
            <ac:spMk id="24" creationId="{D3DFDF57-8236-9DE7-401E-88A654027CFD}"/>
          </ac:spMkLst>
        </pc:spChg>
        <pc:spChg chg="mod">
          <ac:chgData name="CESAR AUGUSTO GIRALDO GARCIA" userId="fd4b0cd1-972d-40c1-b832-dec5f95c97f1" providerId="ADAL" clId="{2CCE61A6-E26A-444B-8D6E-1A5C101FA0D5}" dt="2024-05-02T15:52:38.304" v="723" actId="1076"/>
          <ac:spMkLst>
            <pc:docMk/>
            <pc:sldMk cId="624537919" sldId="2146448172"/>
            <ac:spMk id="25" creationId="{5F7146B3-34EB-6F5E-755C-495FD5FCA941}"/>
          </ac:spMkLst>
        </pc:spChg>
        <pc:spChg chg="mod">
          <ac:chgData name="CESAR AUGUSTO GIRALDO GARCIA" userId="fd4b0cd1-972d-40c1-b832-dec5f95c97f1" providerId="ADAL" clId="{2CCE61A6-E26A-444B-8D6E-1A5C101FA0D5}" dt="2024-05-02T15:52:38.304" v="723" actId="1076"/>
          <ac:spMkLst>
            <pc:docMk/>
            <pc:sldMk cId="624537919" sldId="2146448172"/>
            <ac:spMk id="27" creationId="{88F405BC-A764-EEF4-2CED-6B5B04521525}"/>
          </ac:spMkLst>
        </pc:spChg>
        <pc:spChg chg="mod">
          <ac:chgData name="CESAR AUGUSTO GIRALDO GARCIA" userId="fd4b0cd1-972d-40c1-b832-dec5f95c97f1" providerId="ADAL" clId="{2CCE61A6-E26A-444B-8D6E-1A5C101FA0D5}" dt="2024-05-02T15:52:38.304" v="723" actId="1076"/>
          <ac:spMkLst>
            <pc:docMk/>
            <pc:sldMk cId="624537919" sldId="2146448172"/>
            <ac:spMk id="28" creationId="{46E9F83D-3624-1546-AA0E-67652EFC6190}"/>
          </ac:spMkLst>
        </pc:spChg>
        <pc:spChg chg="mod">
          <ac:chgData name="CESAR AUGUSTO GIRALDO GARCIA" userId="fd4b0cd1-972d-40c1-b832-dec5f95c97f1" providerId="ADAL" clId="{2CCE61A6-E26A-444B-8D6E-1A5C101FA0D5}" dt="2024-05-02T15:52:38.304" v="723" actId="1076"/>
          <ac:spMkLst>
            <pc:docMk/>
            <pc:sldMk cId="624537919" sldId="2146448172"/>
            <ac:spMk id="30" creationId="{261F4F8F-4501-9A38-1B7A-2AF9DF941552}"/>
          </ac:spMkLst>
        </pc:spChg>
        <pc:spChg chg="mod">
          <ac:chgData name="CESAR AUGUSTO GIRALDO GARCIA" userId="fd4b0cd1-972d-40c1-b832-dec5f95c97f1" providerId="ADAL" clId="{2CCE61A6-E26A-444B-8D6E-1A5C101FA0D5}" dt="2024-05-02T15:52:38.304" v="723" actId="1076"/>
          <ac:spMkLst>
            <pc:docMk/>
            <pc:sldMk cId="624537919" sldId="2146448172"/>
            <ac:spMk id="31" creationId="{8CCFB6A6-5821-7944-52CD-16394D553CDD}"/>
          </ac:spMkLst>
        </pc:spChg>
        <pc:grpChg chg="mod">
          <ac:chgData name="CESAR AUGUSTO GIRALDO GARCIA" userId="fd4b0cd1-972d-40c1-b832-dec5f95c97f1" providerId="ADAL" clId="{2CCE61A6-E26A-444B-8D6E-1A5C101FA0D5}" dt="2024-05-02T15:52:38.304" v="723" actId="1076"/>
          <ac:grpSpMkLst>
            <pc:docMk/>
            <pc:sldMk cId="624537919" sldId="2146448172"/>
            <ac:grpSpMk id="2" creationId="{DD2D682F-83F4-CAAE-C925-22BC04505DCA}"/>
          </ac:grpSpMkLst>
        </pc:grpChg>
        <pc:cxnChg chg="mod">
          <ac:chgData name="CESAR AUGUSTO GIRALDO GARCIA" userId="fd4b0cd1-972d-40c1-b832-dec5f95c97f1" providerId="ADAL" clId="{2CCE61A6-E26A-444B-8D6E-1A5C101FA0D5}" dt="2024-05-02T15:52:38.304" v="723" actId="1076"/>
          <ac:cxnSpMkLst>
            <pc:docMk/>
            <pc:sldMk cId="624537919" sldId="2146448172"/>
            <ac:cxnSpMk id="3" creationId="{1ACD5E75-DAF2-16F5-18A7-1F460C8DDA74}"/>
          </ac:cxnSpMkLst>
        </pc:cxnChg>
        <pc:cxnChg chg="mod">
          <ac:chgData name="CESAR AUGUSTO GIRALDO GARCIA" userId="fd4b0cd1-972d-40c1-b832-dec5f95c97f1" providerId="ADAL" clId="{2CCE61A6-E26A-444B-8D6E-1A5C101FA0D5}" dt="2024-05-02T15:52:38.304" v="723" actId="1076"/>
          <ac:cxnSpMkLst>
            <pc:docMk/>
            <pc:sldMk cId="624537919" sldId="2146448172"/>
            <ac:cxnSpMk id="5" creationId="{B2D261A0-6246-4AA9-3816-0D610C246D6C}"/>
          </ac:cxnSpMkLst>
        </pc:cxnChg>
        <pc:cxnChg chg="mod">
          <ac:chgData name="CESAR AUGUSTO GIRALDO GARCIA" userId="fd4b0cd1-972d-40c1-b832-dec5f95c97f1" providerId="ADAL" clId="{2CCE61A6-E26A-444B-8D6E-1A5C101FA0D5}" dt="2024-05-02T15:52:38.304" v="723" actId="1076"/>
          <ac:cxnSpMkLst>
            <pc:docMk/>
            <pc:sldMk cId="624537919" sldId="2146448172"/>
            <ac:cxnSpMk id="7" creationId="{8E53ADA3-2C0D-1E37-9E6F-7C6C1CE0D9E8}"/>
          </ac:cxnSpMkLst>
        </pc:cxnChg>
        <pc:cxnChg chg="mod">
          <ac:chgData name="CESAR AUGUSTO GIRALDO GARCIA" userId="fd4b0cd1-972d-40c1-b832-dec5f95c97f1" providerId="ADAL" clId="{2CCE61A6-E26A-444B-8D6E-1A5C101FA0D5}" dt="2024-05-02T15:52:38.304" v="723" actId="1076"/>
          <ac:cxnSpMkLst>
            <pc:docMk/>
            <pc:sldMk cId="624537919" sldId="2146448172"/>
            <ac:cxnSpMk id="21" creationId="{4AF96B49-8F5D-E64B-E390-BF1EE7B9C037}"/>
          </ac:cxnSpMkLst>
        </pc:cxnChg>
        <pc:cxnChg chg="mod">
          <ac:chgData name="CESAR AUGUSTO GIRALDO GARCIA" userId="fd4b0cd1-972d-40c1-b832-dec5f95c97f1" providerId="ADAL" clId="{2CCE61A6-E26A-444B-8D6E-1A5C101FA0D5}" dt="2024-05-02T15:52:38.304" v="723" actId="1076"/>
          <ac:cxnSpMkLst>
            <pc:docMk/>
            <pc:sldMk cId="624537919" sldId="2146448172"/>
            <ac:cxnSpMk id="29" creationId="{AF7C0186-D3F7-8861-4253-027D614AC163}"/>
          </ac:cxnSpMkLst>
        </pc:cxnChg>
      </pc:sldChg>
      <pc:sldChg chg="addSp delSp modSp mod">
        <pc:chgData name="CESAR AUGUSTO GIRALDO GARCIA" userId="fd4b0cd1-972d-40c1-b832-dec5f95c97f1" providerId="ADAL" clId="{2CCE61A6-E26A-444B-8D6E-1A5C101FA0D5}" dt="2024-05-02T15:49:37.702" v="687" actId="20577"/>
        <pc:sldMkLst>
          <pc:docMk/>
          <pc:sldMk cId="491446947" sldId="2146448182"/>
        </pc:sldMkLst>
        <pc:spChg chg="del">
          <ac:chgData name="CESAR AUGUSTO GIRALDO GARCIA" userId="fd4b0cd1-972d-40c1-b832-dec5f95c97f1" providerId="ADAL" clId="{2CCE61A6-E26A-444B-8D6E-1A5C101FA0D5}" dt="2024-05-02T15:06:12.771" v="194" actId="478"/>
          <ac:spMkLst>
            <pc:docMk/>
            <pc:sldMk cId="491446947" sldId="2146448182"/>
            <ac:spMk id="2" creationId="{91E14F88-4B6B-4B32-BE23-408723095303}"/>
          </ac:spMkLst>
        </pc:spChg>
        <pc:spChg chg="mod">
          <ac:chgData name="CESAR AUGUSTO GIRALDO GARCIA" userId="fd4b0cd1-972d-40c1-b832-dec5f95c97f1" providerId="ADAL" clId="{2CCE61A6-E26A-444B-8D6E-1A5C101FA0D5}" dt="2024-05-02T15:48:45.674" v="681" actId="20577"/>
          <ac:spMkLst>
            <pc:docMk/>
            <pc:sldMk cId="491446947" sldId="2146448182"/>
            <ac:spMk id="3" creationId="{00EA6C32-5DE9-59D4-698B-AF812F292AA9}"/>
          </ac:spMkLst>
        </pc:spChg>
        <pc:spChg chg="add mod">
          <ac:chgData name="CESAR AUGUSTO GIRALDO GARCIA" userId="fd4b0cd1-972d-40c1-b832-dec5f95c97f1" providerId="ADAL" clId="{2CCE61A6-E26A-444B-8D6E-1A5C101FA0D5}" dt="2024-05-02T15:45:33.683" v="630" actId="1076"/>
          <ac:spMkLst>
            <pc:docMk/>
            <pc:sldMk cId="491446947" sldId="2146448182"/>
            <ac:spMk id="4" creationId="{B027EE12-DC81-E266-F95E-BACBF818645A}"/>
          </ac:spMkLst>
        </pc:spChg>
        <pc:spChg chg="add mod">
          <ac:chgData name="CESAR AUGUSTO GIRALDO GARCIA" userId="fd4b0cd1-972d-40c1-b832-dec5f95c97f1" providerId="ADAL" clId="{2CCE61A6-E26A-444B-8D6E-1A5C101FA0D5}" dt="2024-05-02T15:45:33.683" v="630" actId="1076"/>
          <ac:spMkLst>
            <pc:docMk/>
            <pc:sldMk cId="491446947" sldId="2146448182"/>
            <ac:spMk id="5" creationId="{CA27ADDC-5DF7-F7A1-6627-E4ECD9A4D83B}"/>
          </ac:spMkLst>
        </pc:spChg>
        <pc:spChg chg="add mod">
          <ac:chgData name="CESAR AUGUSTO GIRALDO GARCIA" userId="fd4b0cd1-972d-40c1-b832-dec5f95c97f1" providerId="ADAL" clId="{2CCE61A6-E26A-444B-8D6E-1A5C101FA0D5}" dt="2024-05-02T15:49:32.148" v="685" actId="20577"/>
          <ac:spMkLst>
            <pc:docMk/>
            <pc:sldMk cId="491446947" sldId="2146448182"/>
            <ac:spMk id="8" creationId="{12F9343F-524D-D506-0DD5-718E35EF696A}"/>
          </ac:spMkLst>
        </pc:spChg>
        <pc:spChg chg="add mod">
          <ac:chgData name="CESAR AUGUSTO GIRALDO GARCIA" userId="fd4b0cd1-972d-40c1-b832-dec5f95c97f1" providerId="ADAL" clId="{2CCE61A6-E26A-444B-8D6E-1A5C101FA0D5}" dt="2024-05-02T15:49:37.702" v="687" actId="20577"/>
          <ac:spMkLst>
            <pc:docMk/>
            <pc:sldMk cId="491446947" sldId="2146448182"/>
            <ac:spMk id="14" creationId="{22CFAA50-E630-CE0E-E993-6C61B3932677}"/>
          </ac:spMkLst>
        </pc:spChg>
        <pc:spChg chg="add mod">
          <ac:chgData name="CESAR AUGUSTO GIRALDO GARCIA" userId="fd4b0cd1-972d-40c1-b832-dec5f95c97f1" providerId="ADAL" clId="{2CCE61A6-E26A-444B-8D6E-1A5C101FA0D5}" dt="2024-05-02T15:45:33.683" v="630" actId="1076"/>
          <ac:spMkLst>
            <pc:docMk/>
            <pc:sldMk cId="491446947" sldId="2146448182"/>
            <ac:spMk id="15" creationId="{E848CF1B-D809-2087-9D34-6C2820B89B01}"/>
          </ac:spMkLst>
        </pc:spChg>
        <pc:spChg chg="add del mod">
          <ac:chgData name="CESAR AUGUSTO GIRALDO GARCIA" userId="fd4b0cd1-972d-40c1-b832-dec5f95c97f1" providerId="ADAL" clId="{2CCE61A6-E26A-444B-8D6E-1A5C101FA0D5}" dt="2024-05-02T15:36:40.251" v="423" actId="478"/>
          <ac:spMkLst>
            <pc:docMk/>
            <pc:sldMk cId="491446947" sldId="2146448182"/>
            <ac:spMk id="18" creationId="{55665568-28E4-A694-E0D1-209C277B08CB}"/>
          </ac:spMkLst>
        </pc:spChg>
        <pc:spChg chg="add mod">
          <ac:chgData name="CESAR AUGUSTO GIRALDO GARCIA" userId="fd4b0cd1-972d-40c1-b832-dec5f95c97f1" providerId="ADAL" clId="{2CCE61A6-E26A-444B-8D6E-1A5C101FA0D5}" dt="2024-05-02T15:45:33.683" v="630" actId="1076"/>
          <ac:spMkLst>
            <pc:docMk/>
            <pc:sldMk cId="491446947" sldId="2146448182"/>
            <ac:spMk id="22" creationId="{B8767C66-48D8-7B77-63FE-C89648BF473D}"/>
          </ac:spMkLst>
        </pc:spChg>
        <pc:spChg chg="add mod">
          <ac:chgData name="CESAR AUGUSTO GIRALDO GARCIA" userId="fd4b0cd1-972d-40c1-b832-dec5f95c97f1" providerId="ADAL" clId="{2CCE61A6-E26A-444B-8D6E-1A5C101FA0D5}" dt="2024-05-02T15:45:37.744" v="631" actId="1076"/>
          <ac:spMkLst>
            <pc:docMk/>
            <pc:sldMk cId="491446947" sldId="2146448182"/>
            <ac:spMk id="26" creationId="{BF8D6FD8-718C-E341-F4FD-84B67D01578D}"/>
          </ac:spMkLst>
        </pc:spChg>
        <pc:spChg chg="add mod">
          <ac:chgData name="CESAR AUGUSTO GIRALDO GARCIA" userId="fd4b0cd1-972d-40c1-b832-dec5f95c97f1" providerId="ADAL" clId="{2CCE61A6-E26A-444B-8D6E-1A5C101FA0D5}" dt="2024-05-02T15:45:42.606" v="632" actId="1076"/>
          <ac:spMkLst>
            <pc:docMk/>
            <pc:sldMk cId="491446947" sldId="2146448182"/>
            <ac:spMk id="29" creationId="{25DCBACC-4A64-050A-8BF5-C47E0E4AD3BA}"/>
          </ac:spMkLst>
        </pc:spChg>
        <pc:spChg chg="add mod">
          <ac:chgData name="CESAR AUGUSTO GIRALDO GARCIA" userId="fd4b0cd1-972d-40c1-b832-dec5f95c97f1" providerId="ADAL" clId="{2CCE61A6-E26A-444B-8D6E-1A5C101FA0D5}" dt="2024-05-02T15:45:33.683" v="630" actId="1076"/>
          <ac:spMkLst>
            <pc:docMk/>
            <pc:sldMk cId="491446947" sldId="2146448182"/>
            <ac:spMk id="30" creationId="{72C1A3E3-BE81-8F7D-50A5-394F747C6D6A}"/>
          </ac:spMkLst>
        </pc:spChg>
        <pc:spChg chg="add mod">
          <ac:chgData name="CESAR AUGUSTO GIRALDO GARCIA" userId="fd4b0cd1-972d-40c1-b832-dec5f95c97f1" providerId="ADAL" clId="{2CCE61A6-E26A-444B-8D6E-1A5C101FA0D5}" dt="2024-05-02T15:47:02.420" v="672" actId="1076"/>
          <ac:spMkLst>
            <pc:docMk/>
            <pc:sldMk cId="491446947" sldId="2146448182"/>
            <ac:spMk id="34" creationId="{D85A940F-52EC-9DFC-A8CF-BB0B2B76C7F9}"/>
          </ac:spMkLst>
        </pc:spChg>
        <pc:spChg chg="add mod">
          <ac:chgData name="CESAR AUGUSTO GIRALDO GARCIA" userId="fd4b0cd1-972d-40c1-b832-dec5f95c97f1" providerId="ADAL" clId="{2CCE61A6-E26A-444B-8D6E-1A5C101FA0D5}" dt="2024-05-02T15:49:28.312" v="683" actId="20577"/>
          <ac:spMkLst>
            <pc:docMk/>
            <pc:sldMk cId="491446947" sldId="2146448182"/>
            <ac:spMk id="38" creationId="{F159582D-8A27-4232-9F17-B3BC74A15F02}"/>
          </ac:spMkLst>
        </pc:spChg>
        <pc:cxnChg chg="add mod">
          <ac:chgData name="CESAR AUGUSTO GIRALDO GARCIA" userId="fd4b0cd1-972d-40c1-b832-dec5f95c97f1" providerId="ADAL" clId="{2CCE61A6-E26A-444B-8D6E-1A5C101FA0D5}" dt="2024-05-02T15:45:33.683" v="630" actId="1076"/>
          <ac:cxnSpMkLst>
            <pc:docMk/>
            <pc:sldMk cId="491446947" sldId="2146448182"/>
            <ac:cxnSpMk id="7" creationId="{35179D5B-DCA2-135C-0FEA-F6F3444AB5D5}"/>
          </ac:cxnSpMkLst>
        </pc:cxnChg>
        <pc:cxnChg chg="add mod">
          <ac:chgData name="CESAR AUGUSTO GIRALDO GARCIA" userId="fd4b0cd1-972d-40c1-b832-dec5f95c97f1" providerId="ADAL" clId="{2CCE61A6-E26A-444B-8D6E-1A5C101FA0D5}" dt="2024-05-02T15:45:33.683" v="630" actId="1076"/>
          <ac:cxnSpMkLst>
            <pc:docMk/>
            <pc:sldMk cId="491446947" sldId="2146448182"/>
            <ac:cxnSpMk id="10" creationId="{302E481C-5098-EEDF-F90F-2CC1BBB1853C}"/>
          </ac:cxnSpMkLst>
        </pc:cxnChg>
        <pc:cxnChg chg="add del mod">
          <ac:chgData name="CESAR AUGUSTO GIRALDO GARCIA" userId="fd4b0cd1-972d-40c1-b832-dec5f95c97f1" providerId="ADAL" clId="{2CCE61A6-E26A-444B-8D6E-1A5C101FA0D5}" dt="2024-05-02T15:42:22.882" v="606" actId="478"/>
          <ac:cxnSpMkLst>
            <pc:docMk/>
            <pc:sldMk cId="491446947" sldId="2146448182"/>
            <ac:cxnSpMk id="13" creationId="{8EEB2844-CD8E-7B4A-3808-AD639B77E036}"/>
          </ac:cxnSpMkLst>
        </pc:cxnChg>
        <pc:cxnChg chg="add mod">
          <ac:chgData name="CESAR AUGUSTO GIRALDO GARCIA" userId="fd4b0cd1-972d-40c1-b832-dec5f95c97f1" providerId="ADAL" clId="{2CCE61A6-E26A-444B-8D6E-1A5C101FA0D5}" dt="2024-05-02T15:45:33.683" v="630" actId="1076"/>
          <ac:cxnSpMkLst>
            <pc:docMk/>
            <pc:sldMk cId="491446947" sldId="2146448182"/>
            <ac:cxnSpMk id="17" creationId="{A0AA1BD3-60B9-00BD-8665-037D66FEB837}"/>
          </ac:cxnSpMkLst>
        </pc:cxnChg>
        <pc:cxnChg chg="add del mod">
          <ac:chgData name="CESAR AUGUSTO GIRALDO GARCIA" userId="fd4b0cd1-972d-40c1-b832-dec5f95c97f1" providerId="ADAL" clId="{2CCE61A6-E26A-444B-8D6E-1A5C101FA0D5}" dt="2024-05-02T15:36:39.635" v="422" actId="478"/>
          <ac:cxnSpMkLst>
            <pc:docMk/>
            <pc:sldMk cId="491446947" sldId="2146448182"/>
            <ac:cxnSpMk id="19" creationId="{5F11E04D-8C40-2F22-C057-5B11806EB944}"/>
          </ac:cxnSpMkLst>
        </pc:cxnChg>
        <pc:cxnChg chg="add mod">
          <ac:chgData name="CESAR AUGUSTO GIRALDO GARCIA" userId="fd4b0cd1-972d-40c1-b832-dec5f95c97f1" providerId="ADAL" clId="{2CCE61A6-E26A-444B-8D6E-1A5C101FA0D5}" dt="2024-05-02T15:45:33.683" v="630" actId="1076"/>
          <ac:cxnSpMkLst>
            <pc:docMk/>
            <pc:sldMk cId="491446947" sldId="2146448182"/>
            <ac:cxnSpMk id="23" creationId="{2A6C64A6-7321-4E48-019F-1607B2E64659}"/>
          </ac:cxnSpMkLst>
        </pc:cxnChg>
        <pc:cxnChg chg="add mod">
          <ac:chgData name="CESAR AUGUSTO GIRALDO GARCIA" userId="fd4b0cd1-972d-40c1-b832-dec5f95c97f1" providerId="ADAL" clId="{2CCE61A6-E26A-444B-8D6E-1A5C101FA0D5}" dt="2024-05-02T15:45:37.744" v="631" actId="1076"/>
          <ac:cxnSpMkLst>
            <pc:docMk/>
            <pc:sldMk cId="491446947" sldId="2146448182"/>
            <ac:cxnSpMk id="28" creationId="{90B058E8-5FC9-C65A-8901-37F3B5842C2B}"/>
          </ac:cxnSpMkLst>
        </pc:cxnChg>
        <pc:cxnChg chg="add mod">
          <ac:chgData name="CESAR AUGUSTO GIRALDO GARCIA" userId="fd4b0cd1-972d-40c1-b832-dec5f95c97f1" providerId="ADAL" clId="{2CCE61A6-E26A-444B-8D6E-1A5C101FA0D5}" dt="2024-05-02T15:47:02.420" v="672" actId="1076"/>
          <ac:cxnSpMkLst>
            <pc:docMk/>
            <pc:sldMk cId="491446947" sldId="2146448182"/>
            <ac:cxnSpMk id="36" creationId="{852DCC4F-1220-6E0A-F4F4-FF170C534234}"/>
          </ac:cxnSpMkLst>
        </pc:cxnChg>
        <pc:cxnChg chg="add mod">
          <ac:chgData name="CESAR AUGUSTO GIRALDO GARCIA" userId="fd4b0cd1-972d-40c1-b832-dec5f95c97f1" providerId="ADAL" clId="{2CCE61A6-E26A-444B-8D6E-1A5C101FA0D5}" dt="2024-05-02T15:47:02.420" v="672" actId="1076"/>
          <ac:cxnSpMkLst>
            <pc:docMk/>
            <pc:sldMk cId="491446947" sldId="2146448182"/>
            <ac:cxnSpMk id="39" creationId="{12AC7AB4-9FCE-C2D7-2D83-21DCB93507E8}"/>
          </ac:cxnSpMkLst>
        </pc:cxnChg>
      </pc:sldChg>
      <pc:sldChg chg="addSp delSp modSp add del mod">
        <pc:chgData name="CESAR AUGUSTO GIRALDO GARCIA" userId="fd4b0cd1-972d-40c1-b832-dec5f95c97f1" providerId="ADAL" clId="{2CCE61A6-E26A-444B-8D6E-1A5C101FA0D5}" dt="2024-05-02T16:28:44.570" v="909" actId="47"/>
        <pc:sldMkLst>
          <pc:docMk/>
          <pc:sldMk cId="604714082" sldId="2146448183"/>
        </pc:sldMkLst>
        <pc:spChg chg="add mod">
          <ac:chgData name="CESAR AUGUSTO GIRALDO GARCIA" userId="fd4b0cd1-972d-40c1-b832-dec5f95c97f1" providerId="ADAL" clId="{2CCE61A6-E26A-444B-8D6E-1A5C101FA0D5}" dt="2024-05-02T16:21:33.718" v="776" actId="164"/>
          <ac:spMkLst>
            <pc:docMk/>
            <pc:sldMk cId="604714082" sldId="2146448183"/>
            <ac:spMk id="4" creationId="{85194905-9FCA-D545-E7C0-36EEC080BCB4}"/>
          </ac:spMkLst>
        </pc:spChg>
        <pc:spChg chg="mod">
          <ac:chgData name="CESAR AUGUSTO GIRALDO GARCIA" userId="fd4b0cd1-972d-40c1-b832-dec5f95c97f1" providerId="ADAL" clId="{2CCE61A6-E26A-444B-8D6E-1A5C101FA0D5}" dt="2024-05-02T16:16:27.081" v="732" actId="1076"/>
          <ac:spMkLst>
            <pc:docMk/>
            <pc:sldMk cId="604714082" sldId="2146448183"/>
            <ac:spMk id="8" creationId="{67C20F13-53E1-53CE-6E38-2CCE73B060CA}"/>
          </ac:spMkLst>
        </pc:spChg>
        <pc:spChg chg="mod topLvl">
          <ac:chgData name="CESAR AUGUSTO GIRALDO GARCIA" userId="fd4b0cd1-972d-40c1-b832-dec5f95c97f1" providerId="ADAL" clId="{2CCE61A6-E26A-444B-8D6E-1A5C101FA0D5}" dt="2024-05-02T16:23:18.085" v="791" actId="1076"/>
          <ac:spMkLst>
            <pc:docMk/>
            <pc:sldMk cId="604714082" sldId="2146448183"/>
            <ac:spMk id="10" creationId="{76548537-E3ED-A4D4-0C1F-320D57277307}"/>
          </ac:spMkLst>
        </pc:spChg>
        <pc:spChg chg="mod topLvl">
          <ac:chgData name="CESAR AUGUSTO GIRALDO GARCIA" userId="fd4b0cd1-972d-40c1-b832-dec5f95c97f1" providerId="ADAL" clId="{2CCE61A6-E26A-444B-8D6E-1A5C101FA0D5}" dt="2024-05-02T16:23:18.085" v="791" actId="1076"/>
          <ac:spMkLst>
            <pc:docMk/>
            <pc:sldMk cId="604714082" sldId="2146448183"/>
            <ac:spMk id="11" creationId="{775044AB-AC6E-31A6-1C47-28490BD3C758}"/>
          </ac:spMkLst>
        </pc:spChg>
        <pc:spChg chg="del mod topLvl">
          <ac:chgData name="CESAR AUGUSTO GIRALDO GARCIA" userId="fd4b0cd1-972d-40c1-b832-dec5f95c97f1" providerId="ADAL" clId="{2CCE61A6-E26A-444B-8D6E-1A5C101FA0D5}" dt="2024-05-02T16:21:40.135" v="779" actId="478"/>
          <ac:spMkLst>
            <pc:docMk/>
            <pc:sldMk cId="604714082" sldId="2146448183"/>
            <ac:spMk id="12" creationId="{EE66FFBA-547E-15D2-4C33-0161768B4258}"/>
          </ac:spMkLst>
        </pc:spChg>
        <pc:spChg chg="mod topLvl">
          <ac:chgData name="CESAR AUGUSTO GIRALDO GARCIA" userId="fd4b0cd1-972d-40c1-b832-dec5f95c97f1" providerId="ADAL" clId="{2CCE61A6-E26A-444B-8D6E-1A5C101FA0D5}" dt="2024-05-02T16:23:18.085" v="791" actId="1076"/>
          <ac:spMkLst>
            <pc:docMk/>
            <pc:sldMk cId="604714082" sldId="2146448183"/>
            <ac:spMk id="13" creationId="{440AB75E-8C27-0C5B-9AF8-74FE38372FD3}"/>
          </ac:spMkLst>
        </pc:spChg>
        <pc:spChg chg="del mod topLvl">
          <ac:chgData name="CESAR AUGUSTO GIRALDO GARCIA" userId="fd4b0cd1-972d-40c1-b832-dec5f95c97f1" providerId="ADAL" clId="{2CCE61A6-E26A-444B-8D6E-1A5C101FA0D5}" dt="2024-05-02T16:23:07.285" v="789" actId="478"/>
          <ac:spMkLst>
            <pc:docMk/>
            <pc:sldMk cId="604714082" sldId="2146448183"/>
            <ac:spMk id="14" creationId="{3068C67A-2BCC-7C6E-AA93-FCCE6A25ECCC}"/>
          </ac:spMkLst>
        </pc:spChg>
        <pc:spChg chg="mod topLvl">
          <ac:chgData name="CESAR AUGUSTO GIRALDO GARCIA" userId="fd4b0cd1-972d-40c1-b832-dec5f95c97f1" providerId="ADAL" clId="{2CCE61A6-E26A-444B-8D6E-1A5C101FA0D5}" dt="2024-05-02T16:23:24.057" v="793" actId="1076"/>
          <ac:spMkLst>
            <pc:docMk/>
            <pc:sldMk cId="604714082" sldId="2146448183"/>
            <ac:spMk id="15" creationId="{2B598D84-ACAC-D981-14FC-CA3C30DA7F5F}"/>
          </ac:spMkLst>
        </pc:spChg>
        <pc:spChg chg="del mod topLvl">
          <ac:chgData name="CESAR AUGUSTO GIRALDO GARCIA" userId="fd4b0cd1-972d-40c1-b832-dec5f95c97f1" providerId="ADAL" clId="{2CCE61A6-E26A-444B-8D6E-1A5C101FA0D5}" dt="2024-05-02T16:20:08.258" v="759" actId="478"/>
          <ac:spMkLst>
            <pc:docMk/>
            <pc:sldMk cId="604714082" sldId="2146448183"/>
            <ac:spMk id="16" creationId="{0C6E6543-28EC-FD8D-F45B-45773B758C45}"/>
          </ac:spMkLst>
        </pc:spChg>
        <pc:spChg chg="mod topLvl">
          <ac:chgData name="CESAR AUGUSTO GIRALDO GARCIA" userId="fd4b0cd1-972d-40c1-b832-dec5f95c97f1" providerId="ADAL" clId="{2CCE61A6-E26A-444B-8D6E-1A5C101FA0D5}" dt="2024-05-02T16:23:47.844" v="798" actId="1076"/>
          <ac:spMkLst>
            <pc:docMk/>
            <pc:sldMk cId="604714082" sldId="2146448183"/>
            <ac:spMk id="17" creationId="{06FB842A-922C-F814-B39C-F6B588D8FBEC}"/>
          </ac:spMkLst>
        </pc:spChg>
        <pc:spChg chg="mod topLvl">
          <ac:chgData name="CESAR AUGUSTO GIRALDO GARCIA" userId="fd4b0cd1-972d-40c1-b832-dec5f95c97f1" providerId="ADAL" clId="{2CCE61A6-E26A-444B-8D6E-1A5C101FA0D5}" dt="2024-05-02T16:24:03.944" v="801" actId="1076"/>
          <ac:spMkLst>
            <pc:docMk/>
            <pc:sldMk cId="604714082" sldId="2146448183"/>
            <ac:spMk id="18" creationId="{1B282DAA-BEAB-AFFD-D732-14795496CF16}"/>
          </ac:spMkLst>
        </pc:spChg>
        <pc:spChg chg="mod">
          <ac:chgData name="CESAR AUGUSTO GIRALDO GARCIA" userId="fd4b0cd1-972d-40c1-b832-dec5f95c97f1" providerId="ADAL" clId="{2CCE61A6-E26A-444B-8D6E-1A5C101FA0D5}" dt="2024-05-02T16:21:33.718" v="776" actId="164"/>
          <ac:spMkLst>
            <pc:docMk/>
            <pc:sldMk cId="604714082" sldId="2146448183"/>
            <ac:spMk id="38" creationId="{B647675F-D1B0-466F-001A-C921E7690530}"/>
          </ac:spMkLst>
        </pc:spChg>
        <pc:spChg chg="add mod">
          <ac:chgData name="CESAR AUGUSTO GIRALDO GARCIA" userId="fd4b0cd1-972d-40c1-b832-dec5f95c97f1" providerId="ADAL" clId="{2CCE61A6-E26A-444B-8D6E-1A5C101FA0D5}" dt="2024-05-02T16:25:26.719" v="872" actId="1076"/>
          <ac:spMkLst>
            <pc:docMk/>
            <pc:sldMk cId="604714082" sldId="2146448183"/>
            <ac:spMk id="41" creationId="{0D93CBA8-2E76-F9F7-A3C3-F0B2B42C2E84}"/>
          </ac:spMkLst>
        </pc:spChg>
        <pc:spChg chg="mod">
          <ac:chgData name="CESAR AUGUSTO GIRALDO GARCIA" userId="fd4b0cd1-972d-40c1-b832-dec5f95c97f1" providerId="ADAL" clId="{2CCE61A6-E26A-444B-8D6E-1A5C101FA0D5}" dt="2024-05-02T16:21:33.718" v="776" actId="164"/>
          <ac:spMkLst>
            <pc:docMk/>
            <pc:sldMk cId="604714082" sldId="2146448183"/>
            <ac:spMk id="59" creationId="{847828A5-AC1A-D1A0-E9A3-74E44B1E78DF}"/>
          </ac:spMkLst>
        </pc:spChg>
        <pc:grpChg chg="del mod">
          <ac:chgData name="CESAR AUGUSTO GIRALDO GARCIA" userId="fd4b0cd1-972d-40c1-b832-dec5f95c97f1" providerId="ADAL" clId="{2CCE61A6-E26A-444B-8D6E-1A5C101FA0D5}" dt="2024-05-02T16:19:22.997" v="754" actId="165"/>
          <ac:grpSpMkLst>
            <pc:docMk/>
            <pc:sldMk cId="604714082" sldId="2146448183"/>
            <ac:grpSpMk id="9" creationId="{D04D1042-7210-B567-FC6A-421EFD9A424E}"/>
          </ac:grpSpMkLst>
        </pc:grpChg>
        <pc:grpChg chg="add mod">
          <ac:chgData name="CESAR AUGUSTO GIRALDO GARCIA" userId="fd4b0cd1-972d-40c1-b832-dec5f95c97f1" providerId="ADAL" clId="{2CCE61A6-E26A-444B-8D6E-1A5C101FA0D5}" dt="2024-05-02T16:23:18.085" v="791" actId="1076"/>
          <ac:grpSpMkLst>
            <pc:docMk/>
            <pc:sldMk cId="604714082" sldId="2146448183"/>
            <ac:grpSpMk id="26" creationId="{3ADFAE44-1D37-9334-841F-2F3FA3CDE4DF}"/>
          </ac:grpSpMkLst>
        </pc:grpChg>
        <pc:graphicFrameChg chg="del mod">
          <ac:chgData name="CESAR AUGUSTO GIRALDO GARCIA" userId="fd4b0cd1-972d-40c1-b832-dec5f95c97f1" providerId="ADAL" clId="{2CCE61A6-E26A-444B-8D6E-1A5C101FA0D5}" dt="2024-05-02T16:19:15.859" v="753" actId="18245"/>
          <ac:graphicFrameMkLst>
            <pc:docMk/>
            <pc:sldMk cId="604714082" sldId="2146448183"/>
            <ac:graphicFrameMk id="93" creationId="{5EFE168F-03EF-845C-4881-EE0D325AC13C}"/>
          </ac:graphicFrameMkLst>
        </pc:graphicFrameChg>
        <pc:cxnChg chg="add del">
          <ac:chgData name="CESAR AUGUSTO GIRALDO GARCIA" userId="fd4b0cd1-972d-40c1-b832-dec5f95c97f1" providerId="ADAL" clId="{2CCE61A6-E26A-444B-8D6E-1A5C101FA0D5}" dt="2024-05-02T16:17:43.107" v="742" actId="478"/>
          <ac:cxnSpMkLst>
            <pc:docMk/>
            <pc:sldMk cId="604714082" sldId="2146448183"/>
            <ac:cxnSpMk id="3" creationId="{4BE6E1E4-F301-C35A-10FA-81630ADB9888}"/>
          </ac:cxnSpMkLst>
        </pc:cxnChg>
        <pc:cxnChg chg="add del mod">
          <ac:chgData name="CESAR AUGUSTO GIRALDO GARCIA" userId="fd4b0cd1-972d-40c1-b832-dec5f95c97f1" providerId="ADAL" clId="{2CCE61A6-E26A-444B-8D6E-1A5C101FA0D5}" dt="2024-05-02T16:21:37.201" v="778" actId="478"/>
          <ac:cxnSpMkLst>
            <pc:docMk/>
            <pc:sldMk cId="604714082" sldId="2146448183"/>
            <ac:cxnSpMk id="6" creationId="{64D1E230-86D4-6C5F-DC7D-4D40DEEC2BEA}"/>
          </ac:cxnSpMkLst>
        </pc:cxnChg>
        <pc:cxnChg chg="add del mod">
          <ac:chgData name="CESAR AUGUSTO GIRALDO GARCIA" userId="fd4b0cd1-972d-40c1-b832-dec5f95c97f1" providerId="ADAL" clId="{2CCE61A6-E26A-444B-8D6E-1A5C101FA0D5}" dt="2024-05-02T16:20:26.511" v="765" actId="478"/>
          <ac:cxnSpMkLst>
            <pc:docMk/>
            <pc:sldMk cId="604714082" sldId="2146448183"/>
            <ac:cxnSpMk id="20" creationId="{8E9F49F2-A590-548C-CAB2-E01979BFEBBE}"/>
          </ac:cxnSpMkLst>
        </pc:cxnChg>
        <pc:cxnChg chg="add mod">
          <ac:chgData name="CESAR AUGUSTO GIRALDO GARCIA" userId="fd4b0cd1-972d-40c1-b832-dec5f95c97f1" providerId="ADAL" clId="{2CCE61A6-E26A-444B-8D6E-1A5C101FA0D5}" dt="2024-05-02T16:23:41.627" v="797" actId="14100"/>
          <ac:cxnSpMkLst>
            <pc:docMk/>
            <pc:sldMk cId="604714082" sldId="2146448183"/>
            <ac:cxnSpMk id="23" creationId="{AD991B94-A6D0-03C5-7FA4-A1E784B7C8F8}"/>
          </ac:cxnSpMkLst>
        </pc:cxnChg>
        <pc:cxnChg chg="add del mod">
          <ac:chgData name="CESAR AUGUSTO GIRALDO GARCIA" userId="fd4b0cd1-972d-40c1-b832-dec5f95c97f1" providerId="ADAL" clId="{2CCE61A6-E26A-444B-8D6E-1A5C101FA0D5}" dt="2024-05-02T16:22:02.081" v="784" actId="478"/>
          <ac:cxnSpMkLst>
            <pc:docMk/>
            <pc:sldMk cId="604714082" sldId="2146448183"/>
            <ac:cxnSpMk id="28" creationId="{B586FFCA-7373-B718-9B49-AEDBA6E743D3}"/>
          </ac:cxnSpMkLst>
        </pc:cxnChg>
        <pc:cxnChg chg="add mod">
          <ac:chgData name="CESAR AUGUSTO GIRALDO GARCIA" userId="fd4b0cd1-972d-40c1-b832-dec5f95c97f1" providerId="ADAL" clId="{2CCE61A6-E26A-444B-8D6E-1A5C101FA0D5}" dt="2024-05-02T16:23:18.085" v="791" actId="1076"/>
          <ac:cxnSpMkLst>
            <pc:docMk/>
            <pc:sldMk cId="604714082" sldId="2146448183"/>
            <ac:cxnSpMk id="30" creationId="{D2D4328E-7BFA-2484-C34A-32CCEA11F005}"/>
          </ac:cxnSpMkLst>
        </pc:cxnChg>
        <pc:cxnChg chg="add mod">
          <ac:chgData name="CESAR AUGUSTO GIRALDO GARCIA" userId="fd4b0cd1-972d-40c1-b832-dec5f95c97f1" providerId="ADAL" clId="{2CCE61A6-E26A-444B-8D6E-1A5C101FA0D5}" dt="2024-05-02T16:23:32.471" v="795" actId="1582"/>
          <ac:cxnSpMkLst>
            <pc:docMk/>
            <pc:sldMk cId="604714082" sldId="2146448183"/>
            <ac:cxnSpMk id="33" creationId="{7FF4BC52-22C1-EF61-C273-ABBBA7962A6B}"/>
          </ac:cxnSpMkLst>
        </pc:cxnChg>
        <pc:cxnChg chg="add del mod">
          <ac:chgData name="CESAR AUGUSTO GIRALDO GARCIA" userId="fd4b0cd1-972d-40c1-b832-dec5f95c97f1" providerId="ADAL" clId="{2CCE61A6-E26A-444B-8D6E-1A5C101FA0D5}" dt="2024-05-02T16:24:12.748" v="804" actId="478"/>
          <ac:cxnSpMkLst>
            <pc:docMk/>
            <pc:sldMk cId="604714082" sldId="2146448183"/>
            <ac:cxnSpMk id="36" creationId="{860DB36E-2903-FAC2-3E00-B33905379E1A}"/>
          </ac:cxnSpMkLst>
        </pc:cxnChg>
        <pc:cxnChg chg="add mod">
          <ac:chgData name="CESAR AUGUSTO GIRALDO GARCIA" userId="fd4b0cd1-972d-40c1-b832-dec5f95c97f1" providerId="ADAL" clId="{2CCE61A6-E26A-444B-8D6E-1A5C101FA0D5}" dt="2024-05-02T16:24:39.652" v="806" actId="1582"/>
          <ac:cxnSpMkLst>
            <pc:docMk/>
            <pc:sldMk cId="604714082" sldId="2146448183"/>
            <ac:cxnSpMk id="40" creationId="{31400426-92FF-3507-3E7A-7AC6F8C4690C}"/>
          </ac:cxnSpMkLst>
        </pc:cxnChg>
        <pc:cxnChg chg="add mod">
          <ac:chgData name="CESAR AUGUSTO GIRALDO GARCIA" userId="fd4b0cd1-972d-40c1-b832-dec5f95c97f1" providerId="ADAL" clId="{2CCE61A6-E26A-444B-8D6E-1A5C101FA0D5}" dt="2024-05-02T16:26:15.363" v="879" actId="1582"/>
          <ac:cxnSpMkLst>
            <pc:docMk/>
            <pc:sldMk cId="604714082" sldId="2146448183"/>
            <ac:cxnSpMk id="43" creationId="{3DB65AC1-6186-36DB-01AB-C95506EB44D7}"/>
          </ac:cxnSpMkLst>
        </pc:cxnChg>
        <pc:cxnChg chg="del mod">
          <ac:chgData name="CESAR AUGUSTO GIRALDO GARCIA" userId="fd4b0cd1-972d-40c1-b832-dec5f95c97f1" providerId="ADAL" clId="{2CCE61A6-E26A-444B-8D6E-1A5C101FA0D5}" dt="2024-05-02T16:17:06.863" v="736" actId="478"/>
          <ac:cxnSpMkLst>
            <pc:docMk/>
            <pc:sldMk cId="604714082" sldId="2146448183"/>
            <ac:cxnSpMk id="68" creationId="{8A4F8BB4-6F4F-F10E-C8D3-C80B19EE9AEB}"/>
          </ac:cxnSpMkLst>
        </pc:cxnChg>
        <pc:cxnChg chg="del mod">
          <ac:chgData name="CESAR AUGUSTO GIRALDO GARCIA" userId="fd4b0cd1-972d-40c1-b832-dec5f95c97f1" providerId="ADAL" clId="{2CCE61A6-E26A-444B-8D6E-1A5C101FA0D5}" dt="2024-05-02T16:17:21.732" v="738" actId="478"/>
          <ac:cxnSpMkLst>
            <pc:docMk/>
            <pc:sldMk cId="604714082" sldId="2146448183"/>
            <ac:cxnSpMk id="73" creationId="{2EE8CE7B-B8DB-74F7-BEE0-B403793FC7C2}"/>
          </ac:cxnSpMkLst>
        </pc:cxnChg>
      </pc:sldChg>
      <pc:sldChg chg="add del">
        <pc:chgData name="CESAR AUGUSTO GIRALDO GARCIA" userId="fd4b0cd1-972d-40c1-b832-dec5f95c97f1" providerId="ADAL" clId="{2CCE61A6-E26A-444B-8D6E-1A5C101FA0D5}" dt="2024-05-02T16:16:16.984" v="730"/>
        <pc:sldMkLst>
          <pc:docMk/>
          <pc:sldMk cId="353707819" sldId="2146448184"/>
        </pc:sldMkLst>
      </pc:sldChg>
      <pc:sldChg chg="add del">
        <pc:chgData name="CESAR AUGUSTO GIRALDO GARCIA" userId="fd4b0cd1-972d-40c1-b832-dec5f95c97f1" providerId="ADAL" clId="{2CCE61A6-E26A-444B-8D6E-1A5C101FA0D5}" dt="2024-05-02T16:16:12.687" v="728"/>
        <pc:sldMkLst>
          <pc:docMk/>
          <pc:sldMk cId="1787510401" sldId="2146448184"/>
        </pc:sldMkLst>
      </pc:sldChg>
      <pc:sldChg chg="modSp add del mod">
        <pc:chgData name="CESAR AUGUSTO GIRALDO GARCIA" userId="fd4b0cd1-972d-40c1-b832-dec5f95c97f1" providerId="ADAL" clId="{2CCE61A6-E26A-444B-8D6E-1A5C101FA0D5}" dt="2024-05-02T16:29:43.094" v="917" actId="47"/>
        <pc:sldMkLst>
          <pc:docMk/>
          <pc:sldMk cId="2509732391" sldId="2146448184"/>
        </pc:sldMkLst>
        <pc:spChg chg="mod">
          <ac:chgData name="CESAR AUGUSTO GIRALDO GARCIA" userId="fd4b0cd1-972d-40c1-b832-dec5f95c97f1" providerId="ADAL" clId="{2CCE61A6-E26A-444B-8D6E-1A5C101FA0D5}" dt="2024-05-02T16:26:27.442" v="881" actId="1076"/>
          <ac:spMkLst>
            <pc:docMk/>
            <pc:sldMk cId="2509732391" sldId="2146448184"/>
            <ac:spMk id="2" creationId="{AE42B27E-6C06-AD3E-5238-EA51C95EA920}"/>
          </ac:spMkLst>
        </pc:spChg>
      </pc:sldChg>
      <pc:sldChg chg="addSp modSp new del">
        <pc:chgData name="CESAR AUGUSTO GIRALDO GARCIA" userId="fd4b0cd1-972d-40c1-b832-dec5f95c97f1" providerId="ADAL" clId="{2CCE61A6-E26A-444B-8D6E-1A5C101FA0D5}" dt="2024-05-02T16:27:42.490" v="895" actId="47"/>
        <pc:sldMkLst>
          <pc:docMk/>
          <pc:sldMk cId="130528779" sldId="2146448185"/>
        </pc:sldMkLst>
        <pc:spChg chg="add mod">
          <ac:chgData name="CESAR AUGUSTO GIRALDO GARCIA" userId="fd4b0cd1-972d-40c1-b832-dec5f95c97f1" providerId="ADAL" clId="{2CCE61A6-E26A-444B-8D6E-1A5C101FA0D5}" dt="2024-05-02T16:26:42.850" v="883"/>
          <ac:spMkLst>
            <pc:docMk/>
            <pc:sldMk cId="130528779" sldId="2146448185"/>
            <ac:spMk id="2" creationId="{8C938B64-B078-0C97-8139-858DFEA23E68}"/>
          </ac:spMkLst>
        </pc:spChg>
        <pc:spChg chg="mod">
          <ac:chgData name="CESAR AUGUSTO GIRALDO GARCIA" userId="fd4b0cd1-972d-40c1-b832-dec5f95c97f1" providerId="ADAL" clId="{2CCE61A6-E26A-444B-8D6E-1A5C101FA0D5}" dt="2024-05-02T16:26:42.850" v="883"/>
          <ac:spMkLst>
            <pc:docMk/>
            <pc:sldMk cId="130528779" sldId="2146448185"/>
            <ac:spMk id="5" creationId="{59C8FAD5-D88B-613C-25EF-AA2A474BF97A}"/>
          </ac:spMkLst>
        </pc:spChg>
        <pc:spChg chg="mod">
          <ac:chgData name="CESAR AUGUSTO GIRALDO GARCIA" userId="fd4b0cd1-972d-40c1-b832-dec5f95c97f1" providerId="ADAL" clId="{2CCE61A6-E26A-444B-8D6E-1A5C101FA0D5}" dt="2024-05-02T16:26:42.850" v="883"/>
          <ac:spMkLst>
            <pc:docMk/>
            <pc:sldMk cId="130528779" sldId="2146448185"/>
            <ac:spMk id="6" creationId="{B7DF7B5D-2EBA-12B3-40BF-06416B113417}"/>
          </ac:spMkLst>
        </pc:spChg>
        <pc:spChg chg="add mod">
          <ac:chgData name="CESAR AUGUSTO GIRALDO GARCIA" userId="fd4b0cd1-972d-40c1-b832-dec5f95c97f1" providerId="ADAL" clId="{2CCE61A6-E26A-444B-8D6E-1A5C101FA0D5}" dt="2024-05-02T16:26:42.850" v="883"/>
          <ac:spMkLst>
            <pc:docMk/>
            <pc:sldMk cId="130528779" sldId="2146448185"/>
            <ac:spMk id="12" creationId="{AFB07B6C-2736-8B3B-551D-7CA793EB86F1}"/>
          </ac:spMkLst>
        </pc:spChg>
        <pc:spChg chg="add mod">
          <ac:chgData name="CESAR AUGUSTO GIRALDO GARCIA" userId="fd4b0cd1-972d-40c1-b832-dec5f95c97f1" providerId="ADAL" clId="{2CCE61A6-E26A-444B-8D6E-1A5C101FA0D5}" dt="2024-05-02T16:26:42.850" v="883"/>
          <ac:spMkLst>
            <pc:docMk/>
            <pc:sldMk cId="130528779" sldId="2146448185"/>
            <ac:spMk id="13" creationId="{AADEDB14-CC7B-1F75-2E38-7F80461E2D1A}"/>
          </ac:spMkLst>
        </pc:spChg>
        <pc:spChg chg="add mod">
          <ac:chgData name="CESAR AUGUSTO GIRALDO GARCIA" userId="fd4b0cd1-972d-40c1-b832-dec5f95c97f1" providerId="ADAL" clId="{2CCE61A6-E26A-444B-8D6E-1A5C101FA0D5}" dt="2024-05-02T16:26:42.850" v="883"/>
          <ac:spMkLst>
            <pc:docMk/>
            <pc:sldMk cId="130528779" sldId="2146448185"/>
            <ac:spMk id="14" creationId="{D8F1F25D-6FF6-D1C3-54B9-CCD69A3CF00C}"/>
          </ac:spMkLst>
        </pc:spChg>
        <pc:spChg chg="add mod">
          <ac:chgData name="CESAR AUGUSTO GIRALDO GARCIA" userId="fd4b0cd1-972d-40c1-b832-dec5f95c97f1" providerId="ADAL" clId="{2CCE61A6-E26A-444B-8D6E-1A5C101FA0D5}" dt="2024-05-02T16:26:42.850" v="883"/>
          <ac:spMkLst>
            <pc:docMk/>
            <pc:sldMk cId="130528779" sldId="2146448185"/>
            <ac:spMk id="15" creationId="{1195D742-63CB-D912-1EF5-7F411489FA0F}"/>
          </ac:spMkLst>
        </pc:spChg>
        <pc:spChg chg="add mod">
          <ac:chgData name="CESAR AUGUSTO GIRALDO GARCIA" userId="fd4b0cd1-972d-40c1-b832-dec5f95c97f1" providerId="ADAL" clId="{2CCE61A6-E26A-444B-8D6E-1A5C101FA0D5}" dt="2024-05-02T16:26:42.850" v="883"/>
          <ac:spMkLst>
            <pc:docMk/>
            <pc:sldMk cId="130528779" sldId="2146448185"/>
            <ac:spMk id="16" creationId="{6613F7F8-9D8B-C898-2078-A8D928DEFFF5}"/>
          </ac:spMkLst>
        </pc:spChg>
        <pc:grpChg chg="add mod">
          <ac:chgData name="CESAR AUGUSTO GIRALDO GARCIA" userId="fd4b0cd1-972d-40c1-b832-dec5f95c97f1" providerId="ADAL" clId="{2CCE61A6-E26A-444B-8D6E-1A5C101FA0D5}" dt="2024-05-02T16:26:42.850" v="883"/>
          <ac:grpSpMkLst>
            <pc:docMk/>
            <pc:sldMk cId="130528779" sldId="2146448185"/>
            <ac:grpSpMk id="3" creationId="{AE5EECFF-36D1-6080-BE50-AF14B9BDC650}"/>
          </ac:grpSpMkLst>
        </pc:grpChg>
        <pc:graphicFrameChg chg="mod">
          <ac:chgData name="CESAR AUGUSTO GIRALDO GARCIA" userId="fd4b0cd1-972d-40c1-b832-dec5f95c97f1" providerId="ADAL" clId="{2CCE61A6-E26A-444B-8D6E-1A5C101FA0D5}" dt="2024-05-02T16:26:42.850" v="883"/>
          <ac:graphicFrameMkLst>
            <pc:docMk/>
            <pc:sldMk cId="130528779" sldId="2146448185"/>
            <ac:graphicFrameMk id="4" creationId="{7EC35C04-5471-B703-BD9B-E44CFEECD5C2}"/>
          </ac:graphicFrameMkLst>
        </pc:graphicFrameChg>
        <pc:picChg chg="add mod">
          <ac:chgData name="CESAR AUGUSTO GIRALDO GARCIA" userId="fd4b0cd1-972d-40c1-b832-dec5f95c97f1" providerId="ADAL" clId="{2CCE61A6-E26A-444B-8D6E-1A5C101FA0D5}" dt="2024-05-02T16:26:42.850" v="883"/>
          <ac:picMkLst>
            <pc:docMk/>
            <pc:sldMk cId="130528779" sldId="2146448185"/>
            <ac:picMk id="17" creationId="{0FAEEA51-7400-FC58-7DA5-A56457389C8B}"/>
          </ac:picMkLst>
        </pc:picChg>
        <pc:cxnChg chg="mod">
          <ac:chgData name="CESAR AUGUSTO GIRALDO GARCIA" userId="fd4b0cd1-972d-40c1-b832-dec5f95c97f1" providerId="ADAL" clId="{2CCE61A6-E26A-444B-8D6E-1A5C101FA0D5}" dt="2024-05-02T16:26:42.850" v="883"/>
          <ac:cxnSpMkLst>
            <pc:docMk/>
            <pc:sldMk cId="130528779" sldId="2146448185"/>
            <ac:cxnSpMk id="7" creationId="{CB150946-3B75-C6FA-2983-498B13FF3CD0}"/>
          </ac:cxnSpMkLst>
        </pc:cxnChg>
        <pc:cxnChg chg="mod">
          <ac:chgData name="CESAR AUGUSTO GIRALDO GARCIA" userId="fd4b0cd1-972d-40c1-b832-dec5f95c97f1" providerId="ADAL" clId="{2CCE61A6-E26A-444B-8D6E-1A5C101FA0D5}" dt="2024-05-02T16:26:42.850" v="883"/>
          <ac:cxnSpMkLst>
            <pc:docMk/>
            <pc:sldMk cId="130528779" sldId="2146448185"/>
            <ac:cxnSpMk id="8" creationId="{3689166C-7FB9-FA7A-205E-5D000770A4EF}"/>
          </ac:cxnSpMkLst>
        </pc:cxnChg>
        <pc:cxnChg chg="mod">
          <ac:chgData name="CESAR AUGUSTO GIRALDO GARCIA" userId="fd4b0cd1-972d-40c1-b832-dec5f95c97f1" providerId="ADAL" clId="{2CCE61A6-E26A-444B-8D6E-1A5C101FA0D5}" dt="2024-05-02T16:26:42.850" v="883"/>
          <ac:cxnSpMkLst>
            <pc:docMk/>
            <pc:sldMk cId="130528779" sldId="2146448185"/>
            <ac:cxnSpMk id="9" creationId="{B04FB5ED-296B-FE77-7810-8530EBFF8E8D}"/>
          </ac:cxnSpMkLst>
        </pc:cxnChg>
        <pc:cxnChg chg="mod">
          <ac:chgData name="CESAR AUGUSTO GIRALDO GARCIA" userId="fd4b0cd1-972d-40c1-b832-dec5f95c97f1" providerId="ADAL" clId="{2CCE61A6-E26A-444B-8D6E-1A5C101FA0D5}" dt="2024-05-02T16:26:42.850" v="883"/>
          <ac:cxnSpMkLst>
            <pc:docMk/>
            <pc:sldMk cId="130528779" sldId="2146448185"/>
            <ac:cxnSpMk id="10" creationId="{9BFF66FC-2B54-1577-A114-411210C4E9C8}"/>
          </ac:cxnSpMkLst>
        </pc:cxnChg>
        <pc:cxnChg chg="mod">
          <ac:chgData name="CESAR AUGUSTO GIRALDO GARCIA" userId="fd4b0cd1-972d-40c1-b832-dec5f95c97f1" providerId="ADAL" clId="{2CCE61A6-E26A-444B-8D6E-1A5C101FA0D5}" dt="2024-05-02T16:26:42.850" v="883"/>
          <ac:cxnSpMkLst>
            <pc:docMk/>
            <pc:sldMk cId="130528779" sldId="2146448185"/>
            <ac:cxnSpMk id="11" creationId="{D48B7CEC-93F2-6615-7BC8-171F754F3356}"/>
          </ac:cxnSpMkLst>
        </pc:cxnChg>
      </pc:sldChg>
      <pc:sldChg chg="add del setBg">
        <pc:chgData name="CESAR AUGUSTO GIRALDO GARCIA" userId="fd4b0cd1-972d-40c1-b832-dec5f95c97f1" providerId="ADAL" clId="{2CCE61A6-E26A-444B-8D6E-1A5C101FA0D5}" dt="2024-05-02T16:26:52.735" v="885"/>
        <pc:sldMkLst>
          <pc:docMk/>
          <pc:sldMk cId="1602080488" sldId="2146448186"/>
        </pc:sldMkLst>
      </pc:sldChg>
      <pc:sldChg chg="addSp delSp modSp add mod">
        <pc:chgData name="CESAR AUGUSTO GIRALDO GARCIA" userId="fd4b0cd1-972d-40c1-b832-dec5f95c97f1" providerId="ADAL" clId="{2CCE61A6-E26A-444B-8D6E-1A5C101FA0D5}" dt="2024-05-02T16:27:36.536" v="894" actId="1076"/>
        <pc:sldMkLst>
          <pc:docMk/>
          <pc:sldMk cId="4234063961" sldId="2146448186"/>
        </pc:sldMkLst>
        <pc:spChg chg="add mod">
          <ac:chgData name="CESAR AUGUSTO GIRALDO GARCIA" userId="fd4b0cd1-972d-40c1-b832-dec5f95c97f1" providerId="ADAL" clId="{2CCE61A6-E26A-444B-8D6E-1A5C101FA0D5}" dt="2024-05-02T16:27:36.536" v="894" actId="1076"/>
          <ac:spMkLst>
            <pc:docMk/>
            <pc:sldMk cId="4234063961" sldId="2146448186"/>
            <ac:spMk id="9" creationId="{5E5A4E88-FA64-1594-26F3-B09967EC8747}"/>
          </ac:spMkLst>
        </pc:spChg>
        <pc:spChg chg="mod">
          <ac:chgData name="CESAR AUGUSTO GIRALDO GARCIA" userId="fd4b0cd1-972d-40c1-b832-dec5f95c97f1" providerId="ADAL" clId="{2CCE61A6-E26A-444B-8D6E-1A5C101FA0D5}" dt="2024-05-02T16:27:08.251" v="889"/>
          <ac:spMkLst>
            <pc:docMk/>
            <pc:sldMk cId="4234063961" sldId="2146448186"/>
            <ac:spMk id="16" creationId="{C38DCAB4-12CB-5649-9836-7DADAD714BD4}"/>
          </ac:spMkLst>
        </pc:spChg>
        <pc:spChg chg="mod">
          <ac:chgData name="CESAR AUGUSTO GIRALDO GARCIA" userId="fd4b0cd1-972d-40c1-b832-dec5f95c97f1" providerId="ADAL" clId="{2CCE61A6-E26A-444B-8D6E-1A5C101FA0D5}" dt="2024-05-02T16:27:08.251" v="889"/>
          <ac:spMkLst>
            <pc:docMk/>
            <pc:sldMk cId="4234063961" sldId="2146448186"/>
            <ac:spMk id="17" creationId="{06FE8B37-E428-48A3-B2AB-78C5ED184830}"/>
          </ac:spMkLst>
        </pc:spChg>
        <pc:spChg chg="add mod">
          <ac:chgData name="CESAR AUGUSTO GIRALDO GARCIA" userId="fd4b0cd1-972d-40c1-b832-dec5f95c97f1" providerId="ADAL" clId="{2CCE61A6-E26A-444B-8D6E-1A5C101FA0D5}" dt="2024-05-02T16:27:08.251" v="889"/>
          <ac:spMkLst>
            <pc:docMk/>
            <pc:sldMk cId="4234063961" sldId="2146448186"/>
            <ac:spMk id="33" creationId="{51E75780-0049-64D8-F503-9BB4F9AEC98A}"/>
          </ac:spMkLst>
        </pc:spChg>
        <pc:spChg chg="add mod">
          <ac:chgData name="CESAR AUGUSTO GIRALDO GARCIA" userId="fd4b0cd1-972d-40c1-b832-dec5f95c97f1" providerId="ADAL" clId="{2CCE61A6-E26A-444B-8D6E-1A5C101FA0D5}" dt="2024-05-02T16:27:08.251" v="889"/>
          <ac:spMkLst>
            <pc:docMk/>
            <pc:sldMk cId="4234063961" sldId="2146448186"/>
            <ac:spMk id="34" creationId="{49B353A8-E428-9AEC-FEB2-A056B8E51E61}"/>
          </ac:spMkLst>
        </pc:spChg>
        <pc:spChg chg="add mod">
          <ac:chgData name="CESAR AUGUSTO GIRALDO GARCIA" userId="fd4b0cd1-972d-40c1-b832-dec5f95c97f1" providerId="ADAL" clId="{2CCE61A6-E26A-444B-8D6E-1A5C101FA0D5}" dt="2024-05-02T16:27:08.251" v="889"/>
          <ac:spMkLst>
            <pc:docMk/>
            <pc:sldMk cId="4234063961" sldId="2146448186"/>
            <ac:spMk id="35" creationId="{5AB2282A-5EE8-9469-A650-E6BE4797A133}"/>
          </ac:spMkLst>
        </pc:spChg>
        <pc:spChg chg="add mod">
          <ac:chgData name="CESAR AUGUSTO GIRALDO GARCIA" userId="fd4b0cd1-972d-40c1-b832-dec5f95c97f1" providerId="ADAL" clId="{2CCE61A6-E26A-444B-8D6E-1A5C101FA0D5}" dt="2024-05-02T16:27:08.251" v="889"/>
          <ac:spMkLst>
            <pc:docMk/>
            <pc:sldMk cId="4234063961" sldId="2146448186"/>
            <ac:spMk id="36" creationId="{A576FB99-B918-F898-AC5E-BFBDC0BF1A9E}"/>
          </ac:spMkLst>
        </pc:spChg>
        <pc:spChg chg="add mod">
          <ac:chgData name="CESAR AUGUSTO GIRALDO GARCIA" userId="fd4b0cd1-972d-40c1-b832-dec5f95c97f1" providerId="ADAL" clId="{2CCE61A6-E26A-444B-8D6E-1A5C101FA0D5}" dt="2024-05-02T16:27:08.251" v="889"/>
          <ac:spMkLst>
            <pc:docMk/>
            <pc:sldMk cId="4234063961" sldId="2146448186"/>
            <ac:spMk id="37" creationId="{796EE4B9-797C-0955-106E-D4611F47DB87}"/>
          </ac:spMkLst>
        </pc:spChg>
        <pc:spChg chg="del">
          <ac:chgData name="CESAR AUGUSTO GIRALDO GARCIA" userId="fd4b0cd1-972d-40c1-b832-dec5f95c97f1" providerId="ADAL" clId="{2CCE61A6-E26A-444B-8D6E-1A5C101FA0D5}" dt="2024-05-02T16:26:58.837" v="888" actId="478"/>
          <ac:spMkLst>
            <pc:docMk/>
            <pc:sldMk cId="4234063961" sldId="2146448186"/>
            <ac:spMk id="44" creationId="{78DCBBD4-A8E5-7F96-4DFC-D09A04DBBEDE}"/>
          </ac:spMkLst>
        </pc:spChg>
        <pc:grpChg chg="del">
          <ac:chgData name="CESAR AUGUSTO GIRALDO GARCIA" userId="fd4b0cd1-972d-40c1-b832-dec5f95c97f1" providerId="ADAL" clId="{2CCE61A6-E26A-444B-8D6E-1A5C101FA0D5}" dt="2024-05-02T16:26:57.215" v="887" actId="478"/>
          <ac:grpSpMkLst>
            <pc:docMk/>
            <pc:sldMk cId="4234063961" sldId="2146448186"/>
            <ac:grpSpMk id="2" creationId="{DD2D682F-83F4-CAAE-C925-22BC04505DCA}"/>
          </ac:grpSpMkLst>
        </pc:grpChg>
        <pc:grpChg chg="add mod">
          <ac:chgData name="CESAR AUGUSTO GIRALDO GARCIA" userId="fd4b0cd1-972d-40c1-b832-dec5f95c97f1" providerId="ADAL" clId="{2CCE61A6-E26A-444B-8D6E-1A5C101FA0D5}" dt="2024-05-02T16:27:08.251" v="889"/>
          <ac:grpSpMkLst>
            <pc:docMk/>
            <pc:sldMk cId="4234063961" sldId="2146448186"/>
            <ac:grpSpMk id="14" creationId="{46FC5A92-29E1-11A3-FDC4-D458CF051E40}"/>
          </ac:grpSpMkLst>
        </pc:grpChg>
        <pc:graphicFrameChg chg="mod">
          <ac:chgData name="CESAR AUGUSTO GIRALDO GARCIA" userId="fd4b0cd1-972d-40c1-b832-dec5f95c97f1" providerId="ADAL" clId="{2CCE61A6-E26A-444B-8D6E-1A5C101FA0D5}" dt="2024-05-02T16:27:08.251" v="889"/>
          <ac:graphicFrameMkLst>
            <pc:docMk/>
            <pc:sldMk cId="4234063961" sldId="2146448186"/>
            <ac:graphicFrameMk id="15" creationId="{17595CE0-50C6-B29D-AC73-AA87DC357CEF}"/>
          </ac:graphicFrameMkLst>
        </pc:graphicFrameChg>
        <pc:picChg chg="add mod">
          <ac:chgData name="CESAR AUGUSTO GIRALDO GARCIA" userId="fd4b0cd1-972d-40c1-b832-dec5f95c97f1" providerId="ADAL" clId="{2CCE61A6-E26A-444B-8D6E-1A5C101FA0D5}" dt="2024-05-02T16:27:21.274" v="891" actId="1076"/>
          <ac:picMkLst>
            <pc:docMk/>
            <pc:sldMk cId="4234063961" sldId="2146448186"/>
            <ac:picMk id="38" creationId="{94892C8F-0EBD-E1CA-9B5D-B3536568AE18}"/>
          </ac:picMkLst>
        </pc:picChg>
        <pc:cxnChg chg="mod">
          <ac:chgData name="CESAR AUGUSTO GIRALDO GARCIA" userId="fd4b0cd1-972d-40c1-b832-dec5f95c97f1" providerId="ADAL" clId="{2CCE61A6-E26A-444B-8D6E-1A5C101FA0D5}" dt="2024-05-02T16:27:08.251" v="889"/>
          <ac:cxnSpMkLst>
            <pc:docMk/>
            <pc:sldMk cId="4234063961" sldId="2146448186"/>
            <ac:cxnSpMk id="18" creationId="{086A77E8-4DAC-EA60-D316-13707D28C02B}"/>
          </ac:cxnSpMkLst>
        </pc:cxnChg>
        <pc:cxnChg chg="mod">
          <ac:chgData name="CESAR AUGUSTO GIRALDO GARCIA" userId="fd4b0cd1-972d-40c1-b832-dec5f95c97f1" providerId="ADAL" clId="{2CCE61A6-E26A-444B-8D6E-1A5C101FA0D5}" dt="2024-05-02T16:27:08.251" v="889"/>
          <ac:cxnSpMkLst>
            <pc:docMk/>
            <pc:sldMk cId="4234063961" sldId="2146448186"/>
            <ac:cxnSpMk id="19" creationId="{B9885761-A857-E1D8-69CE-4926B3D56147}"/>
          </ac:cxnSpMkLst>
        </pc:cxnChg>
        <pc:cxnChg chg="mod">
          <ac:chgData name="CESAR AUGUSTO GIRALDO GARCIA" userId="fd4b0cd1-972d-40c1-b832-dec5f95c97f1" providerId="ADAL" clId="{2CCE61A6-E26A-444B-8D6E-1A5C101FA0D5}" dt="2024-05-02T16:27:08.251" v="889"/>
          <ac:cxnSpMkLst>
            <pc:docMk/>
            <pc:sldMk cId="4234063961" sldId="2146448186"/>
            <ac:cxnSpMk id="20" creationId="{7B94E691-423D-B183-D4AB-8DD42FA60FA5}"/>
          </ac:cxnSpMkLst>
        </pc:cxnChg>
        <pc:cxnChg chg="mod">
          <ac:chgData name="CESAR AUGUSTO GIRALDO GARCIA" userId="fd4b0cd1-972d-40c1-b832-dec5f95c97f1" providerId="ADAL" clId="{2CCE61A6-E26A-444B-8D6E-1A5C101FA0D5}" dt="2024-05-02T16:27:08.251" v="889"/>
          <ac:cxnSpMkLst>
            <pc:docMk/>
            <pc:sldMk cId="4234063961" sldId="2146448186"/>
            <ac:cxnSpMk id="26" creationId="{93C6DD88-5DDF-BDDA-78C6-7EECC1FFB9D2}"/>
          </ac:cxnSpMkLst>
        </pc:cxnChg>
        <pc:cxnChg chg="mod">
          <ac:chgData name="CESAR AUGUSTO GIRALDO GARCIA" userId="fd4b0cd1-972d-40c1-b832-dec5f95c97f1" providerId="ADAL" clId="{2CCE61A6-E26A-444B-8D6E-1A5C101FA0D5}" dt="2024-05-02T16:27:08.251" v="889"/>
          <ac:cxnSpMkLst>
            <pc:docMk/>
            <pc:sldMk cId="4234063961" sldId="2146448186"/>
            <ac:cxnSpMk id="32" creationId="{428D55F5-8768-5508-6F98-89849A3744EA}"/>
          </ac:cxnSpMkLst>
        </pc:cxnChg>
      </pc:sldChg>
      <pc:sldChg chg="add del setBg">
        <pc:chgData name="CESAR AUGUSTO GIRALDO GARCIA" userId="fd4b0cd1-972d-40c1-b832-dec5f95c97f1" providerId="ADAL" clId="{2CCE61A6-E26A-444B-8D6E-1A5C101FA0D5}" dt="2024-05-02T16:27:53.265" v="898"/>
        <pc:sldMkLst>
          <pc:docMk/>
          <pc:sldMk cId="1647072434" sldId="2146448187"/>
        </pc:sldMkLst>
      </pc:sldChg>
      <pc:sldChg chg="addSp delSp modSp add mod">
        <pc:chgData name="CESAR AUGUSTO GIRALDO GARCIA" userId="fd4b0cd1-972d-40c1-b832-dec5f95c97f1" providerId="ADAL" clId="{2CCE61A6-E26A-444B-8D6E-1A5C101FA0D5}" dt="2024-05-02T16:28:37.249" v="908" actId="14100"/>
        <pc:sldMkLst>
          <pc:docMk/>
          <pc:sldMk cId="4070876741" sldId="2146448187"/>
        </pc:sldMkLst>
        <pc:spChg chg="add mod">
          <ac:chgData name="CESAR AUGUSTO GIRALDO GARCIA" userId="fd4b0cd1-972d-40c1-b832-dec5f95c97f1" providerId="ADAL" clId="{2CCE61A6-E26A-444B-8D6E-1A5C101FA0D5}" dt="2024-05-02T16:28:17.811" v="903"/>
          <ac:spMkLst>
            <pc:docMk/>
            <pc:sldMk cId="4070876741" sldId="2146448187"/>
            <ac:spMk id="3" creationId="{77BDC55D-7525-E52B-9112-91B24F04F8C9}"/>
          </ac:spMkLst>
        </pc:spChg>
        <pc:spChg chg="add mod">
          <ac:chgData name="CESAR AUGUSTO GIRALDO GARCIA" userId="fd4b0cd1-972d-40c1-b832-dec5f95c97f1" providerId="ADAL" clId="{2CCE61A6-E26A-444B-8D6E-1A5C101FA0D5}" dt="2024-05-02T16:28:17.811" v="903"/>
          <ac:spMkLst>
            <pc:docMk/>
            <pc:sldMk cId="4070876741" sldId="2146448187"/>
            <ac:spMk id="4" creationId="{7F88862A-6468-4D51-C748-C89D0F8E243F}"/>
          </ac:spMkLst>
        </pc:spChg>
        <pc:spChg chg="add mod">
          <ac:chgData name="CESAR AUGUSTO GIRALDO GARCIA" userId="fd4b0cd1-972d-40c1-b832-dec5f95c97f1" providerId="ADAL" clId="{2CCE61A6-E26A-444B-8D6E-1A5C101FA0D5}" dt="2024-05-02T16:28:17.811" v="903"/>
          <ac:spMkLst>
            <pc:docMk/>
            <pc:sldMk cId="4070876741" sldId="2146448187"/>
            <ac:spMk id="5" creationId="{8C5CEABD-BAE6-4FC5-F012-27063E350C8D}"/>
          </ac:spMkLst>
        </pc:spChg>
        <pc:spChg chg="add mod">
          <ac:chgData name="CESAR AUGUSTO GIRALDO GARCIA" userId="fd4b0cd1-972d-40c1-b832-dec5f95c97f1" providerId="ADAL" clId="{2CCE61A6-E26A-444B-8D6E-1A5C101FA0D5}" dt="2024-05-02T16:28:17.811" v="903"/>
          <ac:spMkLst>
            <pc:docMk/>
            <pc:sldMk cId="4070876741" sldId="2146448187"/>
            <ac:spMk id="6" creationId="{B682674D-663B-D86F-0E06-1C099E2DBF2E}"/>
          </ac:spMkLst>
        </pc:spChg>
        <pc:spChg chg="add mod">
          <ac:chgData name="CESAR AUGUSTO GIRALDO GARCIA" userId="fd4b0cd1-972d-40c1-b832-dec5f95c97f1" providerId="ADAL" clId="{2CCE61A6-E26A-444B-8D6E-1A5C101FA0D5}" dt="2024-05-02T16:28:17.811" v="903"/>
          <ac:spMkLst>
            <pc:docMk/>
            <pc:sldMk cId="4070876741" sldId="2146448187"/>
            <ac:spMk id="7" creationId="{A43FD6A9-F454-B29A-BE01-4E89C4BB4042}"/>
          </ac:spMkLst>
        </pc:spChg>
        <pc:spChg chg="del">
          <ac:chgData name="CESAR AUGUSTO GIRALDO GARCIA" userId="fd4b0cd1-972d-40c1-b832-dec5f95c97f1" providerId="ADAL" clId="{2CCE61A6-E26A-444B-8D6E-1A5C101FA0D5}" dt="2024-05-02T16:28:02.608" v="901" actId="478"/>
          <ac:spMkLst>
            <pc:docMk/>
            <pc:sldMk cId="4070876741" sldId="2146448187"/>
            <ac:spMk id="9" creationId="{5E5A4E88-FA64-1594-26F3-B09967EC8747}"/>
          </ac:spMkLst>
        </pc:spChg>
        <pc:spChg chg="add mod">
          <ac:chgData name="CESAR AUGUSTO GIRALDO GARCIA" userId="fd4b0cd1-972d-40c1-b832-dec5f95c97f1" providerId="ADAL" clId="{2CCE61A6-E26A-444B-8D6E-1A5C101FA0D5}" dt="2024-05-02T16:28:17.811" v="903"/>
          <ac:spMkLst>
            <pc:docMk/>
            <pc:sldMk cId="4070876741" sldId="2146448187"/>
            <ac:spMk id="10" creationId="{6C3A0B93-492B-E053-6CEA-CD45A6136F9F}"/>
          </ac:spMkLst>
        </pc:spChg>
        <pc:spChg chg="mod">
          <ac:chgData name="CESAR AUGUSTO GIRALDO GARCIA" userId="fd4b0cd1-972d-40c1-b832-dec5f95c97f1" providerId="ADAL" clId="{2CCE61A6-E26A-444B-8D6E-1A5C101FA0D5}" dt="2024-05-02T16:28:17.811" v="903"/>
          <ac:spMkLst>
            <pc:docMk/>
            <pc:sldMk cId="4070876741" sldId="2146448187"/>
            <ac:spMk id="12" creationId="{28E38C4C-3C04-90D5-FF63-21C5CEE12905}"/>
          </ac:spMkLst>
        </pc:spChg>
        <pc:spChg chg="mod">
          <ac:chgData name="CESAR AUGUSTO GIRALDO GARCIA" userId="fd4b0cd1-972d-40c1-b832-dec5f95c97f1" providerId="ADAL" clId="{2CCE61A6-E26A-444B-8D6E-1A5C101FA0D5}" dt="2024-05-02T16:28:17.811" v="903"/>
          <ac:spMkLst>
            <pc:docMk/>
            <pc:sldMk cId="4070876741" sldId="2146448187"/>
            <ac:spMk id="13" creationId="{CE9B1679-683C-28EB-CAF2-340F37F5AD1B}"/>
          </ac:spMkLst>
        </pc:spChg>
        <pc:spChg chg="mod">
          <ac:chgData name="CESAR AUGUSTO GIRALDO GARCIA" userId="fd4b0cd1-972d-40c1-b832-dec5f95c97f1" providerId="ADAL" clId="{2CCE61A6-E26A-444B-8D6E-1A5C101FA0D5}" dt="2024-05-02T16:28:17.811" v="903"/>
          <ac:spMkLst>
            <pc:docMk/>
            <pc:sldMk cId="4070876741" sldId="2146448187"/>
            <ac:spMk id="21" creationId="{BDD4DD9F-0206-C65A-8657-E6A688590CA6}"/>
          </ac:spMkLst>
        </pc:spChg>
        <pc:spChg chg="add mod">
          <ac:chgData name="CESAR AUGUSTO GIRALDO GARCIA" userId="fd4b0cd1-972d-40c1-b832-dec5f95c97f1" providerId="ADAL" clId="{2CCE61A6-E26A-444B-8D6E-1A5C101FA0D5}" dt="2024-05-02T16:28:17.811" v="903"/>
          <ac:spMkLst>
            <pc:docMk/>
            <pc:sldMk cId="4070876741" sldId="2146448187"/>
            <ac:spMk id="27" creationId="{C48F0852-31F4-D7C8-CB7D-7E67EF9E4A56}"/>
          </ac:spMkLst>
        </pc:spChg>
        <pc:spChg chg="add del">
          <ac:chgData name="CESAR AUGUSTO GIRALDO GARCIA" userId="fd4b0cd1-972d-40c1-b832-dec5f95c97f1" providerId="ADAL" clId="{2CCE61A6-E26A-444B-8D6E-1A5C101FA0D5}" dt="2024-05-02T16:28:32.758" v="905" actId="22"/>
          <ac:spMkLst>
            <pc:docMk/>
            <pc:sldMk cId="4070876741" sldId="2146448187"/>
            <ac:spMk id="30" creationId="{FCE42AD6-2227-04EC-2D10-6F2754A7ADD3}"/>
          </ac:spMkLst>
        </pc:spChg>
        <pc:spChg chg="del">
          <ac:chgData name="CESAR AUGUSTO GIRALDO GARCIA" userId="fd4b0cd1-972d-40c1-b832-dec5f95c97f1" providerId="ADAL" clId="{2CCE61A6-E26A-444B-8D6E-1A5C101FA0D5}" dt="2024-05-02T16:28:02.608" v="901" actId="478"/>
          <ac:spMkLst>
            <pc:docMk/>
            <pc:sldMk cId="4070876741" sldId="2146448187"/>
            <ac:spMk id="33" creationId="{51E75780-0049-64D8-F503-9BB4F9AEC98A}"/>
          </ac:spMkLst>
        </pc:spChg>
        <pc:spChg chg="del">
          <ac:chgData name="CESAR AUGUSTO GIRALDO GARCIA" userId="fd4b0cd1-972d-40c1-b832-dec5f95c97f1" providerId="ADAL" clId="{2CCE61A6-E26A-444B-8D6E-1A5C101FA0D5}" dt="2024-05-02T16:27:58.732" v="900" actId="478"/>
          <ac:spMkLst>
            <pc:docMk/>
            <pc:sldMk cId="4070876741" sldId="2146448187"/>
            <ac:spMk id="34" creationId="{49B353A8-E428-9AEC-FEB2-A056B8E51E61}"/>
          </ac:spMkLst>
        </pc:spChg>
        <pc:spChg chg="del">
          <ac:chgData name="CESAR AUGUSTO GIRALDO GARCIA" userId="fd4b0cd1-972d-40c1-b832-dec5f95c97f1" providerId="ADAL" clId="{2CCE61A6-E26A-444B-8D6E-1A5C101FA0D5}" dt="2024-05-02T16:28:02.608" v="901" actId="478"/>
          <ac:spMkLst>
            <pc:docMk/>
            <pc:sldMk cId="4070876741" sldId="2146448187"/>
            <ac:spMk id="35" creationId="{5AB2282A-5EE8-9469-A650-E6BE4797A133}"/>
          </ac:spMkLst>
        </pc:spChg>
        <pc:spChg chg="del">
          <ac:chgData name="CESAR AUGUSTO GIRALDO GARCIA" userId="fd4b0cd1-972d-40c1-b832-dec5f95c97f1" providerId="ADAL" clId="{2CCE61A6-E26A-444B-8D6E-1A5C101FA0D5}" dt="2024-05-02T16:28:02.608" v="901" actId="478"/>
          <ac:spMkLst>
            <pc:docMk/>
            <pc:sldMk cId="4070876741" sldId="2146448187"/>
            <ac:spMk id="36" creationId="{A576FB99-B918-F898-AC5E-BFBDC0BF1A9E}"/>
          </ac:spMkLst>
        </pc:spChg>
        <pc:spChg chg="del">
          <ac:chgData name="CESAR AUGUSTO GIRALDO GARCIA" userId="fd4b0cd1-972d-40c1-b832-dec5f95c97f1" providerId="ADAL" clId="{2CCE61A6-E26A-444B-8D6E-1A5C101FA0D5}" dt="2024-05-02T16:28:02.608" v="901" actId="478"/>
          <ac:spMkLst>
            <pc:docMk/>
            <pc:sldMk cId="4070876741" sldId="2146448187"/>
            <ac:spMk id="37" creationId="{796EE4B9-797C-0955-106E-D4611F47DB87}"/>
          </ac:spMkLst>
        </pc:spChg>
        <pc:spChg chg="add mod">
          <ac:chgData name="CESAR AUGUSTO GIRALDO GARCIA" userId="fd4b0cd1-972d-40c1-b832-dec5f95c97f1" providerId="ADAL" clId="{2CCE61A6-E26A-444B-8D6E-1A5C101FA0D5}" dt="2024-05-02T16:28:37.249" v="908" actId="14100"/>
          <ac:spMkLst>
            <pc:docMk/>
            <pc:sldMk cId="4070876741" sldId="2146448187"/>
            <ac:spMk id="39" creationId="{0F82FCA6-DD3B-F50D-363F-26097E979F51}"/>
          </ac:spMkLst>
        </pc:spChg>
        <pc:grpChg chg="add mod">
          <ac:chgData name="CESAR AUGUSTO GIRALDO GARCIA" userId="fd4b0cd1-972d-40c1-b832-dec5f95c97f1" providerId="ADAL" clId="{2CCE61A6-E26A-444B-8D6E-1A5C101FA0D5}" dt="2024-05-02T16:28:17.811" v="903"/>
          <ac:grpSpMkLst>
            <pc:docMk/>
            <pc:sldMk cId="4070876741" sldId="2146448187"/>
            <ac:grpSpMk id="11" creationId="{78059ACE-7AE7-16E8-31F4-331F71FE8512}"/>
          </ac:grpSpMkLst>
        </pc:grpChg>
        <pc:grpChg chg="del">
          <ac:chgData name="CESAR AUGUSTO GIRALDO GARCIA" userId="fd4b0cd1-972d-40c1-b832-dec5f95c97f1" providerId="ADAL" clId="{2CCE61A6-E26A-444B-8D6E-1A5C101FA0D5}" dt="2024-05-02T16:27:58.732" v="900" actId="478"/>
          <ac:grpSpMkLst>
            <pc:docMk/>
            <pc:sldMk cId="4070876741" sldId="2146448187"/>
            <ac:grpSpMk id="14" creationId="{46FC5A92-29E1-11A3-FDC4-D458CF051E40}"/>
          </ac:grpSpMkLst>
        </pc:grpChg>
        <pc:picChg chg="add mod">
          <ac:chgData name="CESAR AUGUSTO GIRALDO GARCIA" userId="fd4b0cd1-972d-40c1-b832-dec5f95c97f1" providerId="ADAL" clId="{2CCE61A6-E26A-444B-8D6E-1A5C101FA0D5}" dt="2024-05-02T16:28:08.433" v="902"/>
          <ac:picMkLst>
            <pc:docMk/>
            <pc:sldMk cId="4070876741" sldId="2146448187"/>
            <ac:picMk id="2" creationId="{C3CF0A68-F2EF-CBC8-FDC5-EDCA16D823FD}"/>
          </ac:picMkLst>
        </pc:picChg>
        <pc:picChg chg="del">
          <ac:chgData name="CESAR AUGUSTO GIRALDO GARCIA" userId="fd4b0cd1-972d-40c1-b832-dec5f95c97f1" providerId="ADAL" clId="{2CCE61A6-E26A-444B-8D6E-1A5C101FA0D5}" dt="2024-05-02T16:28:02.608" v="901" actId="478"/>
          <ac:picMkLst>
            <pc:docMk/>
            <pc:sldMk cId="4070876741" sldId="2146448187"/>
            <ac:picMk id="8" creationId="{1B4FEF24-E060-5F19-7DD0-2E068EF5349E}"/>
          </ac:picMkLst>
        </pc:picChg>
        <pc:picChg chg="del">
          <ac:chgData name="CESAR AUGUSTO GIRALDO GARCIA" userId="fd4b0cd1-972d-40c1-b832-dec5f95c97f1" providerId="ADAL" clId="{2CCE61A6-E26A-444B-8D6E-1A5C101FA0D5}" dt="2024-05-02T16:28:02.608" v="901" actId="478"/>
          <ac:picMkLst>
            <pc:docMk/>
            <pc:sldMk cId="4070876741" sldId="2146448187"/>
            <ac:picMk id="38" creationId="{94892C8F-0EBD-E1CA-9B5D-B3536568AE18}"/>
          </ac:picMkLst>
        </pc:picChg>
        <pc:cxnChg chg="add mod">
          <ac:chgData name="CESAR AUGUSTO GIRALDO GARCIA" userId="fd4b0cd1-972d-40c1-b832-dec5f95c97f1" providerId="ADAL" clId="{2CCE61A6-E26A-444B-8D6E-1A5C101FA0D5}" dt="2024-05-02T16:28:17.811" v="903"/>
          <ac:cxnSpMkLst>
            <pc:docMk/>
            <pc:sldMk cId="4070876741" sldId="2146448187"/>
            <ac:cxnSpMk id="22" creationId="{45E2F2A5-9981-792A-20E9-5DBA13DE5C6F}"/>
          </ac:cxnSpMkLst>
        </pc:cxnChg>
        <pc:cxnChg chg="add mod">
          <ac:chgData name="CESAR AUGUSTO GIRALDO GARCIA" userId="fd4b0cd1-972d-40c1-b832-dec5f95c97f1" providerId="ADAL" clId="{2CCE61A6-E26A-444B-8D6E-1A5C101FA0D5}" dt="2024-05-02T16:28:17.811" v="903"/>
          <ac:cxnSpMkLst>
            <pc:docMk/>
            <pc:sldMk cId="4070876741" sldId="2146448187"/>
            <ac:cxnSpMk id="23" creationId="{DFD10D52-E476-BAF4-74D2-0F7714DE76B4}"/>
          </ac:cxnSpMkLst>
        </pc:cxnChg>
        <pc:cxnChg chg="add mod">
          <ac:chgData name="CESAR AUGUSTO GIRALDO GARCIA" userId="fd4b0cd1-972d-40c1-b832-dec5f95c97f1" providerId="ADAL" clId="{2CCE61A6-E26A-444B-8D6E-1A5C101FA0D5}" dt="2024-05-02T16:28:17.811" v="903"/>
          <ac:cxnSpMkLst>
            <pc:docMk/>
            <pc:sldMk cId="4070876741" sldId="2146448187"/>
            <ac:cxnSpMk id="24" creationId="{4BF0350D-8BAB-27F5-69DA-645D5B18103B}"/>
          </ac:cxnSpMkLst>
        </pc:cxnChg>
        <pc:cxnChg chg="add mod">
          <ac:chgData name="CESAR AUGUSTO GIRALDO GARCIA" userId="fd4b0cd1-972d-40c1-b832-dec5f95c97f1" providerId="ADAL" clId="{2CCE61A6-E26A-444B-8D6E-1A5C101FA0D5}" dt="2024-05-02T16:28:17.811" v="903"/>
          <ac:cxnSpMkLst>
            <pc:docMk/>
            <pc:sldMk cId="4070876741" sldId="2146448187"/>
            <ac:cxnSpMk id="25" creationId="{9A80EFF9-CB3D-7B23-A81B-E165AB7C74A9}"/>
          </ac:cxnSpMkLst>
        </pc:cxnChg>
        <pc:cxnChg chg="add mod">
          <ac:chgData name="CESAR AUGUSTO GIRALDO GARCIA" userId="fd4b0cd1-972d-40c1-b832-dec5f95c97f1" providerId="ADAL" clId="{2CCE61A6-E26A-444B-8D6E-1A5C101FA0D5}" dt="2024-05-02T16:28:17.811" v="903"/>
          <ac:cxnSpMkLst>
            <pc:docMk/>
            <pc:sldMk cId="4070876741" sldId="2146448187"/>
            <ac:cxnSpMk id="28" creationId="{02D53B2D-1657-B85A-5150-C6DE144A7982}"/>
          </ac:cxnSpMkLst>
        </pc:cxnChg>
      </pc:sldChg>
      <pc:sldChg chg="addSp delSp modSp add mod">
        <pc:chgData name="CESAR AUGUSTO GIRALDO GARCIA" userId="fd4b0cd1-972d-40c1-b832-dec5f95c97f1" providerId="ADAL" clId="{2CCE61A6-E26A-444B-8D6E-1A5C101FA0D5}" dt="2024-05-02T16:29:27.475" v="916" actId="1076"/>
        <pc:sldMkLst>
          <pc:docMk/>
          <pc:sldMk cId="2290238952" sldId="2146448188"/>
        </pc:sldMkLst>
        <pc:spChg chg="del">
          <ac:chgData name="CESAR AUGUSTO GIRALDO GARCIA" userId="fd4b0cd1-972d-40c1-b832-dec5f95c97f1" providerId="ADAL" clId="{2CCE61A6-E26A-444B-8D6E-1A5C101FA0D5}" dt="2024-05-02T16:29:01.450" v="913" actId="478"/>
          <ac:spMkLst>
            <pc:docMk/>
            <pc:sldMk cId="2290238952" sldId="2146448188"/>
            <ac:spMk id="3" creationId="{77BDC55D-7525-E52B-9112-91B24F04F8C9}"/>
          </ac:spMkLst>
        </pc:spChg>
        <pc:spChg chg="del">
          <ac:chgData name="CESAR AUGUSTO GIRALDO GARCIA" userId="fd4b0cd1-972d-40c1-b832-dec5f95c97f1" providerId="ADAL" clId="{2CCE61A6-E26A-444B-8D6E-1A5C101FA0D5}" dt="2024-05-02T16:29:01.450" v="913" actId="478"/>
          <ac:spMkLst>
            <pc:docMk/>
            <pc:sldMk cId="2290238952" sldId="2146448188"/>
            <ac:spMk id="4" creationId="{7F88862A-6468-4D51-C748-C89D0F8E243F}"/>
          </ac:spMkLst>
        </pc:spChg>
        <pc:spChg chg="del">
          <ac:chgData name="CESAR AUGUSTO GIRALDO GARCIA" userId="fd4b0cd1-972d-40c1-b832-dec5f95c97f1" providerId="ADAL" clId="{2CCE61A6-E26A-444B-8D6E-1A5C101FA0D5}" dt="2024-05-02T16:29:01.450" v="913" actId="478"/>
          <ac:spMkLst>
            <pc:docMk/>
            <pc:sldMk cId="2290238952" sldId="2146448188"/>
            <ac:spMk id="5" creationId="{8C5CEABD-BAE6-4FC5-F012-27063E350C8D}"/>
          </ac:spMkLst>
        </pc:spChg>
        <pc:spChg chg="del">
          <ac:chgData name="CESAR AUGUSTO GIRALDO GARCIA" userId="fd4b0cd1-972d-40c1-b832-dec5f95c97f1" providerId="ADAL" clId="{2CCE61A6-E26A-444B-8D6E-1A5C101FA0D5}" dt="2024-05-02T16:29:01.450" v="913" actId="478"/>
          <ac:spMkLst>
            <pc:docMk/>
            <pc:sldMk cId="2290238952" sldId="2146448188"/>
            <ac:spMk id="6" creationId="{B682674D-663B-D86F-0E06-1C099E2DBF2E}"/>
          </ac:spMkLst>
        </pc:spChg>
        <pc:spChg chg="del">
          <ac:chgData name="CESAR AUGUSTO GIRALDO GARCIA" userId="fd4b0cd1-972d-40c1-b832-dec5f95c97f1" providerId="ADAL" clId="{2CCE61A6-E26A-444B-8D6E-1A5C101FA0D5}" dt="2024-05-02T16:29:01.450" v="913" actId="478"/>
          <ac:spMkLst>
            <pc:docMk/>
            <pc:sldMk cId="2290238952" sldId="2146448188"/>
            <ac:spMk id="7" creationId="{A43FD6A9-F454-B29A-BE01-4E89C4BB4042}"/>
          </ac:spMkLst>
        </pc:spChg>
        <pc:spChg chg="add mod">
          <ac:chgData name="CESAR AUGUSTO GIRALDO GARCIA" userId="fd4b0cd1-972d-40c1-b832-dec5f95c97f1" providerId="ADAL" clId="{2CCE61A6-E26A-444B-8D6E-1A5C101FA0D5}" dt="2024-05-02T16:29:09.616" v="914"/>
          <ac:spMkLst>
            <pc:docMk/>
            <pc:sldMk cId="2290238952" sldId="2146448188"/>
            <ac:spMk id="8" creationId="{80DA1776-4E54-997C-DBE1-E7D3F4044264}"/>
          </ac:spMkLst>
        </pc:spChg>
        <pc:spChg chg="add mod">
          <ac:chgData name="CESAR AUGUSTO GIRALDO GARCIA" userId="fd4b0cd1-972d-40c1-b832-dec5f95c97f1" providerId="ADAL" clId="{2CCE61A6-E26A-444B-8D6E-1A5C101FA0D5}" dt="2024-05-02T16:29:09.616" v="914"/>
          <ac:spMkLst>
            <pc:docMk/>
            <pc:sldMk cId="2290238952" sldId="2146448188"/>
            <ac:spMk id="9" creationId="{927BC9EC-B6F5-A3D3-A28D-273A4079123F}"/>
          </ac:spMkLst>
        </pc:spChg>
        <pc:spChg chg="del">
          <ac:chgData name="CESAR AUGUSTO GIRALDO GARCIA" userId="fd4b0cd1-972d-40c1-b832-dec5f95c97f1" providerId="ADAL" clId="{2CCE61A6-E26A-444B-8D6E-1A5C101FA0D5}" dt="2024-05-02T16:29:01.450" v="913" actId="478"/>
          <ac:spMkLst>
            <pc:docMk/>
            <pc:sldMk cId="2290238952" sldId="2146448188"/>
            <ac:spMk id="10" creationId="{6C3A0B93-492B-E053-6CEA-CD45A6136F9F}"/>
          </ac:spMkLst>
        </pc:spChg>
        <pc:spChg chg="add mod">
          <ac:chgData name="CESAR AUGUSTO GIRALDO GARCIA" userId="fd4b0cd1-972d-40c1-b832-dec5f95c97f1" providerId="ADAL" clId="{2CCE61A6-E26A-444B-8D6E-1A5C101FA0D5}" dt="2024-05-02T16:29:09.616" v="914"/>
          <ac:spMkLst>
            <pc:docMk/>
            <pc:sldMk cId="2290238952" sldId="2146448188"/>
            <ac:spMk id="14" creationId="{9095328A-2F64-0FDF-E57D-3754B5287303}"/>
          </ac:spMkLst>
        </pc:spChg>
        <pc:spChg chg="add mod">
          <ac:chgData name="CESAR AUGUSTO GIRALDO GARCIA" userId="fd4b0cd1-972d-40c1-b832-dec5f95c97f1" providerId="ADAL" clId="{2CCE61A6-E26A-444B-8D6E-1A5C101FA0D5}" dt="2024-05-02T16:29:09.616" v="914"/>
          <ac:spMkLst>
            <pc:docMk/>
            <pc:sldMk cId="2290238952" sldId="2146448188"/>
            <ac:spMk id="18" creationId="{3BB01808-0F29-D83C-BD08-B6A7DAC20BFD}"/>
          </ac:spMkLst>
        </pc:spChg>
        <pc:spChg chg="add mod">
          <ac:chgData name="CESAR AUGUSTO GIRALDO GARCIA" userId="fd4b0cd1-972d-40c1-b832-dec5f95c97f1" providerId="ADAL" clId="{2CCE61A6-E26A-444B-8D6E-1A5C101FA0D5}" dt="2024-05-02T16:29:09.616" v="914"/>
          <ac:spMkLst>
            <pc:docMk/>
            <pc:sldMk cId="2290238952" sldId="2146448188"/>
            <ac:spMk id="20" creationId="{6157FDFB-B906-779E-9F6A-CA763DF202F1}"/>
          </ac:spMkLst>
        </pc:spChg>
        <pc:spChg chg="add mod">
          <ac:chgData name="CESAR AUGUSTO GIRALDO GARCIA" userId="fd4b0cd1-972d-40c1-b832-dec5f95c97f1" providerId="ADAL" clId="{2CCE61A6-E26A-444B-8D6E-1A5C101FA0D5}" dt="2024-05-02T16:29:09.616" v="914"/>
          <ac:spMkLst>
            <pc:docMk/>
            <pc:sldMk cId="2290238952" sldId="2146448188"/>
            <ac:spMk id="26" creationId="{E8A6D1F2-6E4A-84A3-B54E-701131E18C8F}"/>
          </ac:spMkLst>
        </pc:spChg>
        <pc:spChg chg="del">
          <ac:chgData name="CESAR AUGUSTO GIRALDO GARCIA" userId="fd4b0cd1-972d-40c1-b832-dec5f95c97f1" providerId="ADAL" clId="{2CCE61A6-E26A-444B-8D6E-1A5C101FA0D5}" dt="2024-05-02T16:29:01.450" v="913" actId="478"/>
          <ac:spMkLst>
            <pc:docMk/>
            <pc:sldMk cId="2290238952" sldId="2146448188"/>
            <ac:spMk id="27" creationId="{C48F0852-31F4-D7C8-CB7D-7E67EF9E4A56}"/>
          </ac:spMkLst>
        </pc:spChg>
        <pc:spChg chg="add mod">
          <ac:chgData name="CESAR AUGUSTO GIRALDO GARCIA" userId="fd4b0cd1-972d-40c1-b832-dec5f95c97f1" providerId="ADAL" clId="{2CCE61A6-E26A-444B-8D6E-1A5C101FA0D5}" dt="2024-05-02T16:29:09.616" v="914"/>
          <ac:spMkLst>
            <pc:docMk/>
            <pc:sldMk cId="2290238952" sldId="2146448188"/>
            <ac:spMk id="29" creationId="{E6259AC2-9BFA-993D-35D3-6E0BB00248EC}"/>
          </ac:spMkLst>
        </pc:spChg>
        <pc:spChg chg="add mod">
          <ac:chgData name="CESAR AUGUSTO GIRALDO GARCIA" userId="fd4b0cd1-972d-40c1-b832-dec5f95c97f1" providerId="ADAL" clId="{2CCE61A6-E26A-444B-8D6E-1A5C101FA0D5}" dt="2024-05-02T16:29:09.616" v="914"/>
          <ac:spMkLst>
            <pc:docMk/>
            <pc:sldMk cId="2290238952" sldId="2146448188"/>
            <ac:spMk id="30" creationId="{80CFE63D-7C03-F59A-99C1-78AF9BFCF0E5}"/>
          </ac:spMkLst>
        </pc:spChg>
        <pc:spChg chg="add mod">
          <ac:chgData name="CESAR AUGUSTO GIRALDO GARCIA" userId="fd4b0cd1-972d-40c1-b832-dec5f95c97f1" providerId="ADAL" clId="{2CCE61A6-E26A-444B-8D6E-1A5C101FA0D5}" dt="2024-05-02T16:29:27.475" v="916" actId="1076"/>
          <ac:spMkLst>
            <pc:docMk/>
            <pc:sldMk cId="2290238952" sldId="2146448188"/>
            <ac:spMk id="31" creationId="{6CC1115F-0D82-735E-F38D-E2287D14C6D0}"/>
          </ac:spMkLst>
        </pc:spChg>
        <pc:spChg chg="del">
          <ac:chgData name="CESAR AUGUSTO GIRALDO GARCIA" userId="fd4b0cd1-972d-40c1-b832-dec5f95c97f1" providerId="ADAL" clId="{2CCE61A6-E26A-444B-8D6E-1A5C101FA0D5}" dt="2024-05-02T16:29:01.450" v="913" actId="478"/>
          <ac:spMkLst>
            <pc:docMk/>
            <pc:sldMk cId="2290238952" sldId="2146448188"/>
            <ac:spMk id="39" creationId="{0F82FCA6-DD3B-F50D-363F-26097E979F51}"/>
          </ac:spMkLst>
        </pc:spChg>
        <pc:grpChg chg="del">
          <ac:chgData name="CESAR AUGUSTO GIRALDO GARCIA" userId="fd4b0cd1-972d-40c1-b832-dec5f95c97f1" providerId="ADAL" clId="{2CCE61A6-E26A-444B-8D6E-1A5C101FA0D5}" dt="2024-05-02T16:29:01.450" v="913" actId="478"/>
          <ac:grpSpMkLst>
            <pc:docMk/>
            <pc:sldMk cId="2290238952" sldId="2146448188"/>
            <ac:grpSpMk id="11" creationId="{78059ACE-7AE7-16E8-31F4-331F71FE8512}"/>
          </ac:grpSpMkLst>
        </pc:grpChg>
        <pc:picChg chg="del">
          <ac:chgData name="CESAR AUGUSTO GIRALDO GARCIA" userId="fd4b0cd1-972d-40c1-b832-dec5f95c97f1" providerId="ADAL" clId="{2CCE61A6-E26A-444B-8D6E-1A5C101FA0D5}" dt="2024-05-02T16:29:01.450" v="913" actId="478"/>
          <ac:picMkLst>
            <pc:docMk/>
            <pc:sldMk cId="2290238952" sldId="2146448188"/>
            <ac:picMk id="2" creationId="{C3CF0A68-F2EF-CBC8-FDC5-EDCA16D823FD}"/>
          </ac:picMkLst>
        </pc:picChg>
        <pc:picChg chg="add mod">
          <ac:chgData name="CESAR AUGUSTO GIRALDO GARCIA" userId="fd4b0cd1-972d-40c1-b832-dec5f95c97f1" providerId="ADAL" clId="{2CCE61A6-E26A-444B-8D6E-1A5C101FA0D5}" dt="2024-05-02T16:29:09.616" v="914"/>
          <ac:picMkLst>
            <pc:docMk/>
            <pc:sldMk cId="2290238952" sldId="2146448188"/>
            <ac:picMk id="17" creationId="{25732624-D408-0499-DEF2-9EEBE718D710}"/>
          </ac:picMkLst>
        </pc:picChg>
        <pc:picChg chg="add mod">
          <ac:chgData name="CESAR AUGUSTO GIRALDO GARCIA" userId="fd4b0cd1-972d-40c1-b832-dec5f95c97f1" providerId="ADAL" clId="{2CCE61A6-E26A-444B-8D6E-1A5C101FA0D5}" dt="2024-05-02T16:29:09.616" v="914"/>
          <ac:picMkLst>
            <pc:docMk/>
            <pc:sldMk cId="2290238952" sldId="2146448188"/>
            <ac:picMk id="19" creationId="{8198F9CA-022F-2F2C-C3A4-AE10220488AA}"/>
          </ac:picMkLst>
        </pc:picChg>
        <pc:cxnChg chg="add mod">
          <ac:chgData name="CESAR AUGUSTO GIRALDO GARCIA" userId="fd4b0cd1-972d-40c1-b832-dec5f95c97f1" providerId="ADAL" clId="{2CCE61A6-E26A-444B-8D6E-1A5C101FA0D5}" dt="2024-05-02T16:29:09.616" v="914"/>
          <ac:cxnSpMkLst>
            <pc:docMk/>
            <pc:sldMk cId="2290238952" sldId="2146448188"/>
            <ac:cxnSpMk id="15" creationId="{C62B40A8-6856-AD46-8972-64FE10355963}"/>
          </ac:cxnSpMkLst>
        </pc:cxnChg>
        <pc:cxnChg chg="add mod">
          <ac:chgData name="CESAR AUGUSTO GIRALDO GARCIA" userId="fd4b0cd1-972d-40c1-b832-dec5f95c97f1" providerId="ADAL" clId="{2CCE61A6-E26A-444B-8D6E-1A5C101FA0D5}" dt="2024-05-02T16:29:09.616" v="914"/>
          <ac:cxnSpMkLst>
            <pc:docMk/>
            <pc:sldMk cId="2290238952" sldId="2146448188"/>
            <ac:cxnSpMk id="16" creationId="{D0279300-A31A-65F1-300B-0B225F4E6E08}"/>
          </ac:cxnSpMkLst>
        </pc:cxnChg>
        <pc:cxnChg chg="del">
          <ac:chgData name="CESAR AUGUSTO GIRALDO GARCIA" userId="fd4b0cd1-972d-40c1-b832-dec5f95c97f1" providerId="ADAL" clId="{2CCE61A6-E26A-444B-8D6E-1A5C101FA0D5}" dt="2024-05-02T16:29:01.450" v="913" actId="478"/>
          <ac:cxnSpMkLst>
            <pc:docMk/>
            <pc:sldMk cId="2290238952" sldId="2146448188"/>
            <ac:cxnSpMk id="22" creationId="{45E2F2A5-9981-792A-20E9-5DBA13DE5C6F}"/>
          </ac:cxnSpMkLst>
        </pc:cxnChg>
        <pc:cxnChg chg="del mod">
          <ac:chgData name="CESAR AUGUSTO GIRALDO GARCIA" userId="fd4b0cd1-972d-40c1-b832-dec5f95c97f1" providerId="ADAL" clId="{2CCE61A6-E26A-444B-8D6E-1A5C101FA0D5}" dt="2024-05-02T16:29:01.450" v="913" actId="478"/>
          <ac:cxnSpMkLst>
            <pc:docMk/>
            <pc:sldMk cId="2290238952" sldId="2146448188"/>
            <ac:cxnSpMk id="23" creationId="{DFD10D52-E476-BAF4-74D2-0F7714DE76B4}"/>
          </ac:cxnSpMkLst>
        </pc:cxnChg>
        <pc:cxnChg chg="del">
          <ac:chgData name="CESAR AUGUSTO GIRALDO GARCIA" userId="fd4b0cd1-972d-40c1-b832-dec5f95c97f1" providerId="ADAL" clId="{2CCE61A6-E26A-444B-8D6E-1A5C101FA0D5}" dt="2024-05-02T16:29:01.450" v="913" actId="478"/>
          <ac:cxnSpMkLst>
            <pc:docMk/>
            <pc:sldMk cId="2290238952" sldId="2146448188"/>
            <ac:cxnSpMk id="24" creationId="{4BF0350D-8BAB-27F5-69DA-645D5B18103B}"/>
          </ac:cxnSpMkLst>
        </pc:cxnChg>
        <pc:cxnChg chg="del">
          <ac:chgData name="CESAR AUGUSTO GIRALDO GARCIA" userId="fd4b0cd1-972d-40c1-b832-dec5f95c97f1" providerId="ADAL" clId="{2CCE61A6-E26A-444B-8D6E-1A5C101FA0D5}" dt="2024-05-02T16:29:01.450" v="913" actId="478"/>
          <ac:cxnSpMkLst>
            <pc:docMk/>
            <pc:sldMk cId="2290238952" sldId="2146448188"/>
            <ac:cxnSpMk id="25" creationId="{9A80EFF9-CB3D-7B23-A81B-E165AB7C74A9}"/>
          </ac:cxnSpMkLst>
        </pc:cxnChg>
        <pc:cxnChg chg="del mod">
          <ac:chgData name="CESAR AUGUSTO GIRALDO GARCIA" userId="fd4b0cd1-972d-40c1-b832-dec5f95c97f1" providerId="ADAL" clId="{2CCE61A6-E26A-444B-8D6E-1A5C101FA0D5}" dt="2024-05-02T16:29:01.450" v="913" actId="478"/>
          <ac:cxnSpMkLst>
            <pc:docMk/>
            <pc:sldMk cId="2290238952" sldId="2146448188"/>
            <ac:cxnSpMk id="28" creationId="{02D53B2D-1657-B85A-5150-C6DE144A7982}"/>
          </ac:cxnSpMkLst>
        </pc:cxnChg>
      </pc:sldChg>
      <pc:sldChg chg="add del setBg">
        <pc:chgData name="CESAR AUGUSTO GIRALDO GARCIA" userId="fd4b0cd1-972d-40c1-b832-dec5f95c97f1" providerId="ADAL" clId="{2CCE61A6-E26A-444B-8D6E-1A5C101FA0D5}" dt="2024-05-02T16:28:58.191" v="911"/>
        <pc:sldMkLst>
          <pc:docMk/>
          <pc:sldMk cId="3159057304" sldId="214644818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70B1A6-A94C-435C-9641-3D2F9E70EAC1}" type="doc">
      <dgm:prSet loTypeId="urn:microsoft.com/office/officeart/2005/8/layout/hChevron3" loCatId="process" qsTypeId="urn:microsoft.com/office/officeart/2005/8/quickstyle/simple1" qsCatId="simple" csTypeId="urn:microsoft.com/office/officeart/2005/8/colors/colorful3" csCatId="colorful" phldr="1"/>
      <dgm:spPr/>
    </dgm:pt>
    <dgm:pt modelId="{E0964AA9-F9D9-419E-B8DD-59F0B349146C}">
      <dgm:prSet phldrT="[Texto]"/>
      <dgm:spPr/>
      <dgm:t>
        <a:bodyPr/>
        <a:lstStyle/>
        <a:p>
          <a:r>
            <a:rPr lang="es-MX" dirty="0"/>
            <a:t>1</a:t>
          </a:r>
          <a:endParaRPr lang="es-CO" dirty="0"/>
        </a:p>
      </dgm:t>
    </dgm:pt>
    <dgm:pt modelId="{27CE26D9-F431-4EF2-8DF4-D9218319E80A}" type="parTrans" cxnId="{B61E502B-EC3F-4863-B525-6E2922D43DB1}">
      <dgm:prSet/>
      <dgm:spPr/>
      <dgm:t>
        <a:bodyPr/>
        <a:lstStyle/>
        <a:p>
          <a:endParaRPr lang="es-CO"/>
        </a:p>
      </dgm:t>
    </dgm:pt>
    <dgm:pt modelId="{1EE67E29-A40A-4734-AA80-7C56F6E1E940}" type="sibTrans" cxnId="{B61E502B-EC3F-4863-B525-6E2922D43DB1}">
      <dgm:prSet/>
      <dgm:spPr/>
      <dgm:t>
        <a:bodyPr/>
        <a:lstStyle/>
        <a:p>
          <a:endParaRPr lang="es-CO"/>
        </a:p>
      </dgm:t>
    </dgm:pt>
    <dgm:pt modelId="{8DD4FC48-24A8-4D99-BEAF-39CBE2200A1B}">
      <dgm:prSet phldrT="[Texto]"/>
      <dgm:spPr/>
      <dgm:t>
        <a:bodyPr/>
        <a:lstStyle/>
        <a:p>
          <a:r>
            <a:rPr lang="es-MX" dirty="0"/>
            <a:t>2</a:t>
          </a:r>
          <a:endParaRPr lang="es-CO" dirty="0"/>
        </a:p>
      </dgm:t>
    </dgm:pt>
    <dgm:pt modelId="{412B9F3E-8E8E-4878-80F2-0C37BE03CEB9}" type="parTrans" cxnId="{7BF779B9-86CF-4F00-B1D0-32086CC85129}">
      <dgm:prSet/>
      <dgm:spPr/>
      <dgm:t>
        <a:bodyPr/>
        <a:lstStyle/>
        <a:p>
          <a:endParaRPr lang="es-CO"/>
        </a:p>
      </dgm:t>
    </dgm:pt>
    <dgm:pt modelId="{3C7A537C-B009-4781-A162-E02493E9F1B3}" type="sibTrans" cxnId="{7BF779B9-86CF-4F00-B1D0-32086CC85129}">
      <dgm:prSet/>
      <dgm:spPr/>
      <dgm:t>
        <a:bodyPr/>
        <a:lstStyle/>
        <a:p>
          <a:endParaRPr lang="es-CO"/>
        </a:p>
      </dgm:t>
    </dgm:pt>
    <dgm:pt modelId="{EEB3AFDD-ECF4-4893-9C29-64BFB4B80A2E}">
      <dgm:prSet phldrT="[Texto]"/>
      <dgm:spPr/>
      <dgm:t>
        <a:bodyPr/>
        <a:lstStyle/>
        <a:p>
          <a:r>
            <a:rPr lang="es-MX" dirty="0"/>
            <a:t>3</a:t>
          </a:r>
          <a:endParaRPr lang="es-CO" dirty="0"/>
        </a:p>
      </dgm:t>
    </dgm:pt>
    <dgm:pt modelId="{07D95D60-CC54-4A6E-8D6F-2E38048574C2}" type="parTrans" cxnId="{CD64C9CE-1F91-43BA-BE63-E582196CED41}">
      <dgm:prSet/>
      <dgm:spPr/>
      <dgm:t>
        <a:bodyPr/>
        <a:lstStyle/>
        <a:p>
          <a:endParaRPr lang="es-CO"/>
        </a:p>
      </dgm:t>
    </dgm:pt>
    <dgm:pt modelId="{F5FA88F3-FFAC-4B24-A954-ECF4D8FBF61B}" type="sibTrans" cxnId="{CD64C9CE-1F91-43BA-BE63-E582196CED41}">
      <dgm:prSet/>
      <dgm:spPr/>
      <dgm:t>
        <a:bodyPr/>
        <a:lstStyle/>
        <a:p>
          <a:endParaRPr lang="es-CO"/>
        </a:p>
      </dgm:t>
    </dgm:pt>
    <dgm:pt modelId="{1CFFB740-0EA4-4514-8184-98AE455A9A31}">
      <dgm:prSet phldrT="[Texto]"/>
      <dgm:spPr/>
      <dgm:t>
        <a:bodyPr/>
        <a:lstStyle/>
        <a:p>
          <a:r>
            <a:rPr lang="es-MX" dirty="0"/>
            <a:t>4</a:t>
          </a:r>
          <a:endParaRPr lang="es-CO" dirty="0"/>
        </a:p>
      </dgm:t>
    </dgm:pt>
    <dgm:pt modelId="{AFD4B65A-3944-45C0-A749-B03957A32F27}" type="parTrans" cxnId="{5A57EFBA-9281-4A25-B32F-2FCB38917AF1}">
      <dgm:prSet/>
      <dgm:spPr/>
      <dgm:t>
        <a:bodyPr/>
        <a:lstStyle/>
        <a:p>
          <a:endParaRPr lang="es-CO"/>
        </a:p>
      </dgm:t>
    </dgm:pt>
    <dgm:pt modelId="{B3847982-504D-4443-B2AE-7E992B320B6C}" type="sibTrans" cxnId="{5A57EFBA-9281-4A25-B32F-2FCB38917AF1}">
      <dgm:prSet/>
      <dgm:spPr/>
      <dgm:t>
        <a:bodyPr/>
        <a:lstStyle/>
        <a:p>
          <a:endParaRPr lang="es-CO"/>
        </a:p>
      </dgm:t>
    </dgm:pt>
    <dgm:pt modelId="{87E7C241-7C96-46AD-A4CE-D013A9D79744}">
      <dgm:prSet phldrT="[Texto]"/>
      <dgm:spPr/>
      <dgm:t>
        <a:bodyPr/>
        <a:lstStyle/>
        <a:p>
          <a:r>
            <a:rPr lang="es-MX" dirty="0"/>
            <a:t>5</a:t>
          </a:r>
          <a:endParaRPr lang="es-CO" dirty="0"/>
        </a:p>
      </dgm:t>
    </dgm:pt>
    <dgm:pt modelId="{3F7DABC3-82A7-4AA3-8041-F3EFBD712C62}" type="parTrans" cxnId="{57EFF18D-FCD1-4554-850B-E29C6B8D478C}">
      <dgm:prSet/>
      <dgm:spPr/>
      <dgm:t>
        <a:bodyPr/>
        <a:lstStyle/>
        <a:p>
          <a:endParaRPr lang="es-CO"/>
        </a:p>
      </dgm:t>
    </dgm:pt>
    <dgm:pt modelId="{359A19F8-68C1-496D-ABA8-CE7C064422E2}" type="sibTrans" cxnId="{57EFF18D-FCD1-4554-850B-E29C6B8D478C}">
      <dgm:prSet/>
      <dgm:spPr/>
      <dgm:t>
        <a:bodyPr/>
        <a:lstStyle/>
        <a:p>
          <a:endParaRPr lang="es-CO"/>
        </a:p>
      </dgm:t>
    </dgm:pt>
    <dgm:pt modelId="{C2DBB47B-8EC0-4FF9-832D-38351AA2CA19}">
      <dgm:prSet phldrT="[Texto]"/>
      <dgm:spPr/>
      <dgm:t>
        <a:bodyPr/>
        <a:lstStyle/>
        <a:p>
          <a:r>
            <a:rPr lang="es-MX" dirty="0"/>
            <a:t>6</a:t>
          </a:r>
          <a:endParaRPr lang="es-CO" dirty="0"/>
        </a:p>
      </dgm:t>
    </dgm:pt>
    <dgm:pt modelId="{D64E5F26-00F8-44D1-B0B8-F4ED53F42AF5}" type="parTrans" cxnId="{C249FEF7-B405-4CC0-B9BB-9D09756E3B54}">
      <dgm:prSet/>
      <dgm:spPr/>
      <dgm:t>
        <a:bodyPr/>
        <a:lstStyle/>
        <a:p>
          <a:endParaRPr lang="es-CO"/>
        </a:p>
      </dgm:t>
    </dgm:pt>
    <dgm:pt modelId="{A3E46C94-DF86-44CC-9068-60847D252B8F}" type="sibTrans" cxnId="{C249FEF7-B405-4CC0-B9BB-9D09756E3B54}">
      <dgm:prSet/>
      <dgm:spPr/>
      <dgm:t>
        <a:bodyPr/>
        <a:lstStyle/>
        <a:p>
          <a:endParaRPr lang="es-CO"/>
        </a:p>
      </dgm:t>
    </dgm:pt>
    <dgm:pt modelId="{027CD5F8-0A43-43E4-94FC-CCE458B74B45}">
      <dgm:prSet phldrT="[Texto]"/>
      <dgm:spPr/>
      <dgm:t>
        <a:bodyPr/>
        <a:lstStyle/>
        <a:p>
          <a:r>
            <a:rPr lang="es-MX" dirty="0"/>
            <a:t>7</a:t>
          </a:r>
          <a:endParaRPr lang="es-CO" dirty="0"/>
        </a:p>
      </dgm:t>
    </dgm:pt>
    <dgm:pt modelId="{E14A7326-183A-4530-9A08-773F9F1CCD50}" type="parTrans" cxnId="{EB65B26B-F337-4AE1-B08B-6FA01D1A45B2}">
      <dgm:prSet/>
      <dgm:spPr/>
      <dgm:t>
        <a:bodyPr/>
        <a:lstStyle/>
        <a:p>
          <a:endParaRPr lang="es-CO"/>
        </a:p>
      </dgm:t>
    </dgm:pt>
    <dgm:pt modelId="{8A0EE336-EE87-44A6-A50A-24D47CF94C4A}" type="sibTrans" cxnId="{EB65B26B-F337-4AE1-B08B-6FA01D1A45B2}">
      <dgm:prSet/>
      <dgm:spPr/>
      <dgm:t>
        <a:bodyPr/>
        <a:lstStyle/>
        <a:p>
          <a:endParaRPr lang="es-CO"/>
        </a:p>
      </dgm:t>
    </dgm:pt>
    <dgm:pt modelId="{ED798E5B-B65C-407B-BA73-904264674F4D}">
      <dgm:prSet phldrT="[Texto]"/>
      <dgm:spPr/>
      <dgm:t>
        <a:bodyPr/>
        <a:lstStyle/>
        <a:p>
          <a:r>
            <a:rPr lang="es-MX" dirty="0"/>
            <a:t>8</a:t>
          </a:r>
          <a:endParaRPr lang="es-CO" dirty="0"/>
        </a:p>
      </dgm:t>
    </dgm:pt>
    <dgm:pt modelId="{8F0B8950-D61E-4395-802D-32294EADF1E5}" type="parTrans" cxnId="{72CC886D-70B4-4E82-B4C1-115C18024B54}">
      <dgm:prSet/>
      <dgm:spPr/>
      <dgm:t>
        <a:bodyPr/>
        <a:lstStyle/>
        <a:p>
          <a:endParaRPr lang="es-CO"/>
        </a:p>
      </dgm:t>
    </dgm:pt>
    <dgm:pt modelId="{E3364727-CE9D-4BA1-A991-0BA2EC5D97DB}" type="sibTrans" cxnId="{72CC886D-70B4-4E82-B4C1-115C18024B54}">
      <dgm:prSet/>
      <dgm:spPr/>
      <dgm:t>
        <a:bodyPr/>
        <a:lstStyle/>
        <a:p>
          <a:endParaRPr lang="es-CO"/>
        </a:p>
      </dgm:t>
    </dgm:pt>
    <dgm:pt modelId="{EFEE8445-F606-4821-8075-14DC2E70B60F}">
      <dgm:prSet phldrT="[Texto]"/>
      <dgm:spPr/>
      <dgm:t>
        <a:bodyPr/>
        <a:lstStyle/>
        <a:p>
          <a:r>
            <a:rPr lang="es-MX" dirty="0"/>
            <a:t>9</a:t>
          </a:r>
          <a:endParaRPr lang="es-CO" dirty="0"/>
        </a:p>
      </dgm:t>
    </dgm:pt>
    <dgm:pt modelId="{9FE1996B-5BA3-4A80-B7FC-0A32E0869B41}" type="parTrans" cxnId="{66A97CA1-AA82-47B3-85DB-C5603AF56180}">
      <dgm:prSet/>
      <dgm:spPr/>
      <dgm:t>
        <a:bodyPr/>
        <a:lstStyle/>
        <a:p>
          <a:endParaRPr lang="es-CO"/>
        </a:p>
      </dgm:t>
    </dgm:pt>
    <dgm:pt modelId="{4A907BF5-745A-4B3D-A074-B680F71A64DD}" type="sibTrans" cxnId="{66A97CA1-AA82-47B3-85DB-C5603AF56180}">
      <dgm:prSet/>
      <dgm:spPr/>
      <dgm:t>
        <a:bodyPr/>
        <a:lstStyle/>
        <a:p>
          <a:endParaRPr lang="es-CO"/>
        </a:p>
      </dgm:t>
    </dgm:pt>
    <dgm:pt modelId="{8E975A72-F49B-4FA3-A6FC-5F084D5D71DD}">
      <dgm:prSet phldrT="[Texto]"/>
      <dgm:spPr/>
      <dgm:t>
        <a:bodyPr/>
        <a:lstStyle/>
        <a:p>
          <a:r>
            <a:rPr lang="es-MX" dirty="0"/>
            <a:t>10</a:t>
          </a:r>
          <a:endParaRPr lang="es-CO" dirty="0"/>
        </a:p>
      </dgm:t>
    </dgm:pt>
    <dgm:pt modelId="{4EBB291A-B638-4D02-97F0-1C627BCE6C81}" type="parTrans" cxnId="{BCFD9FEE-1C87-46F0-A50E-E33AD3A947A6}">
      <dgm:prSet/>
      <dgm:spPr/>
      <dgm:t>
        <a:bodyPr/>
        <a:lstStyle/>
        <a:p>
          <a:endParaRPr lang="es-CO"/>
        </a:p>
      </dgm:t>
    </dgm:pt>
    <dgm:pt modelId="{F5199E5D-DE5A-4EB8-BB72-76BF3FE94EC5}" type="sibTrans" cxnId="{BCFD9FEE-1C87-46F0-A50E-E33AD3A947A6}">
      <dgm:prSet/>
      <dgm:spPr/>
      <dgm:t>
        <a:bodyPr/>
        <a:lstStyle/>
        <a:p>
          <a:endParaRPr lang="es-CO"/>
        </a:p>
      </dgm:t>
    </dgm:pt>
    <dgm:pt modelId="{EB93FD5C-FE1B-4D24-A099-6B80C2F6DE10}">
      <dgm:prSet phldrT="[Texto]"/>
      <dgm:spPr/>
      <dgm:t>
        <a:bodyPr/>
        <a:lstStyle/>
        <a:p>
          <a:r>
            <a:rPr lang="es-MX" dirty="0"/>
            <a:t>11</a:t>
          </a:r>
          <a:endParaRPr lang="es-CO" dirty="0"/>
        </a:p>
      </dgm:t>
    </dgm:pt>
    <dgm:pt modelId="{BA9F0818-25EC-4208-8615-32946A4361A2}" type="parTrans" cxnId="{866221D0-9CFB-4135-8127-2D53347B4C96}">
      <dgm:prSet/>
      <dgm:spPr/>
      <dgm:t>
        <a:bodyPr/>
        <a:lstStyle/>
        <a:p>
          <a:endParaRPr lang="es-CO"/>
        </a:p>
      </dgm:t>
    </dgm:pt>
    <dgm:pt modelId="{E590FAE5-CFF4-4A45-A1D8-BEE86CCF1FE1}" type="sibTrans" cxnId="{866221D0-9CFB-4135-8127-2D53347B4C96}">
      <dgm:prSet/>
      <dgm:spPr/>
      <dgm:t>
        <a:bodyPr/>
        <a:lstStyle/>
        <a:p>
          <a:endParaRPr lang="es-CO"/>
        </a:p>
      </dgm:t>
    </dgm:pt>
    <dgm:pt modelId="{31225A3D-2238-4EF8-A839-ECDB1F8F2C2F}">
      <dgm:prSet phldrT="[Texto]"/>
      <dgm:spPr/>
      <dgm:t>
        <a:bodyPr/>
        <a:lstStyle/>
        <a:p>
          <a:r>
            <a:rPr lang="es-MX" dirty="0"/>
            <a:t>12</a:t>
          </a:r>
          <a:endParaRPr lang="es-CO" dirty="0"/>
        </a:p>
      </dgm:t>
    </dgm:pt>
    <dgm:pt modelId="{D561564C-8F35-4BA7-A140-0E89FC9BE42B}" type="parTrans" cxnId="{512F320F-7083-4D1D-938A-2AEAB3ED1FE8}">
      <dgm:prSet/>
      <dgm:spPr/>
      <dgm:t>
        <a:bodyPr/>
        <a:lstStyle/>
        <a:p>
          <a:endParaRPr lang="es-CO"/>
        </a:p>
      </dgm:t>
    </dgm:pt>
    <dgm:pt modelId="{B3A332E3-A2F2-4940-B28E-ACFC7F3635B1}" type="sibTrans" cxnId="{512F320F-7083-4D1D-938A-2AEAB3ED1FE8}">
      <dgm:prSet/>
      <dgm:spPr/>
      <dgm:t>
        <a:bodyPr/>
        <a:lstStyle/>
        <a:p>
          <a:endParaRPr lang="es-CO"/>
        </a:p>
      </dgm:t>
    </dgm:pt>
    <dgm:pt modelId="{1FC09208-8D7F-4E62-8B0D-D29B57D74B4A}">
      <dgm:prSet phldrT="[Texto]"/>
      <dgm:spPr/>
      <dgm:t>
        <a:bodyPr/>
        <a:lstStyle/>
        <a:p>
          <a:r>
            <a:rPr lang="es-MX" dirty="0"/>
            <a:t>13</a:t>
          </a:r>
          <a:endParaRPr lang="es-CO" dirty="0"/>
        </a:p>
      </dgm:t>
    </dgm:pt>
    <dgm:pt modelId="{E1959E51-5ED0-4176-A5B9-5F7477906322}" type="parTrans" cxnId="{9637B176-C217-4991-9154-6DC781156150}">
      <dgm:prSet/>
      <dgm:spPr/>
      <dgm:t>
        <a:bodyPr/>
        <a:lstStyle/>
        <a:p>
          <a:endParaRPr lang="es-CO"/>
        </a:p>
      </dgm:t>
    </dgm:pt>
    <dgm:pt modelId="{388FFAA4-BEE9-4FD2-B025-879338EA8080}" type="sibTrans" cxnId="{9637B176-C217-4991-9154-6DC781156150}">
      <dgm:prSet/>
      <dgm:spPr/>
      <dgm:t>
        <a:bodyPr/>
        <a:lstStyle/>
        <a:p>
          <a:endParaRPr lang="es-CO"/>
        </a:p>
      </dgm:t>
    </dgm:pt>
    <dgm:pt modelId="{98175E49-9AAE-4B99-A5B3-3ECC52EB8003}">
      <dgm:prSet phldrT="[Texto]"/>
      <dgm:spPr/>
      <dgm:t>
        <a:bodyPr/>
        <a:lstStyle/>
        <a:p>
          <a:r>
            <a:rPr lang="es-MX" dirty="0"/>
            <a:t>14</a:t>
          </a:r>
          <a:endParaRPr lang="es-CO" dirty="0"/>
        </a:p>
      </dgm:t>
    </dgm:pt>
    <dgm:pt modelId="{506131D3-3093-4217-98B4-49DE16A44D3B}" type="parTrans" cxnId="{7303C23A-AF60-4250-8853-A6BA6B10BC50}">
      <dgm:prSet/>
      <dgm:spPr/>
      <dgm:t>
        <a:bodyPr/>
        <a:lstStyle/>
        <a:p>
          <a:endParaRPr lang="es-CO"/>
        </a:p>
      </dgm:t>
    </dgm:pt>
    <dgm:pt modelId="{76B3402F-9BFF-4518-8FB1-C94B5F3A0DE6}" type="sibTrans" cxnId="{7303C23A-AF60-4250-8853-A6BA6B10BC50}">
      <dgm:prSet/>
      <dgm:spPr/>
      <dgm:t>
        <a:bodyPr/>
        <a:lstStyle/>
        <a:p>
          <a:endParaRPr lang="es-CO"/>
        </a:p>
      </dgm:t>
    </dgm:pt>
    <dgm:pt modelId="{ACB94C72-C517-4F15-AB0A-49D65AD2D2FD}">
      <dgm:prSet phldrT="[Texto]"/>
      <dgm:spPr/>
      <dgm:t>
        <a:bodyPr/>
        <a:lstStyle/>
        <a:p>
          <a:r>
            <a:rPr lang="es-MX" dirty="0"/>
            <a:t>15</a:t>
          </a:r>
          <a:endParaRPr lang="es-CO" dirty="0"/>
        </a:p>
      </dgm:t>
    </dgm:pt>
    <dgm:pt modelId="{9EF4D0F1-BA0B-4674-AB75-64B9E7C01144}" type="parTrans" cxnId="{41323D9E-C1B5-4A46-884A-F65C291BACF2}">
      <dgm:prSet/>
      <dgm:spPr/>
      <dgm:t>
        <a:bodyPr/>
        <a:lstStyle/>
        <a:p>
          <a:endParaRPr lang="es-CO"/>
        </a:p>
      </dgm:t>
    </dgm:pt>
    <dgm:pt modelId="{F194AD31-6B2E-4F7A-B623-005E4C87B0A6}" type="sibTrans" cxnId="{41323D9E-C1B5-4A46-884A-F65C291BACF2}">
      <dgm:prSet/>
      <dgm:spPr/>
      <dgm:t>
        <a:bodyPr/>
        <a:lstStyle/>
        <a:p>
          <a:endParaRPr lang="es-CO"/>
        </a:p>
      </dgm:t>
    </dgm:pt>
    <dgm:pt modelId="{83E8869F-EA65-4F87-BC46-02A339FCEEDB}" type="pres">
      <dgm:prSet presAssocID="{1070B1A6-A94C-435C-9641-3D2F9E70EAC1}" presName="Name0" presStyleCnt="0">
        <dgm:presLayoutVars>
          <dgm:dir/>
          <dgm:resizeHandles val="exact"/>
        </dgm:presLayoutVars>
      </dgm:prSet>
      <dgm:spPr/>
    </dgm:pt>
    <dgm:pt modelId="{B329B4F4-2E0C-4AC2-8A2D-4F8F4317111D}" type="pres">
      <dgm:prSet presAssocID="{E0964AA9-F9D9-419E-B8DD-59F0B349146C}" presName="parTxOnly" presStyleLbl="node1" presStyleIdx="0" presStyleCnt="15">
        <dgm:presLayoutVars>
          <dgm:bulletEnabled val="1"/>
        </dgm:presLayoutVars>
      </dgm:prSet>
      <dgm:spPr/>
    </dgm:pt>
    <dgm:pt modelId="{EAAEBA11-C1F8-4F98-B85F-D33D0B42936C}" type="pres">
      <dgm:prSet presAssocID="{1EE67E29-A40A-4734-AA80-7C56F6E1E940}" presName="parSpace" presStyleCnt="0"/>
      <dgm:spPr/>
    </dgm:pt>
    <dgm:pt modelId="{3F21CFF9-8C53-42AB-B68C-B905827F5AAE}" type="pres">
      <dgm:prSet presAssocID="{8DD4FC48-24A8-4D99-BEAF-39CBE2200A1B}" presName="parTxOnly" presStyleLbl="node1" presStyleIdx="1" presStyleCnt="15">
        <dgm:presLayoutVars>
          <dgm:bulletEnabled val="1"/>
        </dgm:presLayoutVars>
      </dgm:prSet>
      <dgm:spPr/>
    </dgm:pt>
    <dgm:pt modelId="{8BC3AE3F-4E37-4CE7-895A-881BCD2352AA}" type="pres">
      <dgm:prSet presAssocID="{3C7A537C-B009-4781-A162-E02493E9F1B3}" presName="parSpace" presStyleCnt="0"/>
      <dgm:spPr/>
    </dgm:pt>
    <dgm:pt modelId="{2DBF85B1-A42C-4EA1-9ABD-BA2B57B1BCB4}" type="pres">
      <dgm:prSet presAssocID="{EEB3AFDD-ECF4-4893-9C29-64BFB4B80A2E}" presName="parTxOnly" presStyleLbl="node1" presStyleIdx="2" presStyleCnt="15">
        <dgm:presLayoutVars>
          <dgm:bulletEnabled val="1"/>
        </dgm:presLayoutVars>
      </dgm:prSet>
      <dgm:spPr/>
    </dgm:pt>
    <dgm:pt modelId="{C1C8FD38-E19F-45F1-8914-2FE78C6E6266}" type="pres">
      <dgm:prSet presAssocID="{F5FA88F3-FFAC-4B24-A954-ECF4D8FBF61B}" presName="parSpace" presStyleCnt="0"/>
      <dgm:spPr/>
    </dgm:pt>
    <dgm:pt modelId="{ADAB7F9E-41F8-4778-A3E8-62CDAD124279}" type="pres">
      <dgm:prSet presAssocID="{1CFFB740-0EA4-4514-8184-98AE455A9A31}" presName="parTxOnly" presStyleLbl="node1" presStyleIdx="3" presStyleCnt="15">
        <dgm:presLayoutVars>
          <dgm:bulletEnabled val="1"/>
        </dgm:presLayoutVars>
      </dgm:prSet>
      <dgm:spPr/>
    </dgm:pt>
    <dgm:pt modelId="{E6C73164-2AD9-4A82-9CB7-1126B07D8AD0}" type="pres">
      <dgm:prSet presAssocID="{B3847982-504D-4443-B2AE-7E992B320B6C}" presName="parSpace" presStyleCnt="0"/>
      <dgm:spPr/>
    </dgm:pt>
    <dgm:pt modelId="{A8EFED1B-C0AC-41C4-B1A4-C706B78BD63B}" type="pres">
      <dgm:prSet presAssocID="{87E7C241-7C96-46AD-A4CE-D013A9D79744}" presName="parTxOnly" presStyleLbl="node1" presStyleIdx="4" presStyleCnt="15">
        <dgm:presLayoutVars>
          <dgm:bulletEnabled val="1"/>
        </dgm:presLayoutVars>
      </dgm:prSet>
      <dgm:spPr/>
    </dgm:pt>
    <dgm:pt modelId="{2E9F1744-4B5B-4BD9-92DB-FF0654BA322B}" type="pres">
      <dgm:prSet presAssocID="{359A19F8-68C1-496D-ABA8-CE7C064422E2}" presName="parSpace" presStyleCnt="0"/>
      <dgm:spPr/>
    </dgm:pt>
    <dgm:pt modelId="{2E5425F1-4F82-4B01-A123-C0A0DDD169C0}" type="pres">
      <dgm:prSet presAssocID="{C2DBB47B-8EC0-4FF9-832D-38351AA2CA19}" presName="parTxOnly" presStyleLbl="node1" presStyleIdx="5" presStyleCnt="15">
        <dgm:presLayoutVars>
          <dgm:bulletEnabled val="1"/>
        </dgm:presLayoutVars>
      </dgm:prSet>
      <dgm:spPr/>
    </dgm:pt>
    <dgm:pt modelId="{4D608F4B-3BD6-4619-AD4F-230074F0B667}" type="pres">
      <dgm:prSet presAssocID="{A3E46C94-DF86-44CC-9068-60847D252B8F}" presName="parSpace" presStyleCnt="0"/>
      <dgm:spPr/>
    </dgm:pt>
    <dgm:pt modelId="{0B4F6E1F-4176-440E-AF39-B2D05987F7EE}" type="pres">
      <dgm:prSet presAssocID="{027CD5F8-0A43-43E4-94FC-CCE458B74B45}" presName="parTxOnly" presStyleLbl="node1" presStyleIdx="6" presStyleCnt="15">
        <dgm:presLayoutVars>
          <dgm:bulletEnabled val="1"/>
        </dgm:presLayoutVars>
      </dgm:prSet>
      <dgm:spPr/>
    </dgm:pt>
    <dgm:pt modelId="{D90F34C4-F2BC-4790-B6E0-B33EDD0E6CEE}" type="pres">
      <dgm:prSet presAssocID="{8A0EE336-EE87-44A6-A50A-24D47CF94C4A}" presName="parSpace" presStyleCnt="0"/>
      <dgm:spPr/>
    </dgm:pt>
    <dgm:pt modelId="{70F7706B-2022-4920-B1AA-3852C105D5DB}" type="pres">
      <dgm:prSet presAssocID="{ED798E5B-B65C-407B-BA73-904264674F4D}" presName="parTxOnly" presStyleLbl="node1" presStyleIdx="7" presStyleCnt="15">
        <dgm:presLayoutVars>
          <dgm:bulletEnabled val="1"/>
        </dgm:presLayoutVars>
      </dgm:prSet>
      <dgm:spPr/>
    </dgm:pt>
    <dgm:pt modelId="{C03CF883-91D3-4F78-AD22-652A6FE49718}" type="pres">
      <dgm:prSet presAssocID="{E3364727-CE9D-4BA1-A991-0BA2EC5D97DB}" presName="parSpace" presStyleCnt="0"/>
      <dgm:spPr/>
    </dgm:pt>
    <dgm:pt modelId="{6C6A161D-0D96-495B-92B9-82F9327D56FF}" type="pres">
      <dgm:prSet presAssocID="{EFEE8445-F606-4821-8075-14DC2E70B60F}" presName="parTxOnly" presStyleLbl="node1" presStyleIdx="8" presStyleCnt="15">
        <dgm:presLayoutVars>
          <dgm:bulletEnabled val="1"/>
        </dgm:presLayoutVars>
      </dgm:prSet>
      <dgm:spPr/>
    </dgm:pt>
    <dgm:pt modelId="{9DACEBF7-9CDD-4510-A474-4528CB650F9C}" type="pres">
      <dgm:prSet presAssocID="{4A907BF5-745A-4B3D-A074-B680F71A64DD}" presName="parSpace" presStyleCnt="0"/>
      <dgm:spPr/>
    </dgm:pt>
    <dgm:pt modelId="{C10C6E21-D2C6-4A46-B85F-355B2F97CB84}" type="pres">
      <dgm:prSet presAssocID="{8E975A72-F49B-4FA3-A6FC-5F084D5D71DD}" presName="parTxOnly" presStyleLbl="node1" presStyleIdx="9" presStyleCnt="15">
        <dgm:presLayoutVars>
          <dgm:bulletEnabled val="1"/>
        </dgm:presLayoutVars>
      </dgm:prSet>
      <dgm:spPr/>
    </dgm:pt>
    <dgm:pt modelId="{34250595-9868-49DD-98F4-BF31BE0DBE3B}" type="pres">
      <dgm:prSet presAssocID="{F5199E5D-DE5A-4EB8-BB72-76BF3FE94EC5}" presName="parSpace" presStyleCnt="0"/>
      <dgm:spPr/>
    </dgm:pt>
    <dgm:pt modelId="{37849E2A-F464-42D0-99B0-68AE621CF522}" type="pres">
      <dgm:prSet presAssocID="{EB93FD5C-FE1B-4D24-A099-6B80C2F6DE10}" presName="parTxOnly" presStyleLbl="node1" presStyleIdx="10" presStyleCnt="15">
        <dgm:presLayoutVars>
          <dgm:bulletEnabled val="1"/>
        </dgm:presLayoutVars>
      </dgm:prSet>
      <dgm:spPr/>
    </dgm:pt>
    <dgm:pt modelId="{973B30B1-A015-4C26-A62F-48B724F1A15F}" type="pres">
      <dgm:prSet presAssocID="{E590FAE5-CFF4-4A45-A1D8-BEE86CCF1FE1}" presName="parSpace" presStyleCnt="0"/>
      <dgm:spPr/>
    </dgm:pt>
    <dgm:pt modelId="{27D79619-7AB2-4E2C-BD42-757F3A3E8594}" type="pres">
      <dgm:prSet presAssocID="{31225A3D-2238-4EF8-A839-ECDB1F8F2C2F}" presName="parTxOnly" presStyleLbl="node1" presStyleIdx="11" presStyleCnt="15">
        <dgm:presLayoutVars>
          <dgm:bulletEnabled val="1"/>
        </dgm:presLayoutVars>
      </dgm:prSet>
      <dgm:spPr/>
    </dgm:pt>
    <dgm:pt modelId="{05082A31-A123-497F-9041-3A31C72FD608}" type="pres">
      <dgm:prSet presAssocID="{B3A332E3-A2F2-4940-B28E-ACFC7F3635B1}" presName="parSpace" presStyleCnt="0"/>
      <dgm:spPr/>
    </dgm:pt>
    <dgm:pt modelId="{49A6479D-EAEC-4B02-B7B4-38D5C41FABBC}" type="pres">
      <dgm:prSet presAssocID="{1FC09208-8D7F-4E62-8B0D-D29B57D74B4A}" presName="parTxOnly" presStyleLbl="node1" presStyleIdx="12" presStyleCnt="15">
        <dgm:presLayoutVars>
          <dgm:bulletEnabled val="1"/>
        </dgm:presLayoutVars>
      </dgm:prSet>
      <dgm:spPr/>
    </dgm:pt>
    <dgm:pt modelId="{79CD9957-908F-480E-95A5-607424169DC6}" type="pres">
      <dgm:prSet presAssocID="{388FFAA4-BEE9-4FD2-B025-879338EA8080}" presName="parSpace" presStyleCnt="0"/>
      <dgm:spPr/>
    </dgm:pt>
    <dgm:pt modelId="{E159BF4B-AE92-4A85-A595-47C2C8CD903D}" type="pres">
      <dgm:prSet presAssocID="{98175E49-9AAE-4B99-A5B3-3ECC52EB8003}" presName="parTxOnly" presStyleLbl="node1" presStyleIdx="13" presStyleCnt="15">
        <dgm:presLayoutVars>
          <dgm:bulletEnabled val="1"/>
        </dgm:presLayoutVars>
      </dgm:prSet>
      <dgm:spPr/>
    </dgm:pt>
    <dgm:pt modelId="{B1DA7FFC-1116-4A48-915E-D30E88826065}" type="pres">
      <dgm:prSet presAssocID="{76B3402F-9BFF-4518-8FB1-C94B5F3A0DE6}" presName="parSpace" presStyleCnt="0"/>
      <dgm:spPr/>
    </dgm:pt>
    <dgm:pt modelId="{FF518472-79AA-4438-BF31-6DA1A0C07A68}" type="pres">
      <dgm:prSet presAssocID="{ACB94C72-C517-4F15-AB0A-49D65AD2D2FD}" presName="parTxOnly" presStyleLbl="node1" presStyleIdx="14" presStyleCnt="15">
        <dgm:presLayoutVars>
          <dgm:bulletEnabled val="1"/>
        </dgm:presLayoutVars>
      </dgm:prSet>
      <dgm:spPr/>
    </dgm:pt>
  </dgm:ptLst>
  <dgm:cxnLst>
    <dgm:cxn modelId="{BF2BDE00-3FDD-4E8B-AAA5-47D120E4AD35}" type="presOf" srcId="{87E7C241-7C96-46AD-A4CE-D013A9D79744}" destId="{A8EFED1B-C0AC-41C4-B1A4-C706B78BD63B}" srcOrd="0" destOrd="0" presId="urn:microsoft.com/office/officeart/2005/8/layout/hChevron3"/>
    <dgm:cxn modelId="{512F320F-7083-4D1D-938A-2AEAB3ED1FE8}" srcId="{1070B1A6-A94C-435C-9641-3D2F9E70EAC1}" destId="{31225A3D-2238-4EF8-A839-ECDB1F8F2C2F}" srcOrd="11" destOrd="0" parTransId="{D561564C-8F35-4BA7-A140-0E89FC9BE42B}" sibTransId="{B3A332E3-A2F2-4940-B28E-ACFC7F3635B1}"/>
    <dgm:cxn modelId="{CEC19812-AB8E-4109-B12F-97D7386C4C7F}" type="presOf" srcId="{027CD5F8-0A43-43E4-94FC-CCE458B74B45}" destId="{0B4F6E1F-4176-440E-AF39-B2D05987F7EE}" srcOrd="0" destOrd="0" presId="urn:microsoft.com/office/officeart/2005/8/layout/hChevron3"/>
    <dgm:cxn modelId="{B61E502B-EC3F-4863-B525-6E2922D43DB1}" srcId="{1070B1A6-A94C-435C-9641-3D2F9E70EAC1}" destId="{E0964AA9-F9D9-419E-B8DD-59F0B349146C}" srcOrd="0" destOrd="0" parTransId="{27CE26D9-F431-4EF2-8DF4-D9218319E80A}" sibTransId="{1EE67E29-A40A-4734-AA80-7C56F6E1E940}"/>
    <dgm:cxn modelId="{7303C23A-AF60-4250-8853-A6BA6B10BC50}" srcId="{1070B1A6-A94C-435C-9641-3D2F9E70EAC1}" destId="{98175E49-9AAE-4B99-A5B3-3ECC52EB8003}" srcOrd="13" destOrd="0" parTransId="{506131D3-3093-4217-98B4-49DE16A44D3B}" sibTransId="{76B3402F-9BFF-4518-8FB1-C94B5F3A0DE6}"/>
    <dgm:cxn modelId="{E0855062-2069-4436-991C-7EA47C904626}" type="presOf" srcId="{1FC09208-8D7F-4E62-8B0D-D29B57D74B4A}" destId="{49A6479D-EAEC-4B02-B7B4-38D5C41FABBC}" srcOrd="0" destOrd="0" presId="urn:microsoft.com/office/officeart/2005/8/layout/hChevron3"/>
    <dgm:cxn modelId="{38959543-5FB5-46DA-A982-BB61C5376C10}" type="presOf" srcId="{E0964AA9-F9D9-419E-B8DD-59F0B349146C}" destId="{B329B4F4-2E0C-4AC2-8A2D-4F8F4317111D}" srcOrd="0" destOrd="0" presId="urn:microsoft.com/office/officeart/2005/8/layout/hChevron3"/>
    <dgm:cxn modelId="{FD75A369-9E43-4472-9D64-692DC42E908F}" type="presOf" srcId="{EEB3AFDD-ECF4-4893-9C29-64BFB4B80A2E}" destId="{2DBF85B1-A42C-4EA1-9ABD-BA2B57B1BCB4}" srcOrd="0" destOrd="0" presId="urn:microsoft.com/office/officeart/2005/8/layout/hChevron3"/>
    <dgm:cxn modelId="{C992A34B-464A-42C6-86E1-0896F0E6E728}" type="presOf" srcId="{8E975A72-F49B-4FA3-A6FC-5F084D5D71DD}" destId="{C10C6E21-D2C6-4A46-B85F-355B2F97CB84}" srcOrd="0" destOrd="0" presId="urn:microsoft.com/office/officeart/2005/8/layout/hChevron3"/>
    <dgm:cxn modelId="{EB65B26B-F337-4AE1-B08B-6FA01D1A45B2}" srcId="{1070B1A6-A94C-435C-9641-3D2F9E70EAC1}" destId="{027CD5F8-0A43-43E4-94FC-CCE458B74B45}" srcOrd="6" destOrd="0" parTransId="{E14A7326-183A-4530-9A08-773F9F1CCD50}" sibTransId="{8A0EE336-EE87-44A6-A50A-24D47CF94C4A}"/>
    <dgm:cxn modelId="{72CC886D-70B4-4E82-B4C1-115C18024B54}" srcId="{1070B1A6-A94C-435C-9641-3D2F9E70EAC1}" destId="{ED798E5B-B65C-407B-BA73-904264674F4D}" srcOrd="7" destOrd="0" parTransId="{8F0B8950-D61E-4395-802D-32294EADF1E5}" sibTransId="{E3364727-CE9D-4BA1-A991-0BA2EC5D97DB}"/>
    <dgm:cxn modelId="{FF54FA51-4EC6-4E9F-B4E3-0EDEECE3BD6D}" type="presOf" srcId="{ED798E5B-B65C-407B-BA73-904264674F4D}" destId="{70F7706B-2022-4920-B1AA-3852C105D5DB}" srcOrd="0" destOrd="0" presId="urn:microsoft.com/office/officeart/2005/8/layout/hChevron3"/>
    <dgm:cxn modelId="{9637B176-C217-4991-9154-6DC781156150}" srcId="{1070B1A6-A94C-435C-9641-3D2F9E70EAC1}" destId="{1FC09208-8D7F-4E62-8B0D-D29B57D74B4A}" srcOrd="12" destOrd="0" parTransId="{E1959E51-5ED0-4176-A5B9-5F7477906322}" sibTransId="{388FFAA4-BEE9-4FD2-B025-879338EA8080}"/>
    <dgm:cxn modelId="{FA440479-4C5F-4A90-9E89-45CB12B01A4D}" type="presOf" srcId="{C2DBB47B-8EC0-4FF9-832D-38351AA2CA19}" destId="{2E5425F1-4F82-4B01-A123-C0A0DDD169C0}" srcOrd="0" destOrd="0" presId="urn:microsoft.com/office/officeart/2005/8/layout/hChevron3"/>
    <dgm:cxn modelId="{DBA6D97B-8B6F-4B72-B341-5C7AEF4D639B}" type="presOf" srcId="{31225A3D-2238-4EF8-A839-ECDB1F8F2C2F}" destId="{27D79619-7AB2-4E2C-BD42-757F3A3E8594}" srcOrd="0" destOrd="0" presId="urn:microsoft.com/office/officeart/2005/8/layout/hChevron3"/>
    <dgm:cxn modelId="{EF9EEC7D-1748-43B3-8BB3-D28EDC0C46E4}" type="presOf" srcId="{98175E49-9AAE-4B99-A5B3-3ECC52EB8003}" destId="{E159BF4B-AE92-4A85-A595-47C2C8CD903D}" srcOrd="0" destOrd="0" presId="urn:microsoft.com/office/officeart/2005/8/layout/hChevron3"/>
    <dgm:cxn modelId="{13EBF683-8C32-49FF-9F66-76B65220EC56}" type="presOf" srcId="{ACB94C72-C517-4F15-AB0A-49D65AD2D2FD}" destId="{FF518472-79AA-4438-BF31-6DA1A0C07A68}" srcOrd="0" destOrd="0" presId="urn:microsoft.com/office/officeart/2005/8/layout/hChevron3"/>
    <dgm:cxn modelId="{57EFF18D-FCD1-4554-850B-E29C6B8D478C}" srcId="{1070B1A6-A94C-435C-9641-3D2F9E70EAC1}" destId="{87E7C241-7C96-46AD-A4CE-D013A9D79744}" srcOrd="4" destOrd="0" parTransId="{3F7DABC3-82A7-4AA3-8041-F3EFBD712C62}" sibTransId="{359A19F8-68C1-496D-ABA8-CE7C064422E2}"/>
    <dgm:cxn modelId="{6C6F7894-499A-411A-99D3-8ACFFCB4C9A9}" type="presOf" srcId="{8DD4FC48-24A8-4D99-BEAF-39CBE2200A1B}" destId="{3F21CFF9-8C53-42AB-B68C-B905827F5AAE}" srcOrd="0" destOrd="0" presId="urn:microsoft.com/office/officeart/2005/8/layout/hChevron3"/>
    <dgm:cxn modelId="{41323D9E-C1B5-4A46-884A-F65C291BACF2}" srcId="{1070B1A6-A94C-435C-9641-3D2F9E70EAC1}" destId="{ACB94C72-C517-4F15-AB0A-49D65AD2D2FD}" srcOrd="14" destOrd="0" parTransId="{9EF4D0F1-BA0B-4674-AB75-64B9E7C01144}" sibTransId="{F194AD31-6B2E-4F7A-B623-005E4C87B0A6}"/>
    <dgm:cxn modelId="{66A97CA1-AA82-47B3-85DB-C5603AF56180}" srcId="{1070B1A6-A94C-435C-9641-3D2F9E70EAC1}" destId="{EFEE8445-F606-4821-8075-14DC2E70B60F}" srcOrd="8" destOrd="0" parTransId="{9FE1996B-5BA3-4A80-B7FC-0A32E0869B41}" sibTransId="{4A907BF5-745A-4B3D-A074-B680F71A64DD}"/>
    <dgm:cxn modelId="{7BF779B9-86CF-4F00-B1D0-32086CC85129}" srcId="{1070B1A6-A94C-435C-9641-3D2F9E70EAC1}" destId="{8DD4FC48-24A8-4D99-BEAF-39CBE2200A1B}" srcOrd="1" destOrd="0" parTransId="{412B9F3E-8E8E-4878-80F2-0C37BE03CEB9}" sibTransId="{3C7A537C-B009-4781-A162-E02493E9F1B3}"/>
    <dgm:cxn modelId="{5A57EFBA-9281-4A25-B32F-2FCB38917AF1}" srcId="{1070B1A6-A94C-435C-9641-3D2F9E70EAC1}" destId="{1CFFB740-0EA4-4514-8184-98AE455A9A31}" srcOrd="3" destOrd="0" parTransId="{AFD4B65A-3944-45C0-A749-B03957A32F27}" sibTransId="{B3847982-504D-4443-B2AE-7E992B320B6C}"/>
    <dgm:cxn modelId="{DAAA2BC1-60B7-4C62-A170-BDA79F8433A7}" type="presOf" srcId="{EFEE8445-F606-4821-8075-14DC2E70B60F}" destId="{6C6A161D-0D96-495B-92B9-82F9327D56FF}" srcOrd="0" destOrd="0" presId="urn:microsoft.com/office/officeart/2005/8/layout/hChevron3"/>
    <dgm:cxn modelId="{CD64C9CE-1F91-43BA-BE63-E582196CED41}" srcId="{1070B1A6-A94C-435C-9641-3D2F9E70EAC1}" destId="{EEB3AFDD-ECF4-4893-9C29-64BFB4B80A2E}" srcOrd="2" destOrd="0" parTransId="{07D95D60-CC54-4A6E-8D6F-2E38048574C2}" sibTransId="{F5FA88F3-FFAC-4B24-A954-ECF4D8FBF61B}"/>
    <dgm:cxn modelId="{866221D0-9CFB-4135-8127-2D53347B4C96}" srcId="{1070B1A6-A94C-435C-9641-3D2F9E70EAC1}" destId="{EB93FD5C-FE1B-4D24-A099-6B80C2F6DE10}" srcOrd="10" destOrd="0" parTransId="{BA9F0818-25EC-4208-8615-32946A4361A2}" sibTransId="{E590FAE5-CFF4-4A45-A1D8-BEE86CCF1FE1}"/>
    <dgm:cxn modelId="{F4915BD1-8F35-406A-AE0E-0D867FD4E92E}" type="presOf" srcId="{1CFFB740-0EA4-4514-8184-98AE455A9A31}" destId="{ADAB7F9E-41F8-4778-A3E8-62CDAD124279}" srcOrd="0" destOrd="0" presId="urn:microsoft.com/office/officeart/2005/8/layout/hChevron3"/>
    <dgm:cxn modelId="{62F5F8DA-12E5-47BD-AEEA-290813CD5AB4}" type="presOf" srcId="{EB93FD5C-FE1B-4D24-A099-6B80C2F6DE10}" destId="{37849E2A-F464-42D0-99B0-68AE621CF522}" srcOrd="0" destOrd="0" presId="urn:microsoft.com/office/officeart/2005/8/layout/hChevron3"/>
    <dgm:cxn modelId="{BCFD9FEE-1C87-46F0-A50E-E33AD3A947A6}" srcId="{1070B1A6-A94C-435C-9641-3D2F9E70EAC1}" destId="{8E975A72-F49B-4FA3-A6FC-5F084D5D71DD}" srcOrd="9" destOrd="0" parTransId="{4EBB291A-B638-4D02-97F0-1C627BCE6C81}" sibTransId="{F5199E5D-DE5A-4EB8-BB72-76BF3FE94EC5}"/>
    <dgm:cxn modelId="{A42555F3-5341-4B06-A012-F65D85B86778}" type="presOf" srcId="{1070B1A6-A94C-435C-9641-3D2F9E70EAC1}" destId="{83E8869F-EA65-4F87-BC46-02A339FCEEDB}" srcOrd="0" destOrd="0" presId="urn:microsoft.com/office/officeart/2005/8/layout/hChevron3"/>
    <dgm:cxn modelId="{C249FEF7-B405-4CC0-B9BB-9D09756E3B54}" srcId="{1070B1A6-A94C-435C-9641-3D2F9E70EAC1}" destId="{C2DBB47B-8EC0-4FF9-832D-38351AA2CA19}" srcOrd="5" destOrd="0" parTransId="{D64E5F26-00F8-44D1-B0B8-F4ED53F42AF5}" sibTransId="{A3E46C94-DF86-44CC-9068-60847D252B8F}"/>
    <dgm:cxn modelId="{B71E77C6-FCE5-42B2-990E-C63CBF165368}" type="presParOf" srcId="{83E8869F-EA65-4F87-BC46-02A339FCEEDB}" destId="{B329B4F4-2E0C-4AC2-8A2D-4F8F4317111D}" srcOrd="0" destOrd="0" presId="urn:microsoft.com/office/officeart/2005/8/layout/hChevron3"/>
    <dgm:cxn modelId="{21D6C652-A4AB-4906-B460-507D0D4C11E1}" type="presParOf" srcId="{83E8869F-EA65-4F87-BC46-02A339FCEEDB}" destId="{EAAEBA11-C1F8-4F98-B85F-D33D0B42936C}" srcOrd="1" destOrd="0" presId="urn:microsoft.com/office/officeart/2005/8/layout/hChevron3"/>
    <dgm:cxn modelId="{0AB183B5-1C63-4CB4-A2B6-4EE0767305D1}" type="presParOf" srcId="{83E8869F-EA65-4F87-BC46-02A339FCEEDB}" destId="{3F21CFF9-8C53-42AB-B68C-B905827F5AAE}" srcOrd="2" destOrd="0" presId="urn:microsoft.com/office/officeart/2005/8/layout/hChevron3"/>
    <dgm:cxn modelId="{ADB28364-BC6F-4019-835C-A466387524E8}" type="presParOf" srcId="{83E8869F-EA65-4F87-BC46-02A339FCEEDB}" destId="{8BC3AE3F-4E37-4CE7-895A-881BCD2352AA}" srcOrd="3" destOrd="0" presId="urn:microsoft.com/office/officeart/2005/8/layout/hChevron3"/>
    <dgm:cxn modelId="{2BE10DF3-9458-457A-83E5-61B37460661D}" type="presParOf" srcId="{83E8869F-EA65-4F87-BC46-02A339FCEEDB}" destId="{2DBF85B1-A42C-4EA1-9ABD-BA2B57B1BCB4}" srcOrd="4" destOrd="0" presId="urn:microsoft.com/office/officeart/2005/8/layout/hChevron3"/>
    <dgm:cxn modelId="{B9BC72D9-C463-4979-A2FD-2E3E1E8ABC73}" type="presParOf" srcId="{83E8869F-EA65-4F87-BC46-02A339FCEEDB}" destId="{C1C8FD38-E19F-45F1-8914-2FE78C6E6266}" srcOrd="5" destOrd="0" presId="urn:microsoft.com/office/officeart/2005/8/layout/hChevron3"/>
    <dgm:cxn modelId="{5D68DB40-E0B3-4D78-80E9-C40DFB8B333A}" type="presParOf" srcId="{83E8869F-EA65-4F87-BC46-02A339FCEEDB}" destId="{ADAB7F9E-41F8-4778-A3E8-62CDAD124279}" srcOrd="6" destOrd="0" presId="urn:microsoft.com/office/officeart/2005/8/layout/hChevron3"/>
    <dgm:cxn modelId="{D34AC8B7-673B-446D-A739-A4F102F28BE3}" type="presParOf" srcId="{83E8869F-EA65-4F87-BC46-02A339FCEEDB}" destId="{E6C73164-2AD9-4A82-9CB7-1126B07D8AD0}" srcOrd="7" destOrd="0" presId="urn:microsoft.com/office/officeart/2005/8/layout/hChevron3"/>
    <dgm:cxn modelId="{5FBE6DD9-D8C5-48CB-9692-94535BAB699E}" type="presParOf" srcId="{83E8869F-EA65-4F87-BC46-02A339FCEEDB}" destId="{A8EFED1B-C0AC-41C4-B1A4-C706B78BD63B}" srcOrd="8" destOrd="0" presId="urn:microsoft.com/office/officeart/2005/8/layout/hChevron3"/>
    <dgm:cxn modelId="{903643E4-F035-490C-8F40-8BAAC6DF0359}" type="presParOf" srcId="{83E8869F-EA65-4F87-BC46-02A339FCEEDB}" destId="{2E9F1744-4B5B-4BD9-92DB-FF0654BA322B}" srcOrd="9" destOrd="0" presId="urn:microsoft.com/office/officeart/2005/8/layout/hChevron3"/>
    <dgm:cxn modelId="{56F5B33C-D8CD-4E63-92CE-819D34330FA6}" type="presParOf" srcId="{83E8869F-EA65-4F87-BC46-02A339FCEEDB}" destId="{2E5425F1-4F82-4B01-A123-C0A0DDD169C0}" srcOrd="10" destOrd="0" presId="urn:microsoft.com/office/officeart/2005/8/layout/hChevron3"/>
    <dgm:cxn modelId="{62F4E745-2414-4398-A25F-CFADF52650C3}" type="presParOf" srcId="{83E8869F-EA65-4F87-BC46-02A339FCEEDB}" destId="{4D608F4B-3BD6-4619-AD4F-230074F0B667}" srcOrd="11" destOrd="0" presId="urn:microsoft.com/office/officeart/2005/8/layout/hChevron3"/>
    <dgm:cxn modelId="{3F82749B-A015-47B8-8CE7-05B972AC7DFF}" type="presParOf" srcId="{83E8869F-EA65-4F87-BC46-02A339FCEEDB}" destId="{0B4F6E1F-4176-440E-AF39-B2D05987F7EE}" srcOrd="12" destOrd="0" presId="urn:microsoft.com/office/officeart/2005/8/layout/hChevron3"/>
    <dgm:cxn modelId="{DF5384B7-4C2E-413B-8612-73EE3770D40E}" type="presParOf" srcId="{83E8869F-EA65-4F87-BC46-02A339FCEEDB}" destId="{D90F34C4-F2BC-4790-B6E0-B33EDD0E6CEE}" srcOrd="13" destOrd="0" presId="urn:microsoft.com/office/officeart/2005/8/layout/hChevron3"/>
    <dgm:cxn modelId="{7DEC2DA6-84B2-4B1A-8B29-98386F7F7421}" type="presParOf" srcId="{83E8869F-EA65-4F87-BC46-02A339FCEEDB}" destId="{70F7706B-2022-4920-B1AA-3852C105D5DB}" srcOrd="14" destOrd="0" presId="urn:microsoft.com/office/officeart/2005/8/layout/hChevron3"/>
    <dgm:cxn modelId="{53997975-1F28-4FC9-B3CD-B7F7C0EC6D47}" type="presParOf" srcId="{83E8869F-EA65-4F87-BC46-02A339FCEEDB}" destId="{C03CF883-91D3-4F78-AD22-652A6FE49718}" srcOrd="15" destOrd="0" presId="urn:microsoft.com/office/officeart/2005/8/layout/hChevron3"/>
    <dgm:cxn modelId="{FA4BFD1B-DB07-44C1-80E0-99B3BF14B052}" type="presParOf" srcId="{83E8869F-EA65-4F87-BC46-02A339FCEEDB}" destId="{6C6A161D-0D96-495B-92B9-82F9327D56FF}" srcOrd="16" destOrd="0" presId="urn:microsoft.com/office/officeart/2005/8/layout/hChevron3"/>
    <dgm:cxn modelId="{C3E46598-611F-4A82-AA32-390E6154AD53}" type="presParOf" srcId="{83E8869F-EA65-4F87-BC46-02A339FCEEDB}" destId="{9DACEBF7-9CDD-4510-A474-4528CB650F9C}" srcOrd="17" destOrd="0" presId="urn:microsoft.com/office/officeart/2005/8/layout/hChevron3"/>
    <dgm:cxn modelId="{05765C7B-25B2-4A0F-AAC9-801FC39AE5B4}" type="presParOf" srcId="{83E8869F-EA65-4F87-BC46-02A339FCEEDB}" destId="{C10C6E21-D2C6-4A46-B85F-355B2F97CB84}" srcOrd="18" destOrd="0" presId="urn:microsoft.com/office/officeart/2005/8/layout/hChevron3"/>
    <dgm:cxn modelId="{C338C618-064A-4702-8313-4CD7CCB47BDE}" type="presParOf" srcId="{83E8869F-EA65-4F87-BC46-02A339FCEEDB}" destId="{34250595-9868-49DD-98F4-BF31BE0DBE3B}" srcOrd="19" destOrd="0" presId="urn:microsoft.com/office/officeart/2005/8/layout/hChevron3"/>
    <dgm:cxn modelId="{3609F184-8034-4D43-A3C5-471D83B77DA2}" type="presParOf" srcId="{83E8869F-EA65-4F87-BC46-02A339FCEEDB}" destId="{37849E2A-F464-42D0-99B0-68AE621CF522}" srcOrd="20" destOrd="0" presId="urn:microsoft.com/office/officeart/2005/8/layout/hChevron3"/>
    <dgm:cxn modelId="{C796BB53-62F0-46B9-9135-09C0E1D3F31D}" type="presParOf" srcId="{83E8869F-EA65-4F87-BC46-02A339FCEEDB}" destId="{973B30B1-A015-4C26-A62F-48B724F1A15F}" srcOrd="21" destOrd="0" presId="urn:microsoft.com/office/officeart/2005/8/layout/hChevron3"/>
    <dgm:cxn modelId="{6D13E7E1-AD49-4D04-8C3A-1CD48913282F}" type="presParOf" srcId="{83E8869F-EA65-4F87-BC46-02A339FCEEDB}" destId="{27D79619-7AB2-4E2C-BD42-757F3A3E8594}" srcOrd="22" destOrd="0" presId="urn:microsoft.com/office/officeart/2005/8/layout/hChevron3"/>
    <dgm:cxn modelId="{9ED1D091-CC8F-4BCF-AEBD-8DB93E73100C}" type="presParOf" srcId="{83E8869F-EA65-4F87-BC46-02A339FCEEDB}" destId="{05082A31-A123-497F-9041-3A31C72FD608}" srcOrd="23" destOrd="0" presId="urn:microsoft.com/office/officeart/2005/8/layout/hChevron3"/>
    <dgm:cxn modelId="{E9725AAA-FE1D-446E-B807-EAFB356990C2}" type="presParOf" srcId="{83E8869F-EA65-4F87-BC46-02A339FCEEDB}" destId="{49A6479D-EAEC-4B02-B7B4-38D5C41FABBC}" srcOrd="24" destOrd="0" presId="urn:microsoft.com/office/officeart/2005/8/layout/hChevron3"/>
    <dgm:cxn modelId="{2F89F8D1-FFAE-4046-B925-C1586C08A903}" type="presParOf" srcId="{83E8869F-EA65-4F87-BC46-02A339FCEEDB}" destId="{79CD9957-908F-480E-95A5-607424169DC6}" srcOrd="25" destOrd="0" presId="urn:microsoft.com/office/officeart/2005/8/layout/hChevron3"/>
    <dgm:cxn modelId="{FEC6B142-911C-4E69-BEFA-2FDE6A5EC2A5}" type="presParOf" srcId="{83E8869F-EA65-4F87-BC46-02A339FCEEDB}" destId="{E159BF4B-AE92-4A85-A595-47C2C8CD903D}" srcOrd="26" destOrd="0" presId="urn:microsoft.com/office/officeart/2005/8/layout/hChevron3"/>
    <dgm:cxn modelId="{635301BF-D945-48A9-B95D-2DA603F4C5D0}" type="presParOf" srcId="{83E8869F-EA65-4F87-BC46-02A339FCEEDB}" destId="{B1DA7FFC-1116-4A48-915E-D30E88826065}" srcOrd="27" destOrd="0" presId="urn:microsoft.com/office/officeart/2005/8/layout/hChevron3"/>
    <dgm:cxn modelId="{F24BD011-9494-49E1-BC0F-1F724A2249C5}" type="presParOf" srcId="{83E8869F-EA65-4F87-BC46-02A339FCEEDB}" destId="{FF518472-79AA-4438-BF31-6DA1A0C07A68}" srcOrd="2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29B4F4-2E0C-4AC2-8A2D-4F8F4317111D}">
      <dsp:nvSpPr>
        <dsp:cNvPr id="0" name=""/>
        <dsp:cNvSpPr/>
      </dsp:nvSpPr>
      <dsp:spPr>
        <a:xfrm>
          <a:off x="3785" y="2626996"/>
          <a:ext cx="875983" cy="350393"/>
        </a:xfrm>
        <a:prstGeom prst="homePlat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1</a:t>
          </a:r>
          <a:endParaRPr lang="es-CO" sz="1800" kern="1200" dirty="0"/>
        </a:p>
      </dsp:txBody>
      <dsp:txXfrm>
        <a:off x="3785" y="2626996"/>
        <a:ext cx="788385" cy="350393"/>
      </dsp:txXfrm>
    </dsp:sp>
    <dsp:sp modelId="{3F21CFF9-8C53-42AB-B68C-B905827F5AAE}">
      <dsp:nvSpPr>
        <dsp:cNvPr id="0" name=""/>
        <dsp:cNvSpPr/>
      </dsp:nvSpPr>
      <dsp:spPr>
        <a:xfrm>
          <a:off x="704572" y="2626996"/>
          <a:ext cx="875983" cy="350393"/>
        </a:xfrm>
        <a:prstGeom prst="chevron">
          <a:avLst/>
        </a:prstGeom>
        <a:solidFill>
          <a:schemeClr val="accent3">
            <a:hueOff val="-700361"/>
            <a:satOff val="6964"/>
            <a:lumOff val="21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2</a:t>
          </a:r>
          <a:endParaRPr lang="es-CO" sz="1800" kern="1200" dirty="0"/>
        </a:p>
      </dsp:txBody>
      <dsp:txXfrm>
        <a:off x="879769" y="2626996"/>
        <a:ext cx="525590" cy="350393"/>
      </dsp:txXfrm>
    </dsp:sp>
    <dsp:sp modelId="{2DBF85B1-A42C-4EA1-9ABD-BA2B57B1BCB4}">
      <dsp:nvSpPr>
        <dsp:cNvPr id="0" name=""/>
        <dsp:cNvSpPr/>
      </dsp:nvSpPr>
      <dsp:spPr>
        <a:xfrm>
          <a:off x="1405359" y="2626996"/>
          <a:ext cx="875983" cy="350393"/>
        </a:xfrm>
        <a:prstGeom prst="chevron">
          <a:avLst/>
        </a:prstGeom>
        <a:solidFill>
          <a:schemeClr val="accent3">
            <a:hueOff val="-1400722"/>
            <a:satOff val="13929"/>
            <a:lumOff val="42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3</a:t>
          </a:r>
          <a:endParaRPr lang="es-CO" sz="1800" kern="1200" dirty="0"/>
        </a:p>
      </dsp:txBody>
      <dsp:txXfrm>
        <a:off x="1580556" y="2626996"/>
        <a:ext cx="525590" cy="350393"/>
      </dsp:txXfrm>
    </dsp:sp>
    <dsp:sp modelId="{ADAB7F9E-41F8-4778-A3E8-62CDAD124279}">
      <dsp:nvSpPr>
        <dsp:cNvPr id="0" name=""/>
        <dsp:cNvSpPr/>
      </dsp:nvSpPr>
      <dsp:spPr>
        <a:xfrm>
          <a:off x="2106145" y="2626996"/>
          <a:ext cx="875983" cy="350393"/>
        </a:xfrm>
        <a:prstGeom prst="chevron">
          <a:avLst/>
        </a:prstGeom>
        <a:solidFill>
          <a:schemeClr val="accent3">
            <a:hueOff val="-2101083"/>
            <a:satOff val="20893"/>
            <a:lumOff val="63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4</a:t>
          </a:r>
          <a:endParaRPr lang="es-CO" sz="1800" kern="1200" dirty="0"/>
        </a:p>
      </dsp:txBody>
      <dsp:txXfrm>
        <a:off x="2281342" y="2626996"/>
        <a:ext cx="525590" cy="350393"/>
      </dsp:txXfrm>
    </dsp:sp>
    <dsp:sp modelId="{A8EFED1B-C0AC-41C4-B1A4-C706B78BD63B}">
      <dsp:nvSpPr>
        <dsp:cNvPr id="0" name=""/>
        <dsp:cNvSpPr/>
      </dsp:nvSpPr>
      <dsp:spPr>
        <a:xfrm>
          <a:off x="2806932" y="2626996"/>
          <a:ext cx="875983" cy="350393"/>
        </a:xfrm>
        <a:prstGeom prst="chevron">
          <a:avLst/>
        </a:prstGeom>
        <a:solidFill>
          <a:schemeClr val="accent3">
            <a:hueOff val="-2801443"/>
            <a:satOff val="27857"/>
            <a:lumOff val="84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5</a:t>
          </a:r>
          <a:endParaRPr lang="es-CO" sz="1800" kern="1200" dirty="0"/>
        </a:p>
      </dsp:txBody>
      <dsp:txXfrm>
        <a:off x="2982129" y="2626996"/>
        <a:ext cx="525590" cy="350393"/>
      </dsp:txXfrm>
    </dsp:sp>
    <dsp:sp modelId="{2E5425F1-4F82-4B01-A123-C0A0DDD169C0}">
      <dsp:nvSpPr>
        <dsp:cNvPr id="0" name=""/>
        <dsp:cNvSpPr/>
      </dsp:nvSpPr>
      <dsp:spPr>
        <a:xfrm>
          <a:off x="3507719" y="2626996"/>
          <a:ext cx="875983" cy="350393"/>
        </a:xfrm>
        <a:prstGeom prst="chevron">
          <a:avLst/>
        </a:prstGeom>
        <a:solidFill>
          <a:schemeClr val="accent3">
            <a:hueOff val="-3501804"/>
            <a:satOff val="34821"/>
            <a:lumOff val="105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6</a:t>
          </a:r>
          <a:endParaRPr lang="es-CO" sz="1800" kern="1200" dirty="0"/>
        </a:p>
      </dsp:txBody>
      <dsp:txXfrm>
        <a:off x="3682916" y="2626996"/>
        <a:ext cx="525590" cy="350393"/>
      </dsp:txXfrm>
    </dsp:sp>
    <dsp:sp modelId="{0B4F6E1F-4176-440E-AF39-B2D05987F7EE}">
      <dsp:nvSpPr>
        <dsp:cNvPr id="0" name=""/>
        <dsp:cNvSpPr/>
      </dsp:nvSpPr>
      <dsp:spPr>
        <a:xfrm>
          <a:off x="4208505" y="2626996"/>
          <a:ext cx="875983" cy="350393"/>
        </a:xfrm>
        <a:prstGeom prst="chevron">
          <a:avLst/>
        </a:prstGeom>
        <a:solidFill>
          <a:schemeClr val="accent3">
            <a:hueOff val="-4202165"/>
            <a:satOff val="41786"/>
            <a:lumOff val="126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7</a:t>
          </a:r>
          <a:endParaRPr lang="es-CO" sz="1800" kern="1200" dirty="0"/>
        </a:p>
      </dsp:txBody>
      <dsp:txXfrm>
        <a:off x="4383702" y="2626996"/>
        <a:ext cx="525590" cy="350393"/>
      </dsp:txXfrm>
    </dsp:sp>
    <dsp:sp modelId="{70F7706B-2022-4920-B1AA-3852C105D5DB}">
      <dsp:nvSpPr>
        <dsp:cNvPr id="0" name=""/>
        <dsp:cNvSpPr/>
      </dsp:nvSpPr>
      <dsp:spPr>
        <a:xfrm>
          <a:off x="4909292" y="2626996"/>
          <a:ext cx="875983" cy="350393"/>
        </a:xfrm>
        <a:prstGeom prst="chevron">
          <a:avLst/>
        </a:prstGeom>
        <a:solidFill>
          <a:schemeClr val="accent3">
            <a:hueOff val="-4902526"/>
            <a:satOff val="48750"/>
            <a:lumOff val="1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8</a:t>
          </a:r>
          <a:endParaRPr lang="es-CO" sz="1800" kern="1200" dirty="0"/>
        </a:p>
      </dsp:txBody>
      <dsp:txXfrm>
        <a:off x="5084489" y="2626996"/>
        <a:ext cx="525590" cy="350393"/>
      </dsp:txXfrm>
    </dsp:sp>
    <dsp:sp modelId="{6C6A161D-0D96-495B-92B9-82F9327D56FF}">
      <dsp:nvSpPr>
        <dsp:cNvPr id="0" name=""/>
        <dsp:cNvSpPr/>
      </dsp:nvSpPr>
      <dsp:spPr>
        <a:xfrm>
          <a:off x="5610078" y="2626996"/>
          <a:ext cx="875983" cy="350393"/>
        </a:xfrm>
        <a:prstGeom prst="chevron">
          <a:avLst/>
        </a:prstGeom>
        <a:solidFill>
          <a:schemeClr val="accent3">
            <a:hueOff val="-5602887"/>
            <a:satOff val="55714"/>
            <a:lumOff val="16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9</a:t>
          </a:r>
          <a:endParaRPr lang="es-CO" sz="1800" kern="1200" dirty="0"/>
        </a:p>
      </dsp:txBody>
      <dsp:txXfrm>
        <a:off x="5785275" y="2626996"/>
        <a:ext cx="525590" cy="350393"/>
      </dsp:txXfrm>
    </dsp:sp>
    <dsp:sp modelId="{C10C6E21-D2C6-4A46-B85F-355B2F97CB84}">
      <dsp:nvSpPr>
        <dsp:cNvPr id="0" name=""/>
        <dsp:cNvSpPr/>
      </dsp:nvSpPr>
      <dsp:spPr>
        <a:xfrm>
          <a:off x="6310865" y="2626996"/>
          <a:ext cx="875983" cy="350393"/>
        </a:xfrm>
        <a:prstGeom prst="chevron">
          <a:avLst/>
        </a:prstGeom>
        <a:solidFill>
          <a:schemeClr val="accent3">
            <a:hueOff val="-6303247"/>
            <a:satOff val="62679"/>
            <a:lumOff val="189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10</a:t>
          </a:r>
          <a:endParaRPr lang="es-CO" sz="1800" kern="1200" dirty="0"/>
        </a:p>
      </dsp:txBody>
      <dsp:txXfrm>
        <a:off x="6486062" y="2626996"/>
        <a:ext cx="525590" cy="350393"/>
      </dsp:txXfrm>
    </dsp:sp>
    <dsp:sp modelId="{37849E2A-F464-42D0-99B0-68AE621CF522}">
      <dsp:nvSpPr>
        <dsp:cNvPr id="0" name=""/>
        <dsp:cNvSpPr/>
      </dsp:nvSpPr>
      <dsp:spPr>
        <a:xfrm>
          <a:off x="7011652" y="2626996"/>
          <a:ext cx="875983" cy="350393"/>
        </a:xfrm>
        <a:prstGeom prst="chevron">
          <a:avLst/>
        </a:prstGeom>
        <a:solidFill>
          <a:schemeClr val="accent3">
            <a:hueOff val="-7003608"/>
            <a:satOff val="69643"/>
            <a:lumOff val="210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11</a:t>
          </a:r>
          <a:endParaRPr lang="es-CO" sz="1800" kern="1200" dirty="0"/>
        </a:p>
      </dsp:txBody>
      <dsp:txXfrm>
        <a:off x="7186849" y="2626996"/>
        <a:ext cx="525590" cy="350393"/>
      </dsp:txXfrm>
    </dsp:sp>
    <dsp:sp modelId="{27D79619-7AB2-4E2C-BD42-757F3A3E8594}">
      <dsp:nvSpPr>
        <dsp:cNvPr id="0" name=""/>
        <dsp:cNvSpPr/>
      </dsp:nvSpPr>
      <dsp:spPr>
        <a:xfrm>
          <a:off x="7712438" y="2626996"/>
          <a:ext cx="875983" cy="350393"/>
        </a:xfrm>
        <a:prstGeom prst="chevron">
          <a:avLst/>
        </a:prstGeom>
        <a:solidFill>
          <a:schemeClr val="accent3">
            <a:hueOff val="-7703969"/>
            <a:satOff val="76607"/>
            <a:lumOff val="231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12</a:t>
          </a:r>
          <a:endParaRPr lang="es-CO" sz="1800" kern="1200" dirty="0"/>
        </a:p>
      </dsp:txBody>
      <dsp:txXfrm>
        <a:off x="7887635" y="2626996"/>
        <a:ext cx="525590" cy="350393"/>
      </dsp:txXfrm>
    </dsp:sp>
    <dsp:sp modelId="{49A6479D-EAEC-4B02-B7B4-38D5C41FABBC}">
      <dsp:nvSpPr>
        <dsp:cNvPr id="0" name=""/>
        <dsp:cNvSpPr/>
      </dsp:nvSpPr>
      <dsp:spPr>
        <a:xfrm>
          <a:off x="8413225" y="2626996"/>
          <a:ext cx="875983" cy="350393"/>
        </a:xfrm>
        <a:prstGeom prst="chevron">
          <a:avLst/>
        </a:prstGeom>
        <a:solidFill>
          <a:schemeClr val="accent3">
            <a:hueOff val="-8404330"/>
            <a:satOff val="83571"/>
            <a:lumOff val="25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13</a:t>
          </a:r>
          <a:endParaRPr lang="es-CO" sz="1800" kern="1200" dirty="0"/>
        </a:p>
      </dsp:txBody>
      <dsp:txXfrm>
        <a:off x="8588422" y="2626996"/>
        <a:ext cx="525590" cy="350393"/>
      </dsp:txXfrm>
    </dsp:sp>
    <dsp:sp modelId="{E159BF4B-AE92-4A85-A595-47C2C8CD903D}">
      <dsp:nvSpPr>
        <dsp:cNvPr id="0" name=""/>
        <dsp:cNvSpPr/>
      </dsp:nvSpPr>
      <dsp:spPr>
        <a:xfrm>
          <a:off x="9114012" y="2626996"/>
          <a:ext cx="875983" cy="350393"/>
        </a:xfrm>
        <a:prstGeom prst="chevron">
          <a:avLst/>
        </a:prstGeom>
        <a:solidFill>
          <a:schemeClr val="accent3">
            <a:hueOff val="-9104691"/>
            <a:satOff val="90536"/>
            <a:lumOff val="273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14</a:t>
          </a:r>
          <a:endParaRPr lang="es-CO" sz="1800" kern="1200" dirty="0"/>
        </a:p>
      </dsp:txBody>
      <dsp:txXfrm>
        <a:off x="9289209" y="2626996"/>
        <a:ext cx="525590" cy="350393"/>
      </dsp:txXfrm>
    </dsp:sp>
    <dsp:sp modelId="{FF518472-79AA-4438-BF31-6DA1A0C07A68}">
      <dsp:nvSpPr>
        <dsp:cNvPr id="0" name=""/>
        <dsp:cNvSpPr/>
      </dsp:nvSpPr>
      <dsp:spPr>
        <a:xfrm>
          <a:off x="9814798" y="2626996"/>
          <a:ext cx="875983" cy="350393"/>
        </a:xfrm>
        <a:prstGeom prst="chevron">
          <a:avLst/>
        </a:prstGeom>
        <a:solidFill>
          <a:schemeClr val="accent3">
            <a:hueOff val="-9805052"/>
            <a:satOff val="97500"/>
            <a:lumOff val="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15</a:t>
          </a:r>
          <a:endParaRPr lang="es-CO" sz="1800" kern="1200" dirty="0"/>
        </a:p>
      </dsp:txBody>
      <dsp:txXfrm>
        <a:off x="9989995" y="2626996"/>
        <a:ext cx="525590" cy="3503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4E3E532-C0FE-7945-85C2-200756AFDE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36B082F-FFDD-F04E-B2F9-6C97061254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BC777-66DB-314F-AD0F-26ECAD90000B}" type="datetimeFigureOut">
              <a:rPr lang="es-CO" smtClean="0"/>
              <a:t>2/05/2024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9B83BF7-B6B3-DD42-8C09-003E2392312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22444C3-928E-2848-864D-1E4B020B8D7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F5D708-333D-CB48-92B4-1AF0CEECE7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956305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09D285-FBB1-6548-BF9E-9C4FDB6CAEC6}" type="datetimeFigureOut">
              <a:rPr lang="es-CO" smtClean="0"/>
              <a:t>2/05/2024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8AE136-FEA4-BC42-91F8-3C658FAFC5B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83562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8AE136-FEA4-BC42-91F8-3C658FAFC5B0}" type="slidenum">
              <a:rPr lang="es-CO" smtClean="0"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84151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png"/><Relationship Id="rId4" Type="http://schemas.openxmlformats.org/officeDocument/2006/relationships/image" Target="../media/image5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png"/><Relationship Id="rId4" Type="http://schemas.openxmlformats.org/officeDocument/2006/relationships/image" Target="../media/image19.sv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1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1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3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5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7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png"/><Relationship Id="rId4" Type="http://schemas.openxmlformats.org/officeDocument/2006/relationships/image" Target="../media/image29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png"/><Relationship Id="rId4" Type="http://schemas.openxmlformats.org/officeDocument/2006/relationships/image" Target="../media/image39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.png"/><Relationship Id="rId4" Type="http://schemas.openxmlformats.org/officeDocument/2006/relationships/image" Target="../media/image39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.png"/><Relationship Id="rId4" Type="http://schemas.openxmlformats.org/officeDocument/2006/relationships/image" Target="../media/image39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0.png"/><Relationship Id="rId5" Type="http://schemas.openxmlformats.org/officeDocument/2006/relationships/image" Target="../media/image13.png"/><Relationship Id="rId4" Type="http://schemas.openxmlformats.org/officeDocument/2006/relationships/image" Target="../media/image5.sv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png"/><Relationship Id="rId4" Type="http://schemas.openxmlformats.org/officeDocument/2006/relationships/image" Target="../media/image5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png"/><Relationship Id="rId4" Type="http://schemas.openxmlformats.org/officeDocument/2006/relationships/image" Target="../media/image42.sv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png"/><Relationship Id="rId4" Type="http://schemas.openxmlformats.org/officeDocument/2006/relationships/image" Target="../media/image44.sv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png"/><Relationship Id="rId4" Type="http://schemas.openxmlformats.org/officeDocument/2006/relationships/image" Target="../media/image19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1">
    <p:bg>
      <p:bgPr>
        <a:gradFill>
          <a:gsLst>
            <a:gs pos="99000">
              <a:schemeClr val="tx2">
                <a:lumMod val="75000"/>
              </a:schemeClr>
            </a:gs>
            <a:gs pos="3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ítulo 1">
            <a:extLst>
              <a:ext uri="{FF2B5EF4-FFF2-40B4-BE49-F238E27FC236}">
                <a16:creationId xmlns:a16="http://schemas.microsoft.com/office/drawing/2014/main" id="{50182FD5-CEA5-3141-AFBC-6C84104D4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6583" y="1653048"/>
            <a:ext cx="4789488" cy="18367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ts val="4000"/>
              </a:lnSpc>
              <a:defRPr sz="4000" b="1" i="0">
                <a:solidFill>
                  <a:schemeClr val="bg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 dirty="0"/>
          </a:p>
        </p:txBody>
      </p: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B3B71620-5555-A940-8190-4A728BD19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6583" y="3604086"/>
            <a:ext cx="4232274" cy="9016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6E1C48EC-F1C8-634A-B447-E624BC4E7DAB}"/>
              </a:ext>
            </a:extLst>
          </p:cNvPr>
          <p:cNvCxnSpPr>
            <a:cxnSpLocks/>
          </p:cNvCxnSpPr>
          <p:nvPr userDrawn="1"/>
        </p:nvCxnSpPr>
        <p:spPr>
          <a:xfrm flipH="1">
            <a:off x="5336583" y="4703151"/>
            <a:ext cx="377658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áfico 3">
            <a:extLst>
              <a:ext uri="{FF2B5EF4-FFF2-40B4-BE49-F238E27FC236}">
                <a16:creationId xmlns:a16="http://schemas.microsoft.com/office/drawing/2014/main" id="{6CA8C782-99FB-1B89-E50D-DB7A916EF2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91348" y="4251783"/>
            <a:ext cx="2866751" cy="2866751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727FFE63-3C8B-A889-DBCD-59ECB0D8288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2270" y="2564678"/>
            <a:ext cx="3882213" cy="3882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0070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2">
    <p:bg>
      <p:bgPr>
        <a:gradFill flip="none" rotWithShape="1">
          <a:gsLst>
            <a:gs pos="68000">
              <a:schemeClr val="accent1"/>
            </a:gs>
            <a:gs pos="0">
              <a:schemeClr val="accent1">
                <a:lumMod val="7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ítulo 1">
            <a:extLst>
              <a:ext uri="{FF2B5EF4-FFF2-40B4-BE49-F238E27FC236}">
                <a16:creationId xmlns:a16="http://schemas.microsoft.com/office/drawing/2014/main" id="{98115A6A-E2C9-D04B-8CC3-28C95208B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239" y="3770638"/>
            <a:ext cx="7883523" cy="1035050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lnSpc>
                <a:spcPts val="4000"/>
              </a:lnSpc>
              <a:defRPr sz="4000" b="1" i="0">
                <a:solidFill>
                  <a:schemeClr val="bg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 dirty="0"/>
          </a:p>
        </p:txBody>
      </p:sp>
      <p:sp>
        <p:nvSpPr>
          <p:cNvPr id="20" name="Marcador de texto 2">
            <a:extLst>
              <a:ext uri="{FF2B5EF4-FFF2-40B4-BE49-F238E27FC236}">
                <a16:creationId xmlns:a16="http://schemas.microsoft.com/office/drawing/2014/main" id="{3E864858-B1C6-E549-917E-78F9AD715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32846" y="4827715"/>
            <a:ext cx="7326309" cy="9016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5164B21-F311-DB4A-83C9-4564F27589A3}"/>
              </a:ext>
            </a:extLst>
          </p:cNvPr>
          <p:cNvCxnSpPr>
            <a:cxnSpLocks/>
          </p:cNvCxnSpPr>
          <p:nvPr userDrawn="1"/>
        </p:nvCxnSpPr>
        <p:spPr>
          <a:xfrm flipH="1">
            <a:off x="2289807" y="3578649"/>
            <a:ext cx="761238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áfico 3">
            <a:extLst>
              <a:ext uri="{FF2B5EF4-FFF2-40B4-BE49-F238E27FC236}">
                <a16:creationId xmlns:a16="http://schemas.microsoft.com/office/drawing/2014/main" id="{160BAA89-622D-D6CD-CCCB-275C593262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0000">
            <a:off x="-36794" y="1829532"/>
            <a:ext cx="3882213" cy="3882213"/>
          </a:xfrm>
          <a:prstGeom prst="rect">
            <a:avLst/>
          </a:prstGeom>
        </p:spPr>
      </p:pic>
      <p:pic>
        <p:nvPicPr>
          <p:cNvPr id="6" name="Gráfico 3">
            <a:extLst>
              <a:ext uri="{FF2B5EF4-FFF2-40B4-BE49-F238E27FC236}">
                <a16:creationId xmlns:a16="http://schemas.microsoft.com/office/drawing/2014/main" id="{D1884E42-E90D-5C27-1E44-01AB78C6084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928746" y="190013"/>
            <a:ext cx="3851340" cy="38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5092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6">
    <p:bg>
      <p:bgPr>
        <a:gradFill>
          <a:gsLst>
            <a:gs pos="56000">
              <a:schemeClr val="accent1"/>
            </a:gs>
            <a:gs pos="0">
              <a:schemeClr val="accent1">
                <a:lumMod val="75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">
            <a:extLst>
              <a:ext uri="{FF2B5EF4-FFF2-40B4-BE49-F238E27FC236}">
                <a16:creationId xmlns:a16="http://schemas.microsoft.com/office/drawing/2014/main" id="{DC341692-65A6-0272-9623-0E6A0FBE3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627" y="1515852"/>
            <a:ext cx="4789488" cy="1836737"/>
          </a:xfrm>
          <a:prstGeom prst="rect">
            <a:avLst/>
          </a:prstGeom>
        </p:spPr>
        <p:txBody>
          <a:bodyPr anchor="b">
            <a:noAutofit/>
          </a:bodyPr>
          <a:lstStyle>
            <a:lvl1pPr algn="r">
              <a:lnSpc>
                <a:spcPts val="4000"/>
              </a:lnSpc>
              <a:defRPr sz="4000" b="1" i="0">
                <a:solidFill>
                  <a:schemeClr val="bg2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B98E4529-CB6C-DC6A-C877-7B620EDF0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79841" y="3369258"/>
            <a:ext cx="4232274" cy="9016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20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9929B9BF-6A18-232E-8192-B3F5E74B7649}"/>
              </a:ext>
            </a:extLst>
          </p:cNvPr>
          <p:cNvCxnSpPr>
            <a:cxnSpLocks/>
          </p:cNvCxnSpPr>
          <p:nvPr userDrawn="1"/>
        </p:nvCxnSpPr>
        <p:spPr>
          <a:xfrm flipH="1">
            <a:off x="2435526" y="4108025"/>
            <a:ext cx="377658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áfico 5">
            <a:extLst>
              <a:ext uri="{FF2B5EF4-FFF2-40B4-BE49-F238E27FC236}">
                <a16:creationId xmlns:a16="http://schemas.microsoft.com/office/drawing/2014/main" id="{3224D0F9-8B9C-7E6F-36B0-757999F313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815367" y="2564678"/>
            <a:ext cx="3882213" cy="3882213"/>
          </a:xfrm>
          <a:prstGeom prst="rect">
            <a:avLst/>
          </a:prstGeom>
        </p:spPr>
      </p:pic>
      <p:pic>
        <p:nvPicPr>
          <p:cNvPr id="7" name="Gráfico 3">
            <a:extLst>
              <a:ext uri="{FF2B5EF4-FFF2-40B4-BE49-F238E27FC236}">
                <a16:creationId xmlns:a16="http://schemas.microsoft.com/office/drawing/2014/main" id="{523383D1-FDAC-91D2-2595-975250E59F4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801049" y="3580140"/>
            <a:ext cx="2866751" cy="286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6632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49B591C-1315-81DA-9B65-B280907CFD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F91F180A-0C84-BDE9-13A2-7C284DE05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7929" y="1886530"/>
            <a:ext cx="4434646" cy="18367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ts val="4000"/>
              </a:lnSpc>
              <a:defRPr sz="4000" b="1" i="0">
                <a:solidFill>
                  <a:schemeClr val="bg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 dirty="0"/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E2DB71C3-D509-37CC-8DEA-E99BCC24C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7929" y="3739937"/>
            <a:ext cx="4232274" cy="7361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CADE7F94-3EC0-F362-8568-DB5E6D7C20F1}"/>
              </a:ext>
            </a:extLst>
          </p:cNvPr>
          <p:cNvCxnSpPr>
            <a:cxnSpLocks/>
          </p:cNvCxnSpPr>
          <p:nvPr userDrawn="1"/>
        </p:nvCxnSpPr>
        <p:spPr>
          <a:xfrm flipH="1">
            <a:off x="7277929" y="4478703"/>
            <a:ext cx="377658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3">
            <a:extLst>
              <a:ext uri="{FF2B5EF4-FFF2-40B4-BE49-F238E27FC236}">
                <a16:creationId xmlns:a16="http://schemas.microsoft.com/office/drawing/2014/main" id="{DD9D8013-E160-1CDD-18D5-090AE04C60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746044" y="4007919"/>
            <a:ext cx="2866751" cy="286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3854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rtada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B855047-4D33-B022-03AA-D4303B8FDA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F91F180A-0C84-BDE9-13A2-7C284DE05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2482" y="1886530"/>
            <a:ext cx="4434646" cy="18367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ts val="4000"/>
              </a:lnSpc>
              <a:defRPr sz="4000" b="1" i="0">
                <a:solidFill>
                  <a:schemeClr val="tx2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 dirty="0"/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E2DB71C3-D509-37CC-8DEA-E99BCC24C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42482" y="3739937"/>
            <a:ext cx="4232274" cy="7361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0" i="0">
                <a:solidFill>
                  <a:schemeClr val="tx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CADE7F94-3EC0-F362-8568-DB5E6D7C20F1}"/>
              </a:ext>
            </a:extLst>
          </p:cNvPr>
          <p:cNvCxnSpPr>
            <a:cxnSpLocks/>
          </p:cNvCxnSpPr>
          <p:nvPr userDrawn="1"/>
        </p:nvCxnSpPr>
        <p:spPr>
          <a:xfrm flipH="1">
            <a:off x="7142482" y="4478703"/>
            <a:ext cx="3776589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3">
            <a:extLst>
              <a:ext uri="{FF2B5EF4-FFF2-40B4-BE49-F238E27FC236}">
                <a16:creationId xmlns:a16="http://schemas.microsoft.com/office/drawing/2014/main" id="{EA8C044F-4CE5-55BC-4FCE-9C947BCD01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686797" y="4007919"/>
            <a:ext cx="2866751" cy="286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3286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5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FEF380F5-0EB0-9F85-8317-7DE83789A0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3AE92445-2D32-7F94-2EB6-C3ED61D6A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13" y="2164115"/>
            <a:ext cx="4789488" cy="1836737"/>
          </a:xfrm>
          <a:prstGeom prst="rect">
            <a:avLst/>
          </a:prstGeom>
        </p:spPr>
        <p:txBody>
          <a:bodyPr anchor="b">
            <a:noAutofit/>
          </a:bodyPr>
          <a:lstStyle>
            <a:lvl1pPr algn="r">
              <a:lnSpc>
                <a:spcPts val="4000"/>
              </a:lnSpc>
              <a:defRPr sz="4000" b="1" i="0">
                <a:solidFill>
                  <a:schemeClr val="bg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A8B12670-65AF-0467-BD34-2490BAB34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7627" y="4017521"/>
            <a:ext cx="4232274" cy="9016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20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D8AFF5E4-AB1B-2714-EDFA-1A9F0F22BBB5}"/>
              </a:ext>
            </a:extLst>
          </p:cNvPr>
          <p:cNvCxnSpPr>
            <a:cxnSpLocks/>
          </p:cNvCxnSpPr>
          <p:nvPr userDrawn="1"/>
        </p:nvCxnSpPr>
        <p:spPr>
          <a:xfrm flipH="1">
            <a:off x="1533312" y="4756288"/>
            <a:ext cx="377658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áfico 3">
            <a:extLst>
              <a:ext uri="{FF2B5EF4-FFF2-40B4-BE49-F238E27FC236}">
                <a16:creationId xmlns:a16="http://schemas.microsoft.com/office/drawing/2014/main" id="{40129E06-77DF-F46A-CB0C-D8C96896C20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915157" y="4274619"/>
            <a:ext cx="2866751" cy="286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1816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rtada 6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1198336F-E96F-AC07-7406-4AF942F8F1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854ABEBB-2DD3-C2A2-CBD5-2F78232C4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946" y="1716855"/>
            <a:ext cx="4232275" cy="1836737"/>
          </a:xfrm>
          <a:prstGeom prst="rect">
            <a:avLst/>
          </a:prstGeom>
        </p:spPr>
        <p:txBody>
          <a:bodyPr anchor="b">
            <a:noAutofit/>
          </a:bodyPr>
          <a:lstStyle>
            <a:lvl1pPr algn="r">
              <a:lnSpc>
                <a:spcPts val="4000"/>
              </a:lnSpc>
              <a:defRPr sz="4000" b="1" i="0">
                <a:solidFill>
                  <a:schemeClr val="bg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AE96D64B-8E76-6FD9-E17D-04E0101FB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5948" y="3570261"/>
            <a:ext cx="4232274" cy="9016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20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219DDDDE-FECE-BE97-4C6F-BAA90317F922}"/>
              </a:ext>
            </a:extLst>
          </p:cNvPr>
          <p:cNvCxnSpPr>
            <a:cxnSpLocks/>
          </p:cNvCxnSpPr>
          <p:nvPr userDrawn="1"/>
        </p:nvCxnSpPr>
        <p:spPr>
          <a:xfrm flipH="1">
            <a:off x="1591633" y="4309028"/>
            <a:ext cx="377658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3">
            <a:extLst>
              <a:ext uri="{FF2B5EF4-FFF2-40B4-BE49-F238E27FC236}">
                <a16:creationId xmlns:a16="http://schemas.microsoft.com/office/drawing/2014/main" id="{8574997A-4FC3-749C-E0C2-3AC903AB2A3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915157" y="3991249"/>
            <a:ext cx="2866751" cy="286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1345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 de contenidos 1">
    <p:bg>
      <p:bgPr>
        <a:gradFill flip="none" rotWithShape="1">
          <a:gsLst>
            <a:gs pos="98000">
              <a:schemeClr val="tx2">
                <a:lumMod val="50000"/>
              </a:schemeClr>
            </a:gs>
            <a:gs pos="58000">
              <a:schemeClr val="tx2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12C49BD0-F471-C840-9021-0B354B7088B4}"/>
              </a:ext>
            </a:extLst>
          </p:cNvPr>
          <p:cNvCxnSpPr>
            <a:cxnSpLocks/>
          </p:cNvCxnSpPr>
          <p:nvPr userDrawn="1"/>
        </p:nvCxnSpPr>
        <p:spPr>
          <a:xfrm>
            <a:off x="8153214" y="1439333"/>
            <a:ext cx="0" cy="3979334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ítulo 1">
            <a:extLst>
              <a:ext uri="{FF2B5EF4-FFF2-40B4-BE49-F238E27FC236}">
                <a16:creationId xmlns:a16="http://schemas.microsoft.com/office/drawing/2014/main" id="{1357089F-C512-0245-AD06-C454D2421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9582" y="0"/>
            <a:ext cx="3538579" cy="297200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4000"/>
              </a:lnSpc>
              <a:defRPr sz="4000" b="1" i="0">
                <a:solidFill>
                  <a:schemeClr val="bg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92E91E6E-828B-504A-BFC8-078D030A1E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99582" y="3123345"/>
            <a:ext cx="3546051" cy="3644173"/>
          </a:xfrm>
        </p:spPr>
        <p:txBody>
          <a:bodyPr anchor="t">
            <a:noAutofit/>
          </a:bodyPr>
          <a:lstStyle>
            <a:lvl1pPr marL="342900" indent="-342900">
              <a:buFont typeface="+mj-lt"/>
              <a:buAutoNum type="arabicPeriod"/>
              <a:defRPr sz="14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800100" indent="-342900">
              <a:buFont typeface="+mj-lt"/>
              <a:buAutoNum type="arabicPeriod"/>
              <a:defRPr sz="14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Font typeface="+mj-lt"/>
              <a:buAutoNum type="arabicPeriod"/>
              <a:defRPr sz="12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Font typeface="+mj-lt"/>
              <a:buAutoNum type="arabicPeriod"/>
              <a:defRPr sz="11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Font typeface="+mj-lt"/>
              <a:buAutoNum type="arabicPeriod"/>
              <a:defRPr sz="11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CO" dirty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0D6973A6-191D-B2E5-9CB9-8DE9FAA4148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8153211" cy="6858000"/>
          </a:xfrm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71798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 de contenidos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D9D60411-F0A2-BD4D-A7E0-DCD7BD01A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8588" y="1167679"/>
            <a:ext cx="3761107" cy="1812791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4000"/>
              </a:lnSpc>
              <a:defRPr sz="4000" b="1" i="0">
                <a:solidFill>
                  <a:schemeClr val="tx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10" name="Marcador de posición de imagen 3">
            <a:extLst>
              <a:ext uri="{FF2B5EF4-FFF2-40B4-BE49-F238E27FC236}">
                <a16:creationId xmlns:a16="http://schemas.microsoft.com/office/drawing/2014/main" id="{3C6275CB-3F7D-CD4D-A964-2BB50B2C6C2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5574643" y="0"/>
            <a:ext cx="6617353" cy="6858000"/>
          </a:xfrm>
        </p:spPr>
        <p:txBody>
          <a:bodyPr/>
          <a:lstStyle/>
          <a:p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44960D23-8924-7049-8E04-3522FB917E41}"/>
              </a:ext>
            </a:extLst>
          </p:cNvPr>
          <p:cNvCxnSpPr>
            <a:cxnSpLocks/>
          </p:cNvCxnSpPr>
          <p:nvPr userDrawn="1"/>
        </p:nvCxnSpPr>
        <p:spPr>
          <a:xfrm>
            <a:off x="5574645" y="1439333"/>
            <a:ext cx="0" cy="3979334"/>
          </a:xfrm>
          <a:prstGeom prst="line">
            <a:avLst/>
          </a:prstGeom>
          <a:ln w="1270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texto 7">
            <a:extLst>
              <a:ext uri="{FF2B5EF4-FFF2-40B4-BE49-F238E27FC236}">
                <a16:creationId xmlns:a16="http://schemas.microsoft.com/office/drawing/2014/main" id="{4D51C933-89A4-9D43-BA35-FF09EEC9E2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31118" y="3012790"/>
            <a:ext cx="3546051" cy="2677531"/>
          </a:xfrm>
        </p:spPr>
        <p:txBody>
          <a:bodyPr anchor="t">
            <a:noAutofit/>
          </a:bodyPr>
          <a:lstStyle>
            <a:lvl1pPr marL="342900" indent="-342900">
              <a:buFont typeface="+mj-lt"/>
              <a:buAutoNum type="arabicPeriod"/>
              <a:defRPr sz="1400" b="0" i="0">
                <a:solidFill>
                  <a:schemeClr val="accent3">
                    <a:lumMod val="50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800100" indent="-342900">
              <a:buFont typeface="+mj-lt"/>
              <a:buAutoNum type="arabicPeriod"/>
              <a:defRPr sz="1400" b="0" i="0">
                <a:solidFill>
                  <a:schemeClr val="accent3">
                    <a:lumMod val="50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Font typeface="+mj-lt"/>
              <a:buAutoNum type="arabicPeriod"/>
              <a:defRPr sz="1200" b="0" i="0">
                <a:solidFill>
                  <a:schemeClr val="accent3">
                    <a:lumMod val="50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Font typeface="+mj-lt"/>
              <a:buAutoNum type="arabicPeriod"/>
              <a:defRPr sz="1100" b="0" i="0">
                <a:solidFill>
                  <a:schemeClr val="accent3">
                    <a:lumMod val="50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Font typeface="+mj-lt"/>
              <a:buAutoNum type="arabicPeriod"/>
              <a:defRPr sz="1100" b="0" i="0">
                <a:solidFill>
                  <a:schemeClr val="accent3">
                    <a:lumMod val="50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686383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 de contenidos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3">
            <a:extLst>
              <a:ext uri="{FF2B5EF4-FFF2-40B4-BE49-F238E27FC236}">
                <a16:creationId xmlns:a16="http://schemas.microsoft.com/office/drawing/2014/main" id="{22758BD5-B3B0-F14A-9564-3711DCD726D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-2" y="0"/>
            <a:ext cx="12191997" cy="3429000"/>
          </a:xfrm>
        </p:spPr>
        <p:txBody>
          <a:bodyPr/>
          <a:lstStyle/>
          <a:p>
            <a:endParaRPr lang="es-CO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467FCA5A-E767-0A44-8972-556067DF6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9408" y="3705843"/>
            <a:ext cx="3727599" cy="1943303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4000"/>
              </a:lnSpc>
              <a:defRPr sz="4000" b="1" i="0">
                <a:solidFill>
                  <a:schemeClr val="tx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14" name="Marcador de texto 7">
            <a:extLst>
              <a:ext uri="{FF2B5EF4-FFF2-40B4-BE49-F238E27FC236}">
                <a16:creationId xmlns:a16="http://schemas.microsoft.com/office/drawing/2014/main" id="{8F521DCF-F4AA-7D41-877D-472B234E65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0" y="3707733"/>
            <a:ext cx="3546051" cy="1941414"/>
          </a:xfrm>
        </p:spPr>
        <p:txBody>
          <a:bodyPr anchor="ctr">
            <a:noAutofit/>
          </a:bodyPr>
          <a:lstStyle>
            <a:lvl1pPr marL="342900" indent="-342900">
              <a:buFont typeface="+mj-lt"/>
              <a:buAutoNum type="arabicPeriod"/>
              <a:defRPr sz="1400" b="0" i="0">
                <a:solidFill>
                  <a:schemeClr val="accent3">
                    <a:lumMod val="50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800100" indent="-342900">
              <a:buFont typeface="+mj-lt"/>
              <a:buAutoNum type="arabicPeriod"/>
              <a:defRPr sz="1400" b="0" i="0">
                <a:solidFill>
                  <a:schemeClr val="accent3">
                    <a:lumMod val="50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Font typeface="+mj-lt"/>
              <a:buAutoNum type="arabicPeriod"/>
              <a:defRPr sz="1200" b="0" i="0">
                <a:solidFill>
                  <a:schemeClr val="accent3">
                    <a:lumMod val="50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Font typeface="+mj-lt"/>
              <a:buAutoNum type="arabicPeriod"/>
              <a:defRPr sz="1100" b="0" i="0">
                <a:solidFill>
                  <a:schemeClr val="accent3">
                    <a:lumMod val="50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Font typeface="+mj-lt"/>
              <a:buAutoNum type="arabicPeriod"/>
              <a:defRPr sz="1100" b="0" i="0">
                <a:solidFill>
                  <a:schemeClr val="accent3">
                    <a:lumMod val="50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CO" dirty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02FEE393-FF36-25EE-8955-E770868F44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2271" y="3934047"/>
            <a:ext cx="2512844" cy="2512844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7304F08A-ED18-1E5C-2B06-6C2C4559FD9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10807700" y="0"/>
            <a:ext cx="1384295" cy="1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2250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35AC1B1-E018-6D46-94A2-42BF69B0F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8343" y="5603103"/>
            <a:ext cx="9144000" cy="1117599"/>
          </a:xfrm>
        </p:spPr>
        <p:txBody>
          <a:bodyPr anchor="t">
            <a:noAutofit/>
          </a:bodyPr>
          <a:lstStyle>
            <a:lvl1pPr algn="l">
              <a:lnSpc>
                <a:spcPts val="4000"/>
              </a:lnSpc>
              <a:defRPr sz="4000" b="1" i="0">
                <a:solidFill>
                  <a:schemeClr val="tx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A62A7AF4-D38B-C640-95FF-14AD623FC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88343" y="5161778"/>
            <a:ext cx="9144000" cy="441325"/>
          </a:xfrm>
        </p:spPr>
        <p:txBody>
          <a:bodyPr anchor="b">
            <a:noAutofit/>
          </a:bodyPr>
          <a:lstStyle>
            <a:lvl1pPr marL="0" indent="0" algn="l">
              <a:buNone/>
              <a:defRPr sz="2000" b="0" i="0">
                <a:solidFill>
                  <a:schemeClr val="accent3">
                    <a:lumMod val="50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Haz clic para editar el estilo de subtítulo del patrón</a:t>
            </a:r>
            <a:endParaRPr lang="es-CO" dirty="0"/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E420E855-19D1-2EC6-C10E-0D5BD2226ED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2192000" cy="4668355"/>
          </a:xfrm>
        </p:spPr>
        <p:txBody>
          <a:bodyPr/>
          <a:lstStyle/>
          <a:p>
            <a:endParaRPr lang="es-CO"/>
          </a:p>
        </p:txBody>
      </p:sp>
      <p:sp>
        <p:nvSpPr>
          <p:cNvPr id="15" name="Marcador de texto 18">
            <a:extLst>
              <a:ext uri="{FF2B5EF4-FFF2-40B4-BE49-F238E27FC236}">
                <a16:creationId xmlns:a16="http://schemas.microsoft.com/office/drawing/2014/main" id="{F30CC972-975F-00FF-B977-0BEBCC189E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64343" y="4979823"/>
            <a:ext cx="1363662" cy="1566708"/>
          </a:xfrm>
        </p:spPr>
        <p:txBody>
          <a:bodyPr anchor="ctr"/>
          <a:lstStyle>
            <a:lvl1pPr marL="0" indent="0" algn="ctr">
              <a:buNone/>
              <a:defRPr sz="4400" b="1" i="0">
                <a:solidFill>
                  <a:schemeClr val="tx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 dirty="0"/>
              <a:t>00</a:t>
            </a:r>
          </a:p>
        </p:txBody>
      </p:sp>
      <p:pic>
        <p:nvPicPr>
          <p:cNvPr id="4" name="Gráfico 2">
            <a:extLst>
              <a:ext uri="{FF2B5EF4-FFF2-40B4-BE49-F238E27FC236}">
                <a16:creationId xmlns:a16="http://schemas.microsoft.com/office/drawing/2014/main" id="{16BE023F-ADD2-F292-6222-53B36CDFB1F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07700" y="0"/>
            <a:ext cx="1384295" cy="1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8449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parado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35AC1B1-E018-6D46-94A2-42BF69B0F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284647"/>
            <a:ext cx="9144000" cy="1117599"/>
          </a:xfrm>
        </p:spPr>
        <p:txBody>
          <a:bodyPr anchor="t">
            <a:noAutofit/>
          </a:bodyPr>
          <a:lstStyle>
            <a:lvl1pPr algn="ctr">
              <a:lnSpc>
                <a:spcPts val="4000"/>
              </a:lnSpc>
              <a:defRPr sz="4000" b="1" i="0">
                <a:solidFill>
                  <a:schemeClr val="tx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A62A7AF4-D38B-C640-95FF-14AD623FC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28807"/>
            <a:ext cx="9144000" cy="441325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 i="0">
                <a:solidFill>
                  <a:schemeClr val="accent3">
                    <a:lumMod val="50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Haz clic para editar el estilo de subtítulo del patrón</a:t>
            </a:r>
            <a:endParaRPr lang="es-CO" dirty="0"/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E420E855-19D1-2EC6-C10E-0D5BD2226ED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2192000" cy="4668355"/>
          </a:xfrm>
        </p:spPr>
        <p:txBody>
          <a:bodyPr/>
          <a:lstStyle/>
          <a:p>
            <a:endParaRPr lang="es-CO"/>
          </a:p>
        </p:txBody>
      </p:sp>
      <p:sp>
        <p:nvSpPr>
          <p:cNvPr id="15" name="Marcador de texto 18">
            <a:extLst>
              <a:ext uri="{FF2B5EF4-FFF2-40B4-BE49-F238E27FC236}">
                <a16:creationId xmlns:a16="http://schemas.microsoft.com/office/drawing/2014/main" id="{F30CC972-975F-00FF-B977-0BEBCC189E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0338" y="4835538"/>
            <a:ext cx="1363662" cy="1444625"/>
          </a:xfrm>
        </p:spPr>
        <p:txBody>
          <a:bodyPr anchor="ctr"/>
          <a:lstStyle>
            <a:lvl1pPr marL="0" indent="0" algn="ctr">
              <a:buNone/>
              <a:defRPr sz="4400" b="1" i="0">
                <a:solidFill>
                  <a:schemeClr val="tx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 dirty="0"/>
              <a:t>00</a:t>
            </a:r>
          </a:p>
        </p:txBody>
      </p:sp>
      <p:pic>
        <p:nvPicPr>
          <p:cNvPr id="4" name="Gráfico 2">
            <a:extLst>
              <a:ext uri="{FF2B5EF4-FFF2-40B4-BE49-F238E27FC236}">
                <a16:creationId xmlns:a16="http://schemas.microsoft.com/office/drawing/2014/main" id="{496E5012-7240-D4FE-8536-C9AADD54C07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07700" y="0"/>
            <a:ext cx="1384295" cy="1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7672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67013D83-3A60-43BC-36DB-674E7FC535E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319" y="325261"/>
            <a:ext cx="2043968" cy="248176"/>
          </a:xfrm>
          <a:prstGeom prst="rect">
            <a:avLst/>
          </a:prstGeom>
        </p:spPr>
      </p:pic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4603B521-CB92-6952-49FB-D5715F8601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5994400" cy="6858000"/>
          </a:xfrm>
        </p:spPr>
        <p:txBody>
          <a:bodyPr/>
          <a:lstStyle/>
          <a:p>
            <a:endParaRPr lang="es-CO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7AA72465-F5CE-2045-5882-268AD2CBB2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19032"/>
          <a:stretch/>
        </p:blipFill>
        <p:spPr>
          <a:xfrm>
            <a:off x="4802414" y="2847671"/>
            <a:ext cx="4914900" cy="4010329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135AC1B1-E018-6D46-94A2-42BF69B0F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1314" y="2815773"/>
            <a:ext cx="4572000" cy="1307673"/>
          </a:xfrm>
        </p:spPr>
        <p:txBody>
          <a:bodyPr anchor="b">
            <a:noAutofit/>
          </a:bodyPr>
          <a:lstStyle>
            <a:lvl1pPr algn="l">
              <a:lnSpc>
                <a:spcPts val="4000"/>
              </a:lnSpc>
              <a:defRPr sz="4000" b="1" i="0">
                <a:solidFill>
                  <a:schemeClr val="tx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A62A7AF4-D38B-C640-95FF-14AD623FC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31314" y="4200226"/>
            <a:ext cx="4572000" cy="803531"/>
          </a:xfrm>
        </p:spPr>
        <p:txBody>
          <a:bodyPr anchor="t">
            <a:noAutofit/>
          </a:bodyPr>
          <a:lstStyle>
            <a:lvl1pPr marL="0" indent="0" algn="l">
              <a:buNone/>
              <a:defRPr sz="2000" b="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Haz clic para editar el estilo de subtítulo del patrón</a:t>
            </a:r>
            <a:endParaRPr lang="es-CO" dirty="0"/>
          </a:p>
        </p:txBody>
      </p:sp>
      <p:sp>
        <p:nvSpPr>
          <p:cNvPr id="12" name="Marcador de texto 18">
            <a:extLst>
              <a:ext uri="{FF2B5EF4-FFF2-40B4-BE49-F238E27FC236}">
                <a16:creationId xmlns:a16="http://schemas.microsoft.com/office/drawing/2014/main" id="{B56B30F3-C2D9-CDC3-9456-F99955EB38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31314" y="1077460"/>
            <a:ext cx="1363662" cy="1444625"/>
          </a:xfrm>
        </p:spPr>
        <p:txBody>
          <a:bodyPr anchor="b"/>
          <a:lstStyle>
            <a:lvl1pPr marL="0" indent="0" algn="l">
              <a:buNone/>
              <a:defRPr sz="4400" b="1" i="0">
                <a:solidFill>
                  <a:schemeClr val="tx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 dirty="0"/>
              <a:t>00</a:t>
            </a:r>
          </a:p>
        </p:txBody>
      </p:sp>
      <p:pic>
        <p:nvPicPr>
          <p:cNvPr id="9" name="Gráfico 2">
            <a:extLst>
              <a:ext uri="{FF2B5EF4-FFF2-40B4-BE49-F238E27FC236}">
                <a16:creationId xmlns:a16="http://schemas.microsoft.com/office/drawing/2014/main" id="{5BA798FE-69B5-2836-9750-90B20776E49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10807700" y="0"/>
            <a:ext cx="1384295" cy="1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1375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35AC1B1-E018-6D46-94A2-42BF69B0F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96240"/>
            <a:ext cx="4325257" cy="2204724"/>
          </a:xfrm>
        </p:spPr>
        <p:txBody>
          <a:bodyPr anchor="t">
            <a:noAutofit/>
          </a:bodyPr>
          <a:lstStyle>
            <a:lvl1pPr algn="l">
              <a:lnSpc>
                <a:spcPts val="4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A62A7AF4-D38B-C640-95FF-14AD623FC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68274"/>
            <a:ext cx="4325257" cy="827966"/>
          </a:xfrm>
        </p:spPr>
        <p:txBody>
          <a:bodyPr anchor="b">
            <a:noAutofit/>
          </a:bodyPr>
          <a:lstStyle>
            <a:lvl1pPr marL="0" indent="0" algn="l">
              <a:buNone/>
              <a:defRPr sz="2000" b="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Haz clic para editar el estilo de subtítulo del patrón</a:t>
            </a:r>
            <a:endParaRPr lang="es-CO" dirty="0"/>
          </a:p>
        </p:txBody>
      </p:sp>
      <p:sp>
        <p:nvSpPr>
          <p:cNvPr id="12" name="Marcador de texto 18">
            <a:extLst>
              <a:ext uri="{FF2B5EF4-FFF2-40B4-BE49-F238E27FC236}">
                <a16:creationId xmlns:a16="http://schemas.microsoft.com/office/drawing/2014/main" id="{71F76A07-3D62-7E47-9389-7E30ED133E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1018280"/>
            <a:ext cx="1363662" cy="1444625"/>
          </a:xfrm>
        </p:spPr>
        <p:txBody>
          <a:bodyPr anchor="b"/>
          <a:lstStyle>
            <a:lvl1pPr marL="0" indent="0" algn="l">
              <a:buNone/>
              <a:defRPr sz="4400" b="1" i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 dirty="0"/>
              <a:t>00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25766643-ABE0-5583-9C2A-313AC3D24E2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9515000" y="3514060"/>
            <a:ext cx="2245051" cy="2948320"/>
          </a:xfrm>
          <a:prstGeom prst="rect">
            <a:avLst/>
          </a:prstGeom>
        </p:spPr>
      </p:pic>
      <p:pic>
        <p:nvPicPr>
          <p:cNvPr id="8" name="Gráfico 2">
            <a:extLst>
              <a:ext uri="{FF2B5EF4-FFF2-40B4-BE49-F238E27FC236}">
                <a16:creationId xmlns:a16="http://schemas.microsoft.com/office/drawing/2014/main" id="{859895D6-8795-B231-BC5B-1E4C27F9DDD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10807700" y="0"/>
            <a:ext cx="1384295" cy="1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251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parado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posición de imagen 13">
            <a:extLst>
              <a:ext uri="{FF2B5EF4-FFF2-40B4-BE49-F238E27FC236}">
                <a16:creationId xmlns:a16="http://schemas.microsoft.com/office/drawing/2014/main" id="{1EDABC10-CAA7-66A1-224B-67036E85938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s-CO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35AC1B1-E018-6D46-94A2-42BF69B0F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0857" y="5139731"/>
            <a:ext cx="7910286" cy="1251531"/>
          </a:xfrm>
        </p:spPr>
        <p:txBody>
          <a:bodyPr anchor="t">
            <a:noAutofit/>
          </a:bodyPr>
          <a:lstStyle>
            <a:lvl1pPr algn="ctr">
              <a:lnSpc>
                <a:spcPts val="4000"/>
              </a:lnSpc>
              <a:defRPr sz="4000" b="1" i="0">
                <a:solidFill>
                  <a:schemeClr val="tx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A62A7AF4-D38B-C640-95FF-14AD623FC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93257" y="4311765"/>
            <a:ext cx="7605486" cy="827966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 i="0">
                <a:solidFill>
                  <a:schemeClr val="accent3">
                    <a:lumMod val="50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Haz clic para editar el estilo de subtítulo del patrón</a:t>
            </a:r>
            <a:endParaRPr lang="es-CO" dirty="0"/>
          </a:p>
        </p:txBody>
      </p:sp>
      <p:sp>
        <p:nvSpPr>
          <p:cNvPr id="12" name="Marcador de texto 18">
            <a:extLst>
              <a:ext uri="{FF2B5EF4-FFF2-40B4-BE49-F238E27FC236}">
                <a16:creationId xmlns:a16="http://schemas.microsoft.com/office/drawing/2014/main" id="{71F76A07-3D62-7E47-9389-7E30ED133E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14169" y="0"/>
            <a:ext cx="1363662" cy="1444625"/>
          </a:xfrm>
        </p:spPr>
        <p:txBody>
          <a:bodyPr anchor="b"/>
          <a:lstStyle>
            <a:lvl1pPr marL="0" indent="0" algn="ctr">
              <a:buNone/>
              <a:defRPr sz="4400" b="1" i="0">
                <a:solidFill>
                  <a:schemeClr val="tx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0789932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parado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002856EE-3406-47FB-CABA-A717FC9806C4}"/>
              </a:ext>
            </a:extLst>
          </p:cNvPr>
          <p:cNvSpPr/>
          <p:nvPr userDrawn="1"/>
        </p:nvSpPr>
        <p:spPr>
          <a:xfrm>
            <a:off x="0" y="4862286"/>
            <a:ext cx="12192000" cy="199571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E74615C2-173D-8C17-52E9-E0CEC6AD02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72577"/>
          <a:stretch/>
        </p:blipFill>
        <p:spPr>
          <a:xfrm>
            <a:off x="94457" y="5201164"/>
            <a:ext cx="12003087" cy="1656836"/>
          </a:xfrm>
          <a:prstGeom prst="rect">
            <a:avLst/>
          </a:prstGeom>
        </p:spPr>
      </p:pic>
      <p:sp>
        <p:nvSpPr>
          <p:cNvPr id="21" name="Marcador de posición de imagen 20">
            <a:extLst>
              <a:ext uri="{FF2B5EF4-FFF2-40B4-BE49-F238E27FC236}">
                <a16:creationId xmlns:a16="http://schemas.microsoft.com/office/drawing/2014/main" id="{9E7D890A-78C2-6389-C8DC-3E6EDE5BE6C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12192000" cy="4862285"/>
          </a:xfrm>
        </p:spPr>
        <p:txBody>
          <a:bodyPr/>
          <a:lstStyle>
            <a:lvl1pPr>
              <a:defRPr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endParaRPr lang="es-CO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35AC1B1-E018-6D46-94A2-42BF69B0F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656" y="4953329"/>
            <a:ext cx="7040795" cy="1117599"/>
          </a:xfrm>
        </p:spPr>
        <p:txBody>
          <a:bodyPr anchor="b">
            <a:noAutofit/>
          </a:bodyPr>
          <a:lstStyle>
            <a:lvl1pPr algn="l">
              <a:lnSpc>
                <a:spcPts val="4000"/>
              </a:lnSpc>
              <a:defRPr sz="4000">
                <a:solidFill>
                  <a:schemeClr val="bg1"/>
                </a:solidFill>
                <a:latin typeface="Arial Rounded MT Bold" panose="020F0704030504030204" pitchFamily="34" charset="77"/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A62A7AF4-D38B-C640-95FF-14AD623FC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657" y="6092134"/>
            <a:ext cx="6212114" cy="441325"/>
          </a:xfrm>
        </p:spPr>
        <p:txBody>
          <a:bodyPr anchor="t">
            <a:no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Haz clic para editar el estilo de subtítulo del patrón</a:t>
            </a:r>
            <a:endParaRPr lang="es-CO" dirty="0"/>
          </a:p>
        </p:txBody>
      </p:sp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47054BAD-734A-AF5A-E232-8C0C428B54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8913" y="5137831"/>
            <a:ext cx="1363662" cy="1444625"/>
          </a:xfrm>
        </p:spPr>
        <p:txBody>
          <a:bodyPr anchor="ctr"/>
          <a:lstStyle>
            <a:lvl1pPr marL="0" indent="0" algn="ctr">
              <a:buNone/>
              <a:defRPr sz="4400" b="1" i="0">
                <a:solidFill>
                  <a:schemeClr val="bg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567211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parado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002856EE-3406-47FB-CABA-A717FC9806C4}"/>
              </a:ext>
            </a:extLst>
          </p:cNvPr>
          <p:cNvSpPr/>
          <p:nvPr userDrawn="1"/>
        </p:nvSpPr>
        <p:spPr>
          <a:xfrm>
            <a:off x="0" y="4862286"/>
            <a:ext cx="12192000" cy="19957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5A4032E-E02E-9517-B4F1-23A28A3262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72577"/>
          <a:stretch/>
        </p:blipFill>
        <p:spPr>
          <a:xfrm>
            <a:off x="94457" y="5201164"/>
            <a:ext cx="12003087" cy="1656836"/>
          </a:xfrm>
          <a:prstGeom prst="rect">
            <a:avLst/>
          </a:prstGeom>
        </p:spPr>
      </p:pic>
      <p:sp>
        <p:nvSpPr>
          <p:cNvPr id="21" name="Marcador de posición de imagen 20">
            <a:extLst>
              <a:ext uri="{FF2B5EF4-FFF2-40B4-BE49-F238E27FC236}">
                <a16:creationId xmlns:a16="http://schemas.microsoft.com/office/drawing/2014/main" id="{9E7D890A-78C2-6389-C8DC-3E6EDE5BE6C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12192000" cy="4862285"/>
          </a:xfrm>
        </p:spPr>
        <p:txBody>
          <a:bodyPr/>
          <a:lstStyle>
            <a:lvl1pPr>
              <a:defRPr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endParaRPr lang="es-CO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35AC1B1-E018-6D46-94A2-42BF69B0F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656" y="4953329"/>
            <a:ext cx="7040795" cy="1117599"/>
          </a:xfrm>
        </p:spPr>
        <p:txBody>
          <a:bodyPr anchor="b">
            <a:noAutofit/>
          </a:bodyPr>
          <a:lstStyle>
            <a:lvl1pPr algn="l">
              <a:lnSpc>
                <a:spcPts val="4000"/>
              </a:lnSpc>
              <a:defRPr sz="4000">
                <a:solidFill>
                  <a:schemeClr val="bg1"/>
                </a:solidFill>
                <a:latin typeface="Arial Rounded MT Bold" panose="020F0704030504030204" pitchFamily="34" charset="77"/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A62A7AF4-D38B-C640-95FF-14AD623FC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657" y="6092134"/>
            <a:ext cx="6212114" cy="441325"/>
          </a:xfrm>
        </p:spPr>
        <p:txBody>
          <a:bodyPr anchor="t">
            <a:no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Haz clic para editar el estilo de subtítulo del patrón</a:t>
            </a:r>
            <a:endParaRPr lang="es-CO" dirty="0"/>
          </a:p>
        </p:txBody>
      </p:sp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47054BAD-734A-AF5A-E232-8C0C428B54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8913" y="5137831"/>
            <a:ext cx="1363662" cy="1444625"/>
          </a:xfrm>
        </p:spPr>
        <p:txBody>
          <a:bodyPr anchor="ctr"/>
          <a:lstStyle>
            <a:lvl1pPr marL="0" indent="0" algn="ctr">
              <a:buNone/>
              <a:defRPr sz="4400" b="1" i="0">
                <a:solidFill>
                  <a:schemeClr val="bg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2038302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parado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002856EE-3406-47FB-CABA-A717FC9806C4}"/>
              </a:ext>
            </a:extLst>
          </p:cNvPr>
          <p:cNvSpPr/>
          <p:nvPr userDrawn="1"/>
        </p:nvSpPr>
        <p:spPr>
          <a:xfrm>
            <a:off x="0" y="4862286"/>
            <a:ext cx="12192000" cy="199571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A0A6C940-B837-C37D-BE03-1897563C9C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72577"/>
          <a:stretch/>
        </p:blipFill>
        <p:spPr>
          <a:xfrm>
            <a:off x="94457" y="5201164"/>
            <a:ext cx="12003087" cy="1656836"/>
          </a:xfrm>
          <a:prstGeom prst="rect">
            <a:avLst/>
          </a:prstGeom>
        </p:spPr>
      </p:pic>
      <p:sp>
        <p:nvSpPr>
          <p:cNvPr id="21" name="Marcador de posición de imagen 20">
            <a:extLst>
              <a:ext uri="{FF2B5EF4-FFF2-40B4-BE49-F238E27FC236}">
                <a16:creationId xmlns:a16="http://schemas.microsoft.com/office/drawing/2014/main" id="{9E7D890A-78C2-6389-C8DC-3E6EDE5BE6C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12192000" cy="4862285"/>
          </a:xfrm>
        </p:spPr>
        <p:txBody>
          <a:bodyPr/>
          <a:lstStyle>
            <a:lvl1pPr>
              <a:defRPr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endParaRPr lang="es-CO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35AC1B1-E018-6D46-94A2-42BF69B0F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656" y="4953329"/>
            <a:ext cx="7040795" cy="1117599"/>
          </a:xfrm>
        </p:spPr>
        <p:txBody>
          <a:bodyPr anchor="b">
            <a:noAutofit/>
          </a:bodyPr>
          <a:lstStyle>
            <a:lvl1pPr algn="l">
              <a:lnSpc>
                <a:spcPts val="4000"/>
              </a:lnSpc>
              <a:defRPr sz="4000">
                <a:solidFill>
                  <a:schemeClr val="bg1"/>
                </a:solidFill>
                <a:latin typeface="Arial Rounded MT Bold" panose="020F0704030504030204" pitchFamily="34" charset="77"/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A62A7AF4-D38B-C640-95FF-14AD623FC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657" y="6092134"/>
            <a:ext cx="6212114" cy="441325"/>
          </a:xfrm>
        </p:spPr>
        <p:txBody>
          <a:bodyPr anchor="t">
            <a:no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Haz clic para editar el estilo de subtítulo del patrón</a:t>
            </a:r>
            <a:endParaRPr lang="es-CO" dirty="0"/>
          </a:p>
        </p:txBody>
      </p:sp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47054BAD-734A-AF5A-E232-8C0C428B54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8913" y="5137831"/>
            <a:ext cx="1363662" cy="1444625"/>
          </a:xfrm>
        </p:spPr>
        <p:txBody>
          <a:bodyPr anchor="ctr"/>
          <a:lstStyle>
            <a:lvl1pPr marL="0" indent="0" algn="ctr">
              <a:buNone/>
              <a:defRPr sz="4400" b="1" i="0">
                <a:solidFill>
                  <a:schemeClr val="bg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167305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eparado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002856EE-3406-47FB-CABA-A717FC9806C4}"/>
              </a:ext>
            </a:extLst>
          </p:cNvPr>
          <p:cNvSpPr/>
          <p:nvPr userDrawn="1"/>
        </p:nvSpPr>
        <p:spPr>
          <a:xfrm>
            <a:off x="0" y="4862286"/>
            <a:ext cx="12192000" cy="199571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7173627E-63C7-D097-E375-77B2F0A039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72577"/>
          <a:stretch/>
        </p:blipFill>
        <p:spPr>
          <a:xfrm>
            <a:off x="94457" y="5201164"/>
            <a:ext cx="12003087" cy="1656836"/>
          </a:xfrm>
          <a:prstGeom prst="rect">
            <a:avLst/>
          </a:prstGeom>
        </p:spPr>
      </p:pic>
      <p:sp>
        <p:nvSpPr>
          <p:cNvPr id="21" name="Marcador de posición de imagen 20">
            <a:extLst>
              <a:ext uri="{FF2B5EF4-FFF2-40B4-BE49-F238E27FC236}">
                <a16:creationId xmlns:a16="http://schemas.microsoft.com/office/drawing/2014/main" id="{9E7D890A-78C2-6389-C8DC-3E6EDE5BE6C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12192000" cy="4862285"/>
          </a:xfrm>
        </p:spPr>
        <p:txBody>
          <a:bodyPr/>
          <a:lstStyle>
            <a:lvl1pPr>
              <a:defRPr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endParaRPr lang="es-CO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35AC1B1-E018-6D46-94A2-42BF69B0F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656" y="4953329"/>
            <a:ext cx="7040795" cy="1117599"/>
          </a:xfrm>
        </p:spPr>
        <p:txBody>
          <a:bodyPr anchor="b">
            <a:noAutofit/>
          </a:bodyPr>
          <a:lstStyle>
            <a:lvl1pPr algn="l">
              <a:lnSpc>
                <a:spcPts val="4000"/>
              </a:lnSpc>
              <a:defRPr sz="4000">
                <a:solidFill>
                  <a:srgbClr val="440099"/>
                </a:solidFill>
                <a:latin typeface="Arial Rounded MT Bold" panose="020F0704030504030204" pitchFamily="34" charset="77"/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A62A7AF4-D38B-C640-95FF-14AD623FC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657" y="6092134"/>
            <a:ext cx="6212114" cy="441325"/>
          </a:xfrm>
        </p:spPr>
        <p:txBody>
          <a:bodyPr anchor="t">
            <a:noAutofit/>
          </a:bodyPr>
          <a:lstStyle>
            <a:lvl1pPr marL="0" indent="0" algn="l">
              <a:buNone/>
              <a:defRPr sz="2000" b="0">
                <a:solidFill>
                  <a:srgbClr val="44009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Haz clic para editar el estilo de subtítulo del patrón</a:t>
            </a:r>
            <a:endParaRPr lang="es-CO" dirty="0"/>
          </a:p>
        </p:txBody>
      </p:sp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47054BAD-734A-AF5A-E232-8C0C428B54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8913" y="5137831"/>
            <a:ext cx="1363662" cy="1444625"/>
          </a:xfrm>
        </p:spPr>
        <p:txBody>
          <a:bodyPr anchor="ctr"/>
          <a:lstStyle>
            <a:lvl1pPr marL="0" indent="0" algn="ctr">
              <a:buNone/>
              <a:defRPr sz="4400" b="1" i="0">
                <a:solidFill>
                  <a:srgbClr val="440099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5831649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eparado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002856EE-3406-47FB-CABA-A717FC9806C4}"/>
              </a:ext>
            </a:extLst>
          </p:cNvPr>
          <p:cNvSpPr/>
          <p:nvPr userDrawn="1"/>
        </p:nvSpPr>
        <p:spPr>
          <a:xfrm>
            <a:off x="0" y="4862286"/>
            <a:ext cx="12192000" cy="19957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8D7FE6C8-D3EB-6EB1-6F54-5236DD9DB0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72577"/>
          <a:stretch/>
        </p:blipFill>
        <p:spPr>
          <a:xfrm>
            <a:off x="94457" y="5201164"/>
            <a:ext cx="12003087" cy="1656836"/>
          </a:xfrm>
          <a:prstGeom prst="rect">
            <a:avLst/>
          </a:prstGeom>
        </p:spPr>
      </p:pic>
      <p:sp>
        <p:nvSpPr>
          <p:cNvPr id="21" name="Marcador de posición de imagen 20">
            <a:extLst>
              <a:ext uri="{FF2B5EF4-FFF2-40B4-BE49-F238E27FC236}">
                <a16:creationId xmlns:a16="http://schemas.microsoft.com/office/drawing/2014/main" id="{9E7D890A-78C2-6389-C8DC-3E6EDE5BE6C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12192000" cy="4862285"/>
          </a:xfrm>
        </p:spPr>
        <p:txBody>
          <a:bodyPr/>
          <a:lstStyle>
            <a:lvl1pPr>
              <a:defRPr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endParaRPr lang="es-CO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35AC1B1-E018-6D46-94A2-42BF69B0F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656" y="4953329"/>
            <a:ext cx="7040795" cy="1117599"/>
          </a:xfrm>
        </p:spPr>
        <p:txBody>
          <a:bodyPr anchor="b">
            <a:noAutofit/>
          </a:bodyPr>
          <a:lstStyle>
            <a:lvl1pPr algn="l">
              <a:lnSpc>
                <a:spcPts val="4000"/>
              </a:lnSpc>
              <a:defRPr sz="4000">
                <a:solidFill>
                  <a:srgbClr val="440099"/>
                </a:solidFill>
                <a:latin typeface="Arial Rounded MT Bold" panose="020F0704030504030204" pitchFamily="34" charset="77"/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A62A7AF4-D38B-C640-95FF-14AD623FC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657" y="6092134"/>
            <a:ext cx="6212114" cy="441325"/>
          </a:xfrm>
        </p:spPr>
        <p:txBody>
          <a:bodyPr anchor="t">
            <a:noAutofit/>
          </a:bodyPr>
          <a:lstStyle>
            <a:lvl1pPr marL="0" indent="0" algn="l">
              <a:buNone/>
              <a:defRPr sz="2000" b="0">
                <a:solidFill>
                  <a:srgbClr val="44009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Haz clic para editar el estilo de subtítulo del patrón</a:t>
            </a:r>
            <a:endParaRPr lang="es-CO" dirty="0"/>
          </a:p>
        </p:txBody>
      </p:sp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47054BAD-734A-AF5A-E232-8C0C428B54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8913" y="5137831"/>
            <a:ext cx="1363662" cy="1444625"/>
          </a:xfrm>
        </p:spPr>
        <p:txBody>
          <a:bodyPr anchor="ctr"/>
          <a:lstStyle>
            <a:lvl1pPr marL="0" indent="0" algn="ctr">
              <a:buNone/>
              <a:defRPr sz="4400" b="1" i="0">
                <a:solidFill>
                  <a:srgbClr val="440099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4752702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trada a Capítulos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E63A5A7E-A143-464B-BEB6-9AB83A7F1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80974"/>
            <a:ext cx="9144000" cy="1117599"/>
          </a:xfrm>
        </p:spPr>
        <p:txBody>
          <a:bodyPr anchor="b">
            <a:noAutofit/>
          </a:bodyPr>
          <a:lstStyle>
            <a:lvl1pPr algn="ctr">
              <a:lnSpc>
                <a:spcPts val="4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655D8B6D-81F1-624A-A475-295E89267B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98573"/>
            <a:ext cx="9144000" cy="441325"/>
          </a:xfrm>
        </p:spPr>
        <p:txBody>
          <a:bodyPr>
            <a:noAutofit/>
          </a:bodyPr>
          <a:lstStyle>
            <a:lvl1pPr marL="0" indent="0" algn="ctr">
              <a:buNone/>
              <a:defRPr sz="2000" b="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Haz clic para editar el estilo de subtítulo del patrón</a:t>
            </a:r>
            <a:endParaRPr lang="es-CO" dirty="0"/>
          </a:p>
        </p:txBody>
      </p:sp>
      <p:pic>
        <p:nvPicPr>
          <p:cNvPr id="4" name="Gráfico 2">
            <a:extLst>
              <a:ext uri="{FF2B5EF4-FFF2-40B4-BE49-F238E27FC236}">
                <a16:creationId xmlns:a16="http://schemas.microsoft.com/office/drawing/2014/main" id="{30DE5808-1560-05F4-2D01-3E2D16B8EEA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07700" y="0"/>
            <a:ext cx="1384295" cy="1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9715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trada a Capítulos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E63A5A7E-A143-464B-BEB6-9AB83A7F1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05183"/>
            <a:ext cx="9144000" cy="1117599"/>
          </a:xfrm>
        </p:spPr>
        <p:txBody>
          <a:bodyPr anchor="b">
            <a:noAutofit/>
          </a:bodyPr>
          <a:lstStyle>
            <a:lvl1pPr algn="ctr">
              <a:lnSpc>
                <a:spcPts val="4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655D8B6D-81F1-624A-A475-295E89267B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22782"/>
            <a:ext cx="9144000" cy="441325"/>
          </a:xfrm>
        </p:spPr>
        <p:txBody>
          <a:bodyPr>
            <a:noAutofit/>
          </a:bodyPr>
          <a:lstStyle>
            <a:lvl1pPr marL="0" indent="0" algn="ctr">
              <a:buNone/>
              <a:defRPr sz="2000" b="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Haz clic para editar el estilo de subtítulo del patrón</a:t>
            </a:r>
            <a:endParaRPr lang="es-CO" dirty="0"/>
          </a:p>
        </p:txBody>
      </p:sp>
      <p:pic>
        <p:nvPicPr>
          <p:cNvPr id="5" name="Gráfico 2">
            <a:extLst>
              <a:ext uri="{FF2B5EF4-FFF2-40B4-BE49-F238E27FC236}">
                <a16:creationId xmlns:a16="http://schemas.microsoft.com/office/drawing/2014/main" id="{C1376CC1-EAEB-5760-E15E-311586D8AB2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07700" y="0"/>
            <a:ext cx="1384295" cy="1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9882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trada a Capítulos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52AC280C-DF1D-3A45-A3BC-D0F226EF32B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88825" cy="3314700"/>
          </a:xfrm>
        </p:spPr>
        <p:txBody>
          <a:bodyPr/>
          <a:lstStyle/>
          <a:p>
            <a:endParaRPr lang="es-CO"/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C6DC2287-4B6E-4C44-BC5C-497B5DBD3CCB}"/>
              </a:ext>
            </a:extLst>
          </p:cNvPr>
          <p:cNvSpPr txBox="1"/>
          <p:nvPr userDrawn="1"/>
        </p:nvSpPr>
        <p:spPr>
          <a:xfrm>
            <a:off x="1302086" y="6463319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2021 Lenovo Internal. All rights reserved.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5F914E9B-B5B2-7F42-B9A6-C24409BDA7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109547"/>
            <a:ext cx="9144000" cy="1117599"/>
          </a:xfrm>
        </p:spPr>
        <p:txBody>
          <a:bodyPr anchor="b">
            <a:noAutofit/>
          </a:bodyPr>
          <a:lstStyle>
            <a:lvl1pPr algn="ctr">
              <a:lnSpc>
                <a:spcPts val="4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989E4849-D49D-9C44-AE01-B649C6B83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27146"/>
            <a:ext cx="9144000" cy="441325"/>
          </a:xfrm>
        </p:spPr>
        <p:txBody>
          <a:bodyPr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Haz clic para editar el estilo de subtítulo del patrón</a:t>
            </a:r>
            <a:endParaRPr lang="es-CO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F44B918-514C-BF43-A130-AA360EBC5DD0}"/>
              </a:ext>
            </a:extLst>
          </p:cNvPr>
          <p:cNvSpPr txBox="1"/>
          <p:nvPr userDrawn="1"/>
        </p:nvSpPr>
        <p:spPr>
          <a:xfrm>
            <a:off x="3881438" y="171450"/>
            <a:ext cx="4429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>
                <a:solidFill>
                  <a:schemeClr val="bg1"/>
                </a:solidFill>
              </a:rPr>
              <a:t>Informe de Gestión 2020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CE92D77E-B949-CCE6-6F34-7CA2AB09A9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07700" y="0"/>
            <a:ext cx="1384295" cy="1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8083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trada a Capítulos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6045C2B3-1458-8428-C6CC-9093D7D9C04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8900000">
            <a:off x="-3071466" y="-1705742"/>
            <a:ext cx="8507482" cy="8573430"/>
          </a:xfrm>
          <a:prstGeom prst="rect">
            <a:avLst/>
          </a:prstGeom>
        </p:spPr>
      </p:pic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095638E8-D0C4-4249-AAEB-141FF217FC2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5175" y="0"/>
            <a:ext cx="5076825" cy="6858000"/>
          </a:xfrm>
        </p:spPr>
        <p:txBody>
          <a:bodyPr/>
          <a:lstStyle/>
          <a:p>
            <a:endParaRPr lang="es-CO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A397D73A-E689-5D46-9160-6AEE03E1B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6149" y="1931315"/>
            <a:ext cx="4409851" cy="1874231"/>
          </a:xfrm>
        </p:spPr>
        <p:txBody>
          <a:bodyPr anchor="b">
            <a:noAutofit/>
          </a:bodyPr>
          <a:lstStyle>
            <a:lvl1pPr>
              <a:lnSpc>
                <a:spcPts val="4000"/>
              </a:lnSpc>
              <a:defRPr sz="3200" b="1" i="0">
                <a:solidFill>
                  <a:schemeClr val="tx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20" name="Marcador de texto 2">
            <a:extLst>
              <a:ext uri="{FF2B5EF4-FFF2-40B4-BE49-F238E27FC236}">
                <a16:creationId xmlns:a16="http://schemas.microsoft.com/office/drawing/2014/main" id="{0EE60F8C-EF8A-F541-AA2B-AFC23A1B3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6149" y="3847528"/>
            <a:ext cx="4409851" cy="901699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 dirty="0"/>
              <a:t>Haga clic para modificar los estilos de texto del patrón</a:t>
            </a:r>
          </a:p>
        </p:txBody>
      </p:sp>
      <p:pic>
        <p:nvPicPr>
          <p:cNvPr id="7" name="Gráfico 2">
            <a:extLst>
              <a:ext uri="{FF2B5EF4-FFF2-40B4-BE49-F238E27FC236}">
                <a16:creationId xmlns:a16="http://schemas.microsoft.com/office/drawing/2014/main" id="{611261F4-CDB2-37DB-9AC0-B4824DE0579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0" y="0"/>
            <a:ext cx="1384295" cy="1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6458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trada a Capítulos 1-N">
    <p:bg>
      <p:bgPr>
        <a:gradFill>
          <a:gsLst>
            <a:gs pos="97000">
              <a:schemeClr val="accent6"/>
            </a:gs>
            <a:gs pos="25000">
              <a:schemeClr val="accent6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2941FF60-057D-42A7-13A9-3AC62F3CDD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8458"/>
          <a:stretch/>
        </p:blipFill>
        <p:spPr>
          <a:xfrm>
            <a:off x="0" y="-59919"/>
            <a:ext cx="8229601" cy="6917919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BA5927EA-4311-C74D-B70E-B72FAE223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80974"/>
            <a:ext cx="9144000" cy="1117599"/>
          </a:xfrm>
        </p:spPr>
        <p:txBody>
          <a:bodyPr anchor="b">
            <a:noAutofit/>
          </a:bodyPr>
          <a:lstStyle>
            <a:lvl1pPr algn="ctr">
              <a:lnSpc>
                <a:spcPts val="4000"/>
              </a:lnSpc>
              <a:defRPr sz="3200">
                <a:solidFill>
                  <a:srgbClr val="440099"/>
                </a:solidFill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3F668A2C-5A21-C948-9637-CA9C40049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98573"/>
            <a:ext cx="9144000" cy="441325"/>
          </a:xfrm>
        </p:spPr>
        <p:txBody>
          <a:bodyPr>
            <a:noAutofit/>
          </a:bodyPr>
          <a:lstStyle>
            <a:lvl1pPr marL="0" indent="0" algn="ctr">
              <a:buNone/>
              <a:defRPr sz="2000" b="0">
                <a:solidFill>
                  <a:srgbClr val="44009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Haz clic para editar el estilo de subtítulo del patrón</a:t>
            </a:r>
            <a:endParaRPr lang="es-CO" dirty="0"/>
          </a:p>
        </p:txBody>
      </p:sp>
      <p:pic>
        <p:nvPicPr>
          <p:cNvPr id="11" name="Gráfico 2">
            <a:extLst>
              <a:ext uri="{FF2B5EF4-FFF2-40B4-BE49-F238E27FC236}">
                <a16:creationId xmlns:a16="http://schemas.microsoft.com/office/drawing/2014/main" id="{9658799B-1FC9-A114-62B7-415703B4B64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807700" y="0"/>
            <a:ext cx="1384295" cy="1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446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trada a Capítulos 1-N">
    <p:bg>
      <p:bgPr>
        <a:gradFill>
          <a:gsLst>
            <a:gs pos="98000">
              <a:schemeClr val="accent4"/>
            </a:gs>
            <a:gs pos="21000">
              <a:schemeClr val="accent4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A1CE1B45-BDDA-59C6-7725-61686D7955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900000">
            <a:off x="7607418" y="-1527942"/>
            <a:ext cx="8507482" cy="857343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BA5927EA-4311-C74D-B70E-B72FAE223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80974"/>
            <a:ext cx="9144000" cy="1117599"/>
          </a:xfrm>
        </p:spPr>
        <p:txBody>
          <a:bodyPr anchor="b">
            <a:noAutofit/>
          </a:bodyPr>
          <a:lstStyle>
            <a:lvl1pPr algn="ctr">
              <a:lnSpc>
                <a:spcPts val="4000"/>
              </a:lnSpc>
              <a:defRPr sz="3200">
                <a:solidFill>
                  <a:srgbClr val="440099"/>
                </a:solidFill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3F668A2C-5A21-C948-9637-CA9C40049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98573"/>
            <a:ext cx="9144000" cy="441325"/>
          </a:xfrm>
        </p:spPr>
        <p:txBody>
          <a:bodyPr>
            <a:noAutofit/>
          </a:bodyPr>
          <a:lstStyle>
            <a:lvl1pPr marL="0" indent="0" algn="ctr">
              <a:buNone/>
              <a:defRPr sz="2000" b="0">
                <a:solidFill>
                  <a:srgbClr val="44009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Haz clic para editar el estilo de subtítulo del patrón</a:t>
            </a:r>
            <a:endParaRPr lang="es-CO" dirty="0"/>
          </a:p>
        </p:txBody>
      </p:sp>
      <p:pic>
        <p:nvPicPr>
          <p:cNvPr id="2" name="Gráfico 2">
            <a:extLst>
              <a:ext uri="{FF2B5EF4-FFF2-40B4-BE49-F238E27FC236}">
                <a16:creationId xmlns:a16="http://schemas.microsoft.com/office/drawing/2014/main" id="{636F317F-C4EC-F8BB-B398-5D0D519B056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807700" y="0"/>
            <a:ext cx="1384295" cy="1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931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trada a Capítulos 3-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C5411B88-9346-E185-9B2D-D3D0BBD3ED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130727"/>
            <a:ext cx="5753100" cy="5797697"/>
          </a:xfrm>
          <a:prstGeom prst="rect">
            <a:avLst/>
          </a:prstGeom>
        </p:spPr>
      </p:pic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52AC280C-DF1D-3A45-A3BC-D0F226EF32B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44450"/>
            <a:ext cx="12188825" cy="3314700"/>
          </a:xfrm>
        </p:spPr>
        <p:txBody>
          <a:bodyPr/>
          <a:lstStyle/>
          <a:p>
            <a:endParaRPr lang="es-CO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0D498556-A538-344F-AF2F-A206646748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00174"/>
            <a:ext cx="9144000" cy="1117599"/>
          </a:xfrm>
        </p:spPr>
        <p:txBody>
          <a:bodyPr anchor="b">
            <a:noAutofit/>
          </a:bodyPr>
          <a:lstStyle>
            <a:lvl1pPr algn="ctr">
              <a:lnSpc>
                <a:spcPts val="4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AA1B83A5-BCED-4C4E-A579-0E125FA73E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17773"/>
            <a:ext cx="9144000" cy="441325"/>
          </a:xfrm>
        </p:spPr>
        <p:txBody>
          <a:bodyPr>
            <a:noAutofit/>
          </a:bodyPr>
          <a:lstStyle>
            <a:lvl1pPr marL="0" indent="0" algn="ctr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Haz clic para editar el estilo de subtítulo del patrón</a:t>
            </a:r>
            <a:endParaRPr lang="es-CO" dirty="0"/>
          </a:p>
        </p:txBody>
      </p:sp>
      <p:pic>
        <p:nvPicPr>
          <p:cNvPr id="4" name="Gráfico 2">
            <a:extLst>
              <a:ext uri="{FF2B5EF4-FFF2-40B4-BE49-F238E27FC236}">
                <a16:creationId xmlns:a16="http://schemas.microsoft.com/office/drawing/2014/main" id="{A98FAB81-58DF-BCE2-A0D7-35AC998C47C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807700" y="0"/>
            <a:ext cx="1384295" cy="1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664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trada a Capítulos 5-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2D9191AC-7866-FB12-7AFD-466133094F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8458"/>
          <a:stretch/>
        </p:blipFill>
        <p:spPr>
          <a:xfrm>
            <a:off x="1981199" y="-29959"/>
            <a:ext cx="8229601" cy="6917919"/>
          </a:xfrm>
          <a:prstGeom prst="rect">
            <a:avLst/>
          </a:prstGeom>
        </p:spPr>
      </p:pic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095638E8-D0C4-4249-AAEB-141FF217FC2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5175" y="0"/>
            <a:ext cx="5076825" cy="6858000"/>
          </a:xfrm>
        </p:spPr>
        <p:txBody>
          <a:bodyPr/>
          <a:lstStyle/>
          <a:p>
            <a:endParaRPr lang="es-CO"/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1D169FCC-3802-FC41-A74A-79B3FA534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124497"/>
            <a:ext cx="6111875" cy="1874231"/>
          </a:xfrm>
        </p:spPr>
        <p:txBody>
          <a:bodyPr anchor="b">
            <a:noAutofit/>
          </a:bodyPr>
          <a:lstStyle>
            <a:lvl1pPr>
              <a:lnSpc>
                <a:spcPts val="4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7F988E31-1791-6F4E-835D-9DE4C2682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040710"/>
            <a:ext cx="6111875" cy="901699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 dirty="0"/>
              <a:t>Haga clic para modificar los estilos de texto del patrón</a:t>
            </a:r>
          </a:p>
        </p:txBody>
      </p:sp>
      <p:pic>
        <p:nvPicPr>
          <p:cNvPr id="6" name="Gráfico 2">
            <a:extLst>
              <a:ext uri="{FF2B5EF4-FFF2-40B4-BE49-F238E27FC236}">
                <a16:creationId xmlns:a16="http://schemas.microsoft.com/office/drawing/2014/main" id="{839BC3CD-9558-ACA9-0E75-769CE8D6A26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807700" y="0"/>
            <a:ext cx="1384295" cy="1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655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">
            <a:extLst>
              <a:ext uri="{FF2B5EF4-FFF2-40B4-BE49-F238E27FC236}">
                <a16:creationId xmlns:a16="http://schemas.microsoft.com/office/drawing/2014/main" id="{7AB23D87-9A96-AA41-8E7D-33F9E86DB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10021"/>
            <a:ext cx="10515600" cy="1325563"/>
          </a:xfrm>
        </p:spPr>
        <p:txBody>
          <a:bodyPr/>
          <a:lstStyle>
            <a:lvl1pPr>
              <a:defRPr sz="3200"/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737B6DA0-6D4E-7A47-9400-D3A0F3B33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70521"/>
            <a:ext cx="10515600" cy="4060824"/>
          </a:xfrm>
        </p:spPr>
        <p:txBody>
          <a:bodyPr/>
          <a:lstStyle/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CO" dirty="0"/>
          </a:p>
        </p:txBody>
      </p:sp>
      <p:pic>
        <p:nvPicPr>
          <p:cNvPr id="4" name="Gráfico 2">
            <a:extLst>
              <a:ext uri="{FF2B5EF4-FFF2-40B4-BE49-F238E27FC236}">
                <a16:creationId xmlns:a16="http://schemas.microsoft.com/office/drawing/2014/main" id="{8F883651-2C6C-42A4-63F4-92665C0D783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07700" y="0"/>
            <a:ext cx="1384295" cy="1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456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C23157-092B-FC4F-8F46-4583F63E2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7175"/>
            <a:ext cx="10515600" cy="1325563"/>
          </a:xfrm>
        </p:spPr>
        <p:txBody>
          <a:bodyPr/>
          <a:lstStyle>
            <a:lvl1pPr>
              <a:defRPr sz="3200"/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116AA8-8D61-2742-8CCF-8EFCAC3D12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527675"/>
            <a:ext cx="5181600" cy="4003670"/>
          </a:xfrm>
        </p:spPr>
        <p:txBody>
          <a:bodyPr/>
          <a:lstStyle/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CO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5C1A6AC-0BB0-5547-8373-497F74E46F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527675"/>
            <a:ext cx="5181600" cy="4003670"/>
          </a:xfrm>
        </p:spPr>
        <p:txBody>
          <a:bodyPr/>
          <a:lstStyle/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CO" dirty="0"/>
          </a:p>
        </p:txBody>
      </p:sp>
      <p:pic>
        <p:nvPicPr>
          <p:cNvPr id="7" name="Gráfico 2">
            <a:extLst>
              <a:ext uri="{FF2B5EF4-FFF2-40B4-BE49-F238E27FC236}">
                <a16:creationId xmlns:a16="http://schemas.microsoft.com/office/drawing/2014/main" id="{CACFE028-FFC9-1879-8937-F1C0CF952A8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07700" y="0"/>
            <a:ext cx="1384295" cy="1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708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Men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5435059C-9E9F-72A1-A178-6F86F389366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3875" y="483300"/>
            <a:ext cx="11704250" cy="589140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7B36A07-2881-4B48-A259-32E10AC2C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1595"/>
            <a:ext cx="10515600" cy="1325563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pic>
        <p:nvPicPr>
          <p:cNvPr id="8" name="Gráfico 2">
            <a:extLst>
              <a:ext uri="{FF2B5EF4-FFF2-40B4-BE49-F238E27FC236}">
                <a16:creationId xmlns:a16="http://schemas.microsoft.com/office/drawing/2014/main" id="{DA199ECA-C6C5-C003-9B5C-5C2ED5073D0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10807700" y="0"/>
            <a:ext cx="1384295" cy="1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0728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Men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56FEDB36-2602-A9BB-7AE2-D71B59820AD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3875" y="483300"/>
            <a:ext cx="11704250" cy="5891401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66F33774-D698-4749-A777-28840F198C12}"/>
              </a:ext>
            </a:extLst>
          </p:cNvPr>
          <p:cNvSpPr/>
          <p:nvPr userDrawn="1"/>
        </p:nvSpPr>
        <p:spPr>
          <a:xfrm>
            <a:off x="0" y="0"/>
            <a:ext cx="12192000" cy="29221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B36A07-2881-4B48-A259-32E10AC2C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1595"/>
            <a:ext cx="10515600" cy="1325563"/>
          </a:xfrm>
        </p:spPr>
        <p:txBody>
          <a:bodyPr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pic>
        <p:nvPicPr>
          <p:cNvPr id="7" name="Gráfico 2">
            <a:extLst>
              <a:ext uri="{FF2B5EF4-FFF2-40B4-BE49-F238E27FC236}">
                <a16:creationId xmlns:a16="http://schemas.microsoft.com/office/drawing/2014/main" id="{AD6FE819-9831-1C61-C6B3-E20314C1979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10807700" y="0"/>
            <a:ext cx="1384295" cy="1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558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iapositiva Men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56FEDB36-2602-A9BB-7AE2-D71B59820AD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3875" y="483300"/>
            <a:ext cx="11704250" cy="5891401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66F33774-D698-4749-A777-28840F198C12}"/>
              </a:ext>
            </a:extLst>
          </p:cNvPr>
          <p:cNvSpPr/>
          <p:nvPr userDrawn="1"/>
        </p:nvSpPr>
        <p:spPr>
          <a:xfrm>
            <a:off x="0" y="0"/>
            <a:ext cx="12192000" cy="2922104"/>
          </a:xfrm>
          <a:prstGeom prst="rect">
            <a:avLst/>
          </a:prstGeom>
          <a:gradFill>
            <a:gsLst>
              <a:gs pos="98000">
                <a:schemeClr val="accent6">
                  <a:lumMod val="60000"/>
                  <a:lumOff val="40000"/>
                </a:schemeClr>
              </a:gs>
              <a:gs pos="53000">
                <a:schemeClr val="accent6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B36A07-2881-4B48-A259-32E10AC2C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1595"/>
            <a:ext cx="10515600" cy="1325563"/>
          </a:xfrm>
        </p:spPr>
        <p:txBody>
          <a:bodyPr/>
          <a:lstStyle>
            <a:lvl1pPr algn="ctr">
              <a:defRPr sz="3200">
                <a:solidFill>
                  <a:srgbClr val="440099"/>
                </a:solidFill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E37D01BB-F8FD-9837-812F-6854745792A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0840" y="2424981"/>
            <a:ext cx="3759200" cy="3759200"/>
          </a:xfrm>
          <a:prstGeom prst="roundRect">
            <a:avLst>
              <a:gd name="adj" fmla="val 648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49355110-5322-47E7-00CD-687E77ACFE2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59882" y="2424981"/>
            <a:ext cx="3759200" cy="3759200"/>
          </a:xfrm>
          <a:prstGeom prst="roundRect">
            <a:avLst>
              <a:gd name="adj" fmla="val 648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Marcador de posición de imagen 6">
            <a:extLst>
              <a:ext uri="{FF2B5EF4-FFF2-40B4-BE49-F238E27FC236}">
                <a16:creationId xmlns:a16="http://schemas.microsoft.com/office/drawing/2014/main" id="{9D7D80B7-AE3B-3DBE-D4D5-AE4939A34E3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88925" y="2424981"/>
            <a:ext cx="3759200" cy="3759200"/>
          </a:xfrm>
          <a:prstGeom prst="roundRect">
            <a:avLst>
              <a:gd name="adj" fmla="val 648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0" name="Gráfico 2">
            <a:extLst>
              <a:ext uri="{FF2B5EF4-FFF2-40B4-BE49-F238E27FC236}">
                <a16:creationId xmlns:a16="http://schemas.microsoft.com/office/drawing/2014/main" id="{85AA3434-2676-2CD3-D0B3-22166B24A53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10807700" y="0"/>
            <a:ext cx="1384295" cy="1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2021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Men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6F33774-D698-4749-A777-28840F198C12}"/>
              </a:ext>
            </a:extLst>
          </p:cNvPr>
          <p:cNvSpPr/>
          <p:nvPr userDrawn="1"/>
        </p:nvSpPr>
        <p:spPr>
          <a:xfrm>
            <a:off x="4500563" y="0"/>
            <a:ext cx="769143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B36A07-2881-4B48-A259-32E10AC2C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5322" y="2031241"/>
            <a:ext cx="4058478" cy="2795518"/>
          </a:xfrm>
        </p:spPr>
        <p:txBody>
          <a:bodyPr anchor="ctr"/>
          <a:lstStyle>
            <a:lvl1pPr algn="l"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8" name="Marcador de posición de imagen 5">
            <a:extLst>
              <a:ext uri="{FF2B5EF4-FFF2-40B4-BE49-F238E27FC236}">
                <a16:creationId xmlns:a16="http://schemas.microsoft.com/office/drawing/2014/main" id="{D34D3ADB-A2C0-4E4B-A0C4-9731ABD63C0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51988" y="934139"/>
            <a:ext cx="5834611" cy="4989721"/>
          </a:xfrm>
          <a:prstGeom prst="roundRect">
            <a:avLst>
              <a:gd name="adj" fmla="val 167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30" name="Gráfico 2">
            <a:extLst>
              <a:ext uri="{FF2B5EF4-FFF2-40B4-BE49-F238E27FC236}">
                <a16:creationId xmlns:a16="http://schemas.microsoft.com/office/drawing/2014/main" id="{AC019E63-2145-C065-7610-1DAA3BC97D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07700" y="0"/>
            <a:ext cx="1384295" cy="1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0587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apositiva Men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6F33774-D698-4749-A777-28840F198C12}"/>
              </a:ext>
            </a:extLst>
          </p:cNvPr>
          <p:cNvSpPr/>
          <p:nvPr userDrawn="1"/>
        </p:nvSpPr>
        <p:spPr>
          <a:xfrm>
            <a:off x="7295322" y="0"/>
            <a:ext cx="4896678" cy="6858000"/>
          </a:xfrm>
          <a:prstGeom prst="rect">
            <a:avLst/>
          </a:prstGeom>
          <a:gradFill flip="none" rotWithShape="1">
            <a:gsLst>
              <a:gs pos="97000">
                <a:schemeClr val="tx2">
                  <a:lumMod val="75000"/>
                </a:schemeClr>
              </a:gs>
              <a:gs pos="14000">
                <a:schemeClr val="tx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B36A07-2881-4B48-A259-32E10AC2C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6739" y="1434893"/>
            <a:ext cx="4058478" cy="2795518"/>
          </a:xfrm>
        </p:spPr>
        <p:txBody>
          <a:bodyPr anchor="b"/>
          <a:lstStyle>
            <a:lvl1pPr algn="l">
              <a:lnSpc>
                <a:spcPct val="100000"/>
              </a:lnSpc>
              <a:defRPr sz="3200">
                <a:solidFill>
                  <a:schemeClr val="bg1"/>
                </a:solidFill>
                <a:latin typeface="Arial Rounded MT Bold" panose="020F0704030504030204" pitchFamily="34" charset="77"/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16" name="Marcador de posición de imagen 5">
            <a:extLst>
              <a:ext uri="{FF2B5EF4-FFF2-40B4-BE49-F238E27FC236}">
                <a16:creationId xmlns:a16="http://schemas.microsoft.com/office/drawing/2014/main" id="{A3F8DC8B-292F-394A-BAD1-3BA250058D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51988" y="934139"/>
            <a:ext cx="6348962" cy="4989721"/>
          </a:xfrm>
          <a:prstGeom prst="roundRect">
            <a:avLst>
              <a:gd name="adj" fmla="val 167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Marcador de texto 19">
            <a:extLst>
              <a:ext uri="{FF2B5EF4-FFF2-40B4-BE49-F238E27FC236}">
                <a16:creationId xmlns:a16="http://schemas.microsoft.com/office/drawing/2014/main" id="{100946D1-A2BA-2943-843A-EBA95CAFC7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786739" y="4237038"/>
            <a:ext cx="4114974" cy="1495425"/>
          </a:xfrm>
        </p:spPr>
        <p:txBody>
          <a:bodyPr/>
          <a:lstStyle>
            <a:lvl1pPr marL="0" indent="0" algn="l">
              <a:buNone/>
              <a:defRPr sz="1400">
                <a:solidFill>
                  <a:schemeClr val="bg1"/>
                </a:solidFill>
                <a:latin typeface="Barlow" pitchFamily="2" charset="77"/>
              </a:defRPr>
            </a:lvl1pPr>
            <a:lvl2pPr marL="457200" indent="0" algn="r">
              <a:buNone/>
              <a:defRPr>
                <a:solidFill>
                  <a:schemeClr val="bg1"/>
                </a:solidFill>
              </a:defRPr>
            </a:lvl2pPr>
            <a:lvl3pPr marL="914400" indent="0" algn="r">
              <a:buNone/>
              <a:defRPr>
                <a:solidFill>
                  <a:schemeClr val="bg1"/>
                </a:solidFill>
              </a:defRPr>
            </a:lvl3pPr>
            <a:lvl4pPr marL="1371600" indent="0" algn="r">
              <a:buNone/>
              <a:defRPr>
                <a:solidFill>
                  <a:schemeClr val="bg1"/>
                </a:solidFill>
              </a:defRPr>
            </a:lvl4pPr>
            <a:lvl5pPr marL="1828800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  <a:endParaRPr lang="es-CO" dirty="0"/>
          </a:p>
        </p:txBody>
      </p:sp>
      <p:pic>
        <p:nvPicPr>
          <p:cNvPr id="6" name="Gráfico 2">
            <a:extLst>
              <a:ext uri="{FF2B5EF4-FFF2-40B4-BE49-F238E27FC236}">
                <a16:creationId xmlns:a16="http://schemas.microsoft.com/office/drawing/2014/main" id="{DF03325E-9244-BD55-A13F-DB0C0930B8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07700" y="0"/>
            <a:ext cx="1384295" cy="1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72732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a Men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6F33774-D698-4749-A777-28840F198C12}"/>
              </a:ext>
            </a:extLst>
          </p:cNvPr>
          <p:cNvSpPr/>
          <p:nvPr userDrawn="1"/>
        </p:nvSpPr>
        <p:spPr>
          <a:xfrm>
            <a:off x="8088454" y="0"/>
            <a:ext cx="410354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B36A07-2881-4B48-A259-32E10AC2C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700" y="2031241"/>
            <a:ext cx="4058478" cy="2795518"/>
          </a:xfrm>
        </p:spPr>
        <p:txBody>
          <a:bodyPr anchor="ctr"/>
          <a:lstStyle>
            <a:lvl1pPr algn="r">
              <a:defRPr sz="3200">
                <a:solidFill>
                  <a:schemeClr val="tx1"/>
                </a:solidFill>
                <a:latin typeface="Arial Rounded MT Bold" panose="020F0704030504030204" pitchFamily="34" charset="77"/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7" name="Marcador de posición de imagen 5">
            <a:extLst>
              <a:ext uri="{FF2B5EF4-FFF2-40B4-BE49-F238E27FC236}">
                <a16:creationId xmlns:a16="http://schemas.microsoft.com/office/drawing/2014/main" id="{07005712-0FF1-FB4E-96E2-F36041BC867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03844" y="671513"/>
            <a:ext cx="4781922" cy="5500687"/>
          </a:xfrm>
          <a:prstGeom prst="roundRect">
            <a:avLst>
              <a:gd name="adj" fmla="val 167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Marcador de texto 12">
            <a:extLst>
              <a:ext uri="{FF2B5EF4-FFF2-40B4-BE49-F238E27FC236}">
                <a16:creationId xmlns:a16="http://schemas.microsoft.com/office/drawing/2014/main" id="{262D256A-1E18-C0BA-12AF-E508DD41BB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868416"/>
            <a:ext cx="1563688" cy="936625"/>
          </a:xfrm>
        </p:spPr>
        <p:txBody>
          <a:bodyPr>
            <a:noAutofit/>
          </a:bodyPr>
          <a:lstStyle>
            <a:lvl1pPr marL="0" indent="0">
              <a:buNone/>
              <a:defRPr sz="6600" b="1" i="0">
                <a:solidFill>
                  <a:schemeClr val="tx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1pPr>
            <a:lvl5pPr>
              <a:defRPr sz="6600">
                <a:latin typeface="Avenir Next" panose="020B0503020202020204" pitchFamily="34" charset="0"/>
              </a:defRPr>
            </a:lvl5pPr>
          </a:lstStyle>
          <a:p>
            <a:pPr lvl="0"/>
            <a:r>
              <a:rPr lang="es-MX" dirty="0"/>
              <a:t>00</a:t>
            </a:r>
          </a:p>
        </p:txBody>
      </p:sp>
      <p:pic>
        <p:nvPicPr>
          <p:cNvPr id="6" name="Gráfico 2">
            <a:extLst>
              <a:ext uri="{FF2B5EF4-FFF2-40B4-BE49-F238E27FC236}">
                <a16:creationId xmlns:a16="http://schemas.microsoft.com/office/drawing/2014/main" id="{A1C30096-B455-C1E3-160F-9CE9AB4839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07700" y="0"/>
            <a:ext cx="1384295" cy="1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2888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rtada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7">
            <a:extLst>
              <a:ext uri="{FF2B5EF4-FFF2-40B4-BE49-F238E27FC236}">
                <a16:creationId xmlns:a16="http://schemas.microsoft.com/office/drawing/2014/main" id="{A903722E-8BF4-37FC-86F9-4241E6EE7D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1944" y="4800562"/>
            <a:ext cx="2263589" cy="825501"/>
          </a:xfrm>
        </p:spPr>
        <p:txBody>
          <a:bodyPr>
            <a:normAutofit/>
          </a:bodyPr>
          <a:lstStyle>
            <a:lvl1pPr marL="0" indent="0" algn="ctr">
              <a:buNone/>
              <a:defRPr sz="1400" b="0" i="0">
                <a:solidFill>
                  <a:schemeClr val="accent3">
                    <a:lumMod val="50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</p:txBody>
      </p:sp>
      <p:sp>
        <p:nvSpPr>
          <p:cNvPr id="13" name="Marcador de texto 7">
            <a:extLst>
              <a:ext uri="{FF2B5EF4-FFF2-40B4-BE49-F238E27FC236}">
                <a16:creationId xmlns:a16="http://schemas.microsoft.com/office/drawing/2014/main" id="{B0F5AFF6-86A9-EFC6-A53B-4E0DB21BA11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70906" y="4800562"/>
            <a:ext cx="2263589" cy="825501"/>
          </a:xfrm>
        </p:spPr>
        <p:txBody>
          <a:bodyPr>
            <a:normAutofit/>
          </a:bodyPr>
          <a:lstStyle>
            <a:lvl1pPr marL="0" indent="0" algn="ctr">
              <a:buNone/>
              <a:defRPr sz="1400" b="0" i="0">
                <a:solidFill>
                  <a:schemeClr val="accent3">
                    <a:lumMod val="50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</p:txBody>
      </p:sp>
      <p:sp>
        <p:nvSpPr>
          <p:cNvPr id="14" name="Marcador de texto 7">
            <a:extLst>
              <a:ext uri="{FF2B5EF4-FFF2-40B4-BE49-F238E27FC236}">
                <a16:creationId xmlns:a16="http://schemas.microsoft.com/office/drawing/2014/main" id="{6136C16D-D678-C3C0-0150-B95BE545595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3805" y="4800562"/>
            <a:ext cx="2263589" cy="825501"/>
          </a:xfrm>
        </p:spPr>
        <p:txBody>
          <a:bodyPr>
            <a:normAutofit/>
          </a:bodyPr>
          <a:lstStyle>
            <a:lvl1pPr marL="0" indent="0" algn="ctr">
              <a:buNone/>
              <a:defRPr sz="1400" b="0" i="0">
                <a:solidFill>
                  <a:schemeClr val="accent3">
                    <a:lumMod val="50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89E1A803-1F24-ED59-E02B-82302884CEC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12116" y="1906443"/>
            <a:ext cx="1983244" cy="1983244"/>
          </a:xfrm>
          <a:prstGeom prst="ellipse">
            <a:avLst/>
          </a:prstGeom>
          <a:ln w="127000">
            <a:solidFill>
              <a:schemeClr val="bg2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7972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/>
              <a:t>Haz clic en el icono para agregar una imagen</a:t>
            </a:r>
            <a:endParaRPr lang="es-ES_tradnl"/>
          </a:p>
        </p:txBody>
      </p:sp>
      <p:sp>
        <p:nvSpPr>
          <p:cNvPr id="16" name="Marcador de posición de imagen 14">
            <a:extLst>
              <a:ext uri="{FF2B5EF4-FFF2-40B4-BE49-F238E27FC236}">
                <a16:creationId xmlns:a16="http://schemas.microsoft.com/office/drawing/2014/main" id="{2C17AAD7-948A-7542-9EDD-4AF065E8DE6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11078" y="1906443"/>
            <a:ext cx="1983244" cy="1983244"/>
          </a:xfrm>
          <a:prstGeom prst="ellipse">
            <a:avLst/>
          </a:prstGeom>
          <a:ln w="127000">
            <a:solidFill>
              <a:schemeClr val="bg2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7972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/>
              <a:t>Haz clic en el icono para agregar una imagen</a:t>
            </a:r>
            <a:endParaRPr lang="es-ES_tradnl"/>
          </a:p>
        </p:txBody>
      </p:sp>
      <p:sp>
        <p:nvSpPr>
          <p:cNvPr id="17" name="Marcador de posición de imagen 14">
            <a:extLst>
              <a:ext uri="{FF2B5EF4-FFF2-40B4-BE49-F238E27FC236}">
                <a16:creationId xmlns:a16="http://schemas.microsoft.com/office/drawing/2014/main" id="{4D1DBB25-7B3B-BE63-80EF-560F5FE822F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33977" y="1906443"/>
            <a:ext cx="1983244" cy="1983244"/>
          </a:xfrm>
          <a:prstGeom prst="ellipse">
            <a:avLst/>
          </a:prstGeom>
          <a:ln w="127000">
            <a:solidFill>
              <a:schemeClr val="bg2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7972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/>
              <a:t>Haz clic en el icono para agregar una imagen</a:t>
            </a:r>
            <a:endParaRPr lang="es-ES_tradnl"/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1C2797F1-5E4F-7A2B-BEE9-DCD41BD6362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1945" y="3964044"/>
            <a:ext cx="2263775" cy="835868"/>
          </a:xfrm>
        </p:spPr>
        <p:txBody>
          <a:bodyPr anchor="b"/>
          <a:lstStyle>
            <a:lvl1pPr marL="0" indent="0" algn="ctr">
              <a:buNone/>
              <a:defRPr sz="1800" b="1" i="0">
                <a:solidFill>
                  <a:schemeClr val="tx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1pPr>
            <a:lvl2pPr marL="457200" indent="0" algn="ctr">
              <a:buNone/>
              <a:defRPr sz="1800" b="1" i="0">
                <a:solidFill>
                  <a:schemeClr val="tx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2pPr>
            <a:lvl3pPr marL="914400" indent="0" algn="ctr">
              <a:buNone/>
              <a:defRPr sz="1800" b="1" i="0">
                <a:solidFill>
                  <a:schemeClr val="tx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3pPr>
            <a:lvl4pPr marL="1371600" indent="0" algn="ctr">
              <a:buNone/>
              <a:defRPr sz="1800" b="1" i="0">
                <a:solidFill>
                  <a:schemeClr val="tx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4pPr>
            <a:lvl5pPr marL="1828800" indent="0" algn="ctr">
              <a:buNone/>
              <a:defRPr sz="1800" b="1" i="0">
                <a:solidFill>
                  <a:schemeClr val="tx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CO" dirty="0"/>
          </a:p>
        </p:txBody>
      </p:sp>
      <p:sp>
        <p:nvSpPr>
          <p:cNvPr id="36" name="Marcador de texto 20">
            <a:extLst>
              <a:ext uri="{FF2B5EF4-FFF2-40B4-BE49-F238E27FC236}">
                <a16:creationId xmlns:a16="http://schemas.microsoft.com/office/drawing/2014/main" id="{1B4C759F-6CB4-A6BA-9C11-25C1DD84486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75782" y="3964044"/>
            <a:ext cx="2263775" cy="835868"/>
          </a:xfrm>
        </p:spPr>
        <p:txBody>
          <a:bodyPr anchor="b"/>
          <a:lstStyle>
            <a:lvl1pPr marL="0" indent="0" algn="ctr">
              <a:buNone/>
              <a:defRPr sz="1800" b="1" i="0">
                <a:solidFill>
                  <a:schemeClr val="tx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1pPr>
            <a:lvl2pPr marL="457200" indent="0" algn="ctr">
              <a:buNone/>
              <a:defRPr sz="1800" b="1" i="0">
                <a:solidFill>
                  <a:schemeClr val="tx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2pPr>
            <a:lvl3pPr marL="914400" indent="0" algn="ctr">
              <a:buNone/>
              <a:defRPr sz="1800" b="1" i="0">
                <a:solidFill>
                  <a:schemeClr val="tx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3pPr>
            <a:lvl4pPr marL="1371600" indent="0" algn="ctr">
              <a:buNone/>
              <a:defRPr sz="1800" b="1" i="0">
                <a:solidFill>
                  <a:schemeClr val="tx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4pPr>
            <a:lvl5pPr marL="1828800" indent="0" algn="ctr">
              <a:buNone/>
              <a:defRPr sz="1800" b="1" i="0">
                <a:solidFill>
                  <a:schemeClr val="tx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37" name="Marcador de texto 20">
            <a:extLst>
              <a:ext uri="{FF2B5EF4-FFF2-40B4-BE49-F238E27FC236}">
                <a16:creationId xmlns:a16="http://schemas.microsoft.com/office/drawing/2014/main" id="{4CBCE0EE-7F45-68F7-DAA9-4EEEBC9C555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78252" y="3964044"/>
            <a:ext cx="2263775" cy="835868"/>
          </a:xfrm>
        </p:spPr>
        <p:txBody>
          <a:bodyPr anchor="b"/>
          <a:lstStyle>
            <a:lvl1pPr marL="0" indent="0" algn="ctr">
              <a:buNone/>
              <a:defRPr sz="1800" b="1" i="0">
                <a:solidFill>
                  <a:schemeClr val="tx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1pPr>
            <a:lvl2pPr marL="457200" indent="0" algn="ctr">
              <a:buNone/>
              <a:defRPr sz="1800" b="1" i="0">
                <a:solidFill>
                  <a:schemeClr val="tx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2pPr>
            <a:lvl3pPr marL="914400" indent="0" algn="ctr">
              <a:buNone/>
              <a:defRPr sz="1800" b="1" i="0">
                <a:solidFill>
                  <a:schemeClr val="tx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3pPr>
            <a:lvl4pPr marL="1371600" indent="0" algn="ctr">
              <a:buNone/>
              <a:defRPr sz="1800" b="1" i="0">
                <a:solidFill>
                  <a:schemeClr val="tx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4pPr>
            <a:lvl5pPr marL="1828800" indent="0" algn="ctr">
              <a:buNone/>
              <a:defRPr sz="1800" b="1" i="0">
                <a:solidFill>
                  <a:schemeClr val="tx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38" name="Marcador de texto 12">
            <a:extLst>
              <a:ext uri="{FF2B5EF4-FFF2-40B4-BE49-F238E27FC236}">
                <a16:creationId xmlns:a16="http://schemas.microsoft.com/office/drawing/2014/main" id="{A8B08F27-2E58-A823-A7E9-A9FED13C95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868416"/>
            <a:ext cx="1563688" cy="936625"/>
          </a:xfrm>
        </p:spPr>
        <p:txBody>
          <a:bodyPr>
            <a:noAutofit/>
          </a:bodyPr>
          <a:lstStyle>
            <a:lvl1pPr marL="0" indent="0">
              <a:buNone/>
              <a:defRPr sz="6600" b="1" i="0">
                <a:solidFill>
                  <a:schemeClr val="tx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1pPr>
            <a:lvl5pPr>
              <a:defRPr sz="6600">
                <a:latin typeface="Avenir Next" panose="020B0503020202020204" pitchFamily="34" charset="0"/>
              </a:defRPr>
            </a:lvl5pPr>
          </a:lstStyle>
          <a:p>
            <a:pPr lvl="0"/>
            <a:r>
              <a:rPr lang="es-MX" dirty="0"/>
              <a:t>00</a:t>
            </a:r>
          </a:p>
        </p:txBody>
      </p:sp>
      <p:sp>
        <p:nvSpPr>
          <p:cNvPr id="3" name="Marcador de texto 7">
            <a:extLst>
              <a:ext uri="{FF2B5EF4-FFF2-40B4-BE49-F238E27FC236}">
                <a16:creationId xmlns:a16="http://schemas.microsoft.com/office/drawing/2014/main" id="{85619B28-F03D-3AB8-C196-B6D0D205677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232257" y="4800562"/>
            <a:ext cx="2263589" cy="825501"/>
          </a:xfrm>
        </p:spPr>
        <p:txBody>
          <a:bodyPr>
            <a:normAutofit/>
          </a:bodyPr>
          <a:lstStyle>
            <a:lvl1pPr marL="0" indent="0" algn="ctr">
              <a:buNone/>
              <a:defRPr sz="1400" b="0" i="0">
                <a:solidFill>
                  <a:schemeClr val="accent3">
                    <a:lumMod val="50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posición de imagen 14">
            <a:extLst>
              <a:ext uri="{FF2B5EF4-FFF2-40B4-BE49-F238E27FC236}">
                <a16:creationId xmlns:a16="http://schemas.microsoft.com/office/drawing/2014/main" id="{A3281B46-7A6E-6F45-6F9F-C5299AF0EA8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2429" y="1906443"/>
            <a:ext cx="1983244" cy="1983244"/>
          </a:xfrm>
          <a:prstGeom prst="ellipse">
            <a:avLst/>
          </a:prstGeom>
          <a:ln w="127000">
            <a:solidFill>
              <a:schemeClr val="bg2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7972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/>
              <a:t>Haz clic en el icono para agregar una imagen</a:t>
            </a:r>
            <a:endParaRPr lang="es-ES_tradnl"/>
          </a:p>
        </p:txBody>
      </p:sp>
      <p:sp>
        <p:nvSpPr>
          <p:cNvPr id="5" name="Marcador de texto 20">
            <a:extLst>
              <a:ext uri="{FF2B5EF4-FFF2-40B4-BE49-F238E27FC236}">
                <a16:creationId xmlns:a16="http://schemas.microsoft.com/office/drawing/2014/main" id="{8C40C2AA-30E7-303B-A74B-D1603A84EE1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216704" y="3964044"/>
            <a:ext cx="2263775" cy="835868"/>
          </a:xfrm>
        </p:spPr>
        <p:txBody>
          <a:bodyPr anchor="b"/>
          <a:lstStyle>
            <a:lvl1pPr marL="0" indent="0" algn="ctr">
              <a:buNone/>
              <a:defRPr sz="1800" b="1" i="0">
                <a:solidFill>
                  <a:schemeClr val="tx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1pPr>
            <a:lvl2pPr marL="457200" indent="0" algn="ctr">
              <a:buNone/>
              <a:defRPr sz="1800" b="1" i="0">
                <a:solidFill>
                  <a:schemeClr val="tx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2pPr>
            <a:lvl3pPr marL="914400" indent="0" algn="ctr">
              <a:buNone/>
              <a:defRPr sz="1800" b="1" i="0">
                <a:solidFill>
                  <a:schemeClr val="tx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3pPr>
            <a:lvl4pPr marL="1371600" indent="0" algn="ctr">
              <a:buNone/>
              <a:defRPr sz="1800" b="1" i="0">
                <a:solidFill>
                  <a:schemeClr val="tx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4pPr>
            <a:lvl5pPr marL="1828800" indent="0" algn="ctr">
              <a:buNone/>
              <a:defRPr sz="1800" b="1" i="0">
                <a:solidFill>
                  <a:schemeClr val="tx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pic>
        <p:nvPicPr>
          <p:cNvPr id="7" name="Gráfico 2">
            <a:extLst>
              <a:ext uri="{FF2B5EF4-FFF2-40B4-BE49-F238E27FC236}">
                <a16:creationId xmlns:a16="http://schemas.microsoft.com/office/drawing/2014/main" id="{A3B15A3D-70E1-CE0D-5DE2-0EFF1F07ED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07700" y="0"/>
            <a:ext cx="1384295" cy="1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496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50">
          <p15:clr>
            <a:srgbClr val="FBAE40"/>
          </p15:clr>
        </p15:guide>
        <p15:guide id="2" orient="horz" pos="867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Diapositiva Men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1E06C498-15C7-C544-ACB1-B98F3A6838FF}"/>
              </a:ext>
            </a:extLst>
          </p:cNvPr>
          <p:cNvSpPr/>
          <p:nvPr userDrawn="1"/>
        </p:nvSpPr>
        <p:spPr>
          <a:xfrm flipH="1">
            <a:off x="-2" y="0"/>
            <a:ext cx="8070575" cy="6858000"/>
          </a:xfrm>
          <a:prstGeom prst="rect">
            <a:avLst/>
          </a:prstGeom>
          <a:gradFill>
            <a:gsLst>
              <a:gs pos="98000">
                <a:schemeClr val="tx2">
                  <a:lumMod val="50000"/>
                </a:schemeClr>
              </a:gs>
              <a:gs pos="19000">
                <a:schemeClr val="tx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B36A07-2881-4B48-A259-32E10AC2C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700" y="1442210"/>
            <a:ext cx="4058478" cy="2795518"/>
          </a:xfrm>
        </p:spPr>
        <p:txBody>
          <a:bodyPr anchor="b"/>
          <a:lstStyle>
            <a:lvl1pPr algn="r">
              <a:defRPr sz="3200" b="1" i="0">
                <a:solidFill>
                  <a:schemeClr val="bg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8" name="Marcador de posición de imagen 5">
            <a:extLst>
              <a:ext uri="{FF2B5EF4-FFF2-40B4-BE49-F238E27FC236}">
                <a16:creationId xmlns:a16="http://schemas.microsoft.com/office/drawing/2014/main" id="{9C972AB3-2310-9544-AECE-B91761A82EF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03843" y="1219200"/>
            <a:ext cx="6912045" cy="5067300"/>
          </a:xfrm>
          <a:prstGeom prst="roundRect">
            <a:avLst>
              <a:gd name="adj" fmla="val 167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s-CO"/>
          </a:p>
        </p:txBody>
      </p:sp>
      <p:sp>
        <p:nvSpPr>
          <p:cNvPr id="18" name="Marcador de texto 19">
            <a:extLst>
              <a:ext uri="{FF2B5EF4-FFF2-40B4-BE49-F238E27FC236}">
                <a16:creationId xmlns:a16="http://schemas.microsoft.com/office/drawing/2014/main" id="{50215E9F-BB49-644C-99D4-5909B9F771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09700" y="4237038"/>
            <a:ext cx="4058478" cy="1495425"/>
          </a:xfrm>
        </p:spPr>
        <p:txBody>
          <a:bodyPr/>
          <a:lstStyle>
            <a:lvl1pPr marL="0" indent="0" algn="r">
              <a:buNone/>
              <a:defRPr sz="14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457200" indent="0" algn="r">
              <a:buNone/>
              <a:defRPr>
                <a:solidFill>
                  <a:schemeClr val="bg1"/>
                </a:solidFill>
              </a:defRPr>
            </a:lvl2pPr>
            <a:lvl3pPr marL="914400" indent="0" algn="r">
              <a:buNone/>
              <a:defRPr>
                <a:solidFill>
                  <a:schemeClr val="bg1"/>
                </a:solidFill>
              </a:defRPr>
            </a:lvl3pPr>
            <a:lvl4pPr marL="1371600" indent="0" algn="r">
              <a:buNone/>
              <a:defRPr>
                <a:solidFill>
                  <a:schemeClr val="bg1"/>
                </a:solidFill>
              </a:defRPr>
            </a:lvl4pPr>
            <a:lvl5pPr marL="1828800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  <a:endParaRPr lang="es-CO" dirty="0"/>
          </a:p>
        </p:txBody>
      </p:sp>
      <p:pic>
        <p:nvPicPr>
          <p:cNvPr id="5" name="Gráfico 2">
            <a:extLst>
              <a:ext uri="{FF2B5EF4-FFF2-40B4-BE49-F238E27FC236}">
                <a16:creationId xmlns:a16="http://schemas.microsoft.com/office/drawing/2014/main" id="{A785B848-EBB8-13E0-90B7-F40A09C749E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07700" y="0"/>
            <a:ext cx="1384295" cy="1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66730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apositiva Men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D2BA9C31-5B41-E14C-B44E-8132946548C9}"/>
              </a:ext>
            </a:extLst>
          </p:cNvPr>
          <p:cNvSpPr/>
          <p:nvPr userDrawn="1"/>
        </p:nvSpPr>
        <p:spPr>
          <a:xfrm flipH="1">
            <a:off x="0" y="0"/>
            <a:ext cx="5134710" cy="6858000"/>
          </a:xfrm>
          <a:prstGeom prst="rect">
            <a:avLst/>
          </a:prstGeom>
          <a:gradFill flip="none" rotWithShape="1">
            <a:gsLst>
              <a:gs pos="98000">
                <a:schemeClr val="tx2">
                  <a:lumMod val="50000"/>
                </a:schemeClr>
              </a:gs>
              <a:gs pos="20000">
                <a:schemeClr val="tx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B36A07-2881-4B48-A259-32E10AC2C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114" y="1442210"/>
            <a:ext cx="4114799" cy="2795518"/>
          </a:xfrm>
        </p:spPr>
        <p:txBody>
          <a:bodyPr anchor="b"/>
          <a:lstStyle>
            <a:lvl1pPr algn="r">
              <a:defRPr sz="3200" b="1" i="0">
                <a:solidFill>
                  <a:schemeClr val="bg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18" name="Marcador de texto 19">
            <a:extLst>
              <a:ext uri="{FF2B5EF4-FFF2-40B4-BE49-F238E27FC236}">
                <a16:creationId xmlns:a16="http://schemas.microsoft.com/office/drawing/2014/main" id="{42E9AF9E-34E5-D548-8143-08C16928B7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114" y="4237038"/>
            <a:ext cx="4114974" cy="1495425"/>
          </a:xfrm>
        </p:spPr>
        <p:txBody>
          <a:bodyPr/>
          <a:lstStyle>
            <a:lvl1pPr marL="0" indent="0" algn="r">
              <a:buNone/>
              <a:defRPr sz="14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457200" indent="0" algn="r">
              <a:buNone/>
              <a:defRPr>
                <a:solidFill>
                  <a:schemeClr val="bg1"/>
                </a:solidFill>
              </a:defRPr>
            </a:lvl2pPr>
            <a:lvl3pPr marL="914400" indent="0" algn="r">
              <a:buNone/>
              <a:defRPr>
                <a:solidFill>
                  <a:schemeClr val="bg1"/>
                </a:solidFill>
              </a:defRPr>
            </a:lvl3pPr>
            <a:lvl4pPr marL="1371600" indent="0" algn="r">
              <a:buNone/>
              <a:defRPr>
                <a:solidFill>
                  <a:schemeClr val="bg1"/>
                </a:solidFill>
              </a:defRPr>
            </a:lvl4pPr>
            <a:lvl5pPr marL="1828800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  <a:endParaRPr lang="es-CO" dirty="0"/>
          </a:p>
        </p:txBody>
      </p:sp>
      <p:pic>
        <p:nvPicPr>
          <p:cNvPr id="5" name="Gráfico 2">
            <a:extLst>
              <a:ext uri="{FF2B5EF4-FFF2-40B4-BE49-F238E27FC236}">
                <a16:creationId xmlns:a16="http://schemas.microsoft.com/office/drawing/2014/main" id="{2E628FCE-5169-BF70-DE04-F0A6C8E32E1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07700" y="0"/>
            <a:ext cx="1384295" cy="1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07872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apositiva Men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58E1D10F-97A8-A149-AC0B-23E17DC47219}"/>
              </a:ext>
            </a:extLst>
          </p:cNvPr>
          <p:cNvSpPr/>
          <p:nvPr userDrawn="1"/>
        </p:nvSpPr>
        <p:spPr>
          <a:xfrm flipH="1">
            <a:off x="0" y="0"/>
            <a:ext cx="513471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B36A07-2881-4B48-A259-32E10AC2C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114" y="1442210"/>
            <a:ext cx="4114799" cy="2795518"/>
          </a:xfrm>
        </p:spPr>
        <p:txBody>
          <a:bodyPr anchor="b"/>
          <a:lstStyle>
            <a:lvl1pPr algn="r">
              <a:defRPr sz="3200" b="1" i="0">
                <a:solidFill>
                  <a:schemeClr val="tx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20" name="Marcador de texto 19">
            <a:extLst>
              <a:ext uri="{FF2B5EF4-FFF2-40B4-BE49-F238E27FC236}">
                <a16:creationId xmlns:a16="http://schemas.microsoft.com/office/drawing/2014/main" id="{7E1453CF-EF1E-1949-AC3D-C918E6C090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114" y="4237038"/>
            <a:ext cx="4114974" cy="1495425"/>
          </a:xfrm>
        </p:spPr>
        <p:txBody>
          <a:bodyPr/>
          <a:lstStyle>
            <a:lvl1pPr marL="0" indent="0" algn="r">
              <a:buNone/>
              <a:defRPr sz="1400" b="0" i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457200" indent="0" algn="r">
              <a:buNone/>
              <a:defRPr>
                <a:solidFill>
                  <a:schemeClr val="bg1"/>
                </a:solidFill>
              </a:defRPr>
            </a:lvl2pPr>
            <a:lvl3pPr marL="914400" indent="0" algn="r">
              <a:buNone/>
              <a:defRPr>
                <a:solidFill>
                  <a:schemeClr val="bg1"/>
                </a:solidFill>
              </a:defRPr>
            </a:lvl3pPr>
            <a:lvl4pPr marL="1371600" indent="0" algn="r">
              <a:buNone/>
              <a:defRPr>
                <a:solidFill>
                  <a:schemeClr val="bg1"/>
                </a:solidFill>
              </a:defRPr>
            </a:lvl4pPr>
            <a:lvl5pPr marL="1828800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  <a:endParaRPr lang="es-CO" dirty="0"/>
          </a:p>
        </p:txBody>
      </p:sp>
      <p:pic>
        <p:nvPicPr>
          <p:cNvPr id="5" name="Gráfico 2">
            <a:extLst>
              <a:ext uri="{FF2B5EF4-FFF2-40B4-BE49-F238E27FC236}">
                <a16:creationId xmlns:a16="http://schemas.microsoft.com/office/drawing/2014/main" id="{11D62D62-BA0F-5834-1A3A-6B194B464C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07700" y="0"/>
            <a:ext cx="1384295" cy="1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7563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69A06EBE-E498-BB7B-3776-F31F0CDB57A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9873205" y="4572403"/>
            <a:ext cx="2009220" cy="2009220"/>
          </a:xfrm>
          <a:prstGeom prst="rect">
            <a:avLst/>
          </a:prstGeom>
        </p:spPr>
      </p:pic>
      <p:pic>
        <p:nvPicPr>
          <p:cNvPr id="8" name="Gráfico 2">
            <a:extLst>
              <a:ext uri="{FF2B5EF4-FFF2-40B4-BE49-F238E27FC236}">
                <a16:creationId xmlns:a16="http://schemas.microsoft.com/office/drawing/2014/main" id="{5FAA0BAC-8BB8-C8F5-4F18-9D5718FE40B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10807700" y="0"/>
            <a:ext cx="1384295" cy="138429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50D9EC7-CF64-2A7A-68E0-6EC1487B8DA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09575" y="241300"/>
            <a:ext cx="1819028" cy="200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1680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CEF09F1E-77D1-BD81-C05D-3CB8C1A41BA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330839" y="324652"/>
            <a:ext cx="1562021" cy="1562021"/>
          </a:xfrm>
          <a:prstGeom prst="rect">
            <a:avLst/>
          </a:prstGeom>
        </p:spPr>
      </p:pic>
      <p:pic>
        <p:nvPicPr>
          <p:cNvPr id="6" name="Gráfico 2">
            <a:extLst>
              <a:ext uri="{FF2B5EF4-FFF2-40B4-BE49-F238E27FC236}">
                <a16:creationId xmlns:a16="http://schemas.microsoft.com/office/drawing/2014/main" id="{C187B3FA-7C68-5BFB-6CD8-EFE049595D4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10807700" y="0"/>
            <a:ext cx="1384295" cy="1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08444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09E8784F-1D33-AE02-D33F-6CE956034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27357"/>
          <a:stretch/>
        </p:blipFill>
        <p:spPr>
          <a:xfrm>
            <a:off x="2300177" y="0"/>
            <a:ext cx="8034670" cy="6858000"/>
          </a:xfrm>
          <a:prstGeom prst="rect">
            <a:avLst/>
          </a:prstGeom>
        </p:spPr>
      </p:pic>
      <p:pic>
        <p:nvPicPr>
          <p:cNvPr id="6" name="Gráfico 2">
            <a:extLst>
              <a:ext uri="{FF2B5EF4-FFF2-40B4-BE49-F238E27FC236}">
                <a16:creationId xmlns:a16="http://schemas.microsoft.com/office/drawing/2014/main" id="{9AF74AFC-6B75-522F-C02C-0A74E51FC2A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10807700" y="0"/>
            <a:ext cx="1384295" cy="1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05473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09E8784F-1D33-AE02-D33F-6CE956034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9634" b="27357"/>
          <a:stretch/>
        </p:blipFill>
        <p:spPr>
          <a:xfrm>
            <a:off x="4931390" y="0"/>
            <a:ext cx="7260610" cy="6858000"/>
          </a:xfrm>
          <a:prstGeom prst="rect">
            <a:avLst/>
          </a:prstGeom>
        </p:spPr>
      </p:pic>
      <p:pic>
        <p:nvPicPr>
          <p:cNvPr id="4" name="Gráfico 2">
            <a:extLst>
              <a:ext uri="{FF2B5EF4-FFF2-40B4-BE49-F238E27FC236}">
                <a16:creationId xmlns:a16="http://schemas.microsoft.com/office/drawing/2014/main" id="{5EE32A61-EDD5-E9EA-32D1-28FCB34BDAD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10807700" y="0"/>
            <a:ext cx="1384295" cy="1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75572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20">
            <a:extLst>
              <a:ext uri="{FF2B5EF4-FFF2-40B4-BE49-F238E27FC236}">
                <a16:creationId xmlns:a16="http://schemas.microsoft.com/office/drawing/2014/main" id="{61987802-9370-55DE-13FE-15F934F76E2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793769" y="3429000"/>
            <a:ext cx="6604462" cy="1840581"/>
          </a:xfrm>
        </p:spPr>
        <p:txBody>
          <a:bodyPr anchor="t"/>
          <a:lstStyle>
            <a:lvl1pPr marL="0" indent="0" algn="ctr">
              <a:buNone/>
              <a:defRPr sz="18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457200" indent="0" algn="ctr">
              <a:buNone/>
              <a:defRPr sz="1800"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914400" indent="0" algn="ctr">
              <a:buNone/>
              <a:defRPr sz="1800"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1371600" indent="0" algn="ctr">
              <a:buNone/>
              <a:defRPr sz="1800"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1828800" indent="0" algn="ctr">
              <a:buNone/>
              <a:defRPr sz="1800"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CO" dirty="0"/>
          </a:p>
        </p:txBody>
      </p:sp>
      <p:pic>
        <p:nvPicPr>
          <p:cNvPr id="6" name="Gráfico 2">
            <a:extLst>
              <a:ext uri="{FF2B5EF4-FFF2-40B4-BE49-F238E27FC236}">
                <a16:creationId xmlns:a16="http://schemas.microsoft.com/office/drawing/2014/main" id="{FA110D2C-5FE2-8BA1-1480-3231C335E7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07700" y="0"/>
            <a:ext cx="1384295" cy="1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12107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0228B90-9433-A1D4-03B2-B33A85E69810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240280"/>
            <a:ext cx="0" cy="2377440"/>
          </a:xfrm>
          <a:prstGeom prst="line">
            <a:avLst/>
          </a:prstGeom>
          <a:ln w="381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E8F28AC1-5A40-AD09-2BA1-F68AA67CE8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07700" y="0"/>
            <a:ext cx="1384295" cy="1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9889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56FE7681-5022-0952-CF09-E869CA51471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endParaRPr lang="es-CO"/>
          </a:p>
        </p:txBody>
      </p:sp>
      <p:pic>
        <p:nvPicPr>
          <p:cNvPr id="4" name="Gráfico 2">
            <a:extLst>
              <a:ext uri="{FF2B5EF4-FFF2-40B4-BE49-F238E27FC236}">
                <a16:creationId xmlns:a16="http://schemas.microsoft.com/office/drawing/2014/main" id="{EBC72AC0-EF02-FF4D-B9AF-3710FD2F60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07700" y="0"/>
            <a:ext cx="1384295" cy="1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267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ería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B0918C0-57B7-400E-ED29-D75C6974E2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6131" y="1231900"/>
            <a:ext cx="3735387" cy="5626100"/>
          </a:xfrm>
          <a:prstGeom prst="round2SameRect">
            <a:avLst>
              <a:gd name="adj1" fmla="val 8507"/>
              <a:gd name="adj2" fmla="val 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Marcador de posición de imagen 2">
            <a:extLst>
              <a:ext uri="{FF2B5EF4-FFF2-40B4-BE49-F238E27FC236}">
                <a16:creationId xmlns:a16="http://schemas.microsoft.com/office/drawing/2014/main" id="{1FB5D696-BC8F-1BFA-D3F9-3FAA717E85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28307" y="1231900"/>
            <a:ext cx="3735387" cy="5626100"/>
          </a:xfrm>
          <a:prstGeom prst="round2SameRect">
            <a:avLst>
              <a:gd name="adj1" fmla="val 8507"/>
              <a:gd name="adj2" fmla="val 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Marcador de posición de imagen 2">
            <a:extLst>
              <a:ext uri="{FF2B5EF4-FFF2-40B4-BE49-F238E27FC236}">
                <a16:creationId xmlns:a16="http://schemas.microsoft.com/office/drawing/2014/main" id="{A9175BD8-5EC9-E140-8AAE-58DAC04B468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40482" y="1231900"/>
            <a:ext cx="3735387" cy="5626100"/>
          </a:xfrm>
          <a:prstGeom prst="round2SameRect">
            <a:avLst>
              <a:gd name="adj1" fmla="val 8507"/>
              <a:gd name="adj2" fmla="val 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6" name="Gráfico 2">
            <a:extLst>
              <a:ext uri="{FF2B5EF4-FFF2-40B4-BE49-F238E27FC236}">
                <a16:creationId xmlns:a16="http://schemas.microsoft.com/office/drawing/2014/main" id="{9DA4DC7E-B5AD-A8F4-4BDB-576EF1854C3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07700" y="0"/>
            <a:ext cx="1384295" cy="1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919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7C09D3E1-7DED-734A-AFEF-5184492E9593}"/>
              </a:ext>
            </a:extLst>
          </p:cNvPr>
          <p:cNvSpPr/>
          <p:nvPr userDrawn="1"/>
        </p:nvSpPr>
        <p:spPr>
          <a:xfrm>
            <a:off x="0" y="0"/>
            <a:ext cx="12192000" cy="3273287"/>
          </a:xfrm>
          <a:prstGeom prst="rect">
            <a:avLst/>
          </a:prstGeom>
          <a:gradFill flip="none" rotWithShape="1">
            <a:gsLst>
              <a:gs pos="98000">
                <a:schemeClr val="tx2">
                  <a:lumMod val="75000"/>
                </a:schemeClr>
              </a:gs>
              <a:gs pos="85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6" name="Gráfico 2">
            <a:extLst>
              <a:ext uri="{FF2B5EF4-FFF2-40B4-BE49-F238E27FC236}">
                <a16:creationId xmlns:a16="http://schemas.microsoft.com/office/drawing/2014/main" id="{A3E393AE-09B3-756B-C07D-EA64DB3C73F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07700" y="0"/>
            <a:ext cx="1384295" cy="1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9742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lanco">
    <p:bg>
      <p:bgPr>
        <a:gradFill>
          <a:gsLst>
            <a:gs pos="98000">
              <a:schemeClr val="tx2">
                <a:lumMod val="50000"/>
              </a:schemeClr>
            </a:gs>
            <a:gs pos="22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8DB2AEC7-805D-5BBE-2A2D-E31D960706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807700" y="0"/>
            <a:ext cx="1384295" cy="1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62992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3CA32851-6108-799E-CECB-B92CFB3AD79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07700" y="0"/>
            <a:ext cx="1384295" cy="1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9768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ortada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B855047-4D33-B022-03AA-D4303B8FDA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F91F180A-0C84-BDE9-13A2-7C284DE05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2482" y="1886530"/>
            <a:ext cx="4434646" cy="18367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ts val="4000"/>
              </a:lnSpc>
              <a:defRPr sz="4000" b="1" i="0">
                <a:solidFill>
                  <a:schemeClr val="tx2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 dirty="0"/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E2DB71C3-D509-37CC-8DEA-E99BCC24C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42482" y="3739937"/>
            <a:ext cx="4232274" cy="7361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0" i="0">
                <a:solidFill>
                  <a:schemeClr val="tx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CADE7F94-3EC0-F362-8568-DB5E6D7C20F1}"/>
              </a:ext>
            </a:extLst>
          </p:cNvPr>
          <p:cNvCxnSpPr>
            <a:cxnSpLocks/>
          </p:cNvCxnSpPr>
          <p:nvPr userDrawn="1"/>
        </p:nvCxnSpPr>
        <p:spPr>
          <a:xfrm flipH="1">
            <a:off x="7142482" y="4478703"/>
            <a:ext cx="3776589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3">
            <a:extLst>
              <a:ext uri="{FF2B5EF4-FFF2-40B4-BE49-F238E27FC236}">
                <a16:creationId xmlns:a16="http://schemas.microsoft.com/office/drawing/2014/main" id="{EA8C044F-4CE5-55BC-4FCE-9C947BCD01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686797" y="4007919"/>
            <a:ext cx="2866751" cy="286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499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0F2243E0-053C-EA25-D88C-F824DB3CD6F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9047278" y="2972527"/>
            <a:ext cx="2711451" cy="3560821"/>
          </a:xfrm>
          <a:prstGeom prst="rect">
            <a:avLst/>
          </a:prstGeom>
        </p:spPr>
      </p:pic>
      <p:sp>
        <p:nvSpPr>
          <p:cNvPr id="7" name="Marcador de texto 12">
            <a:extLst>
              <a:ext uri="{FF2B5EF4-FFF2-40B4-BE49-F238E27FC236}">
                <a16:creationId xmlns:a16="http://schemas.microsoft.com/office/drawing/2014/main" id="{60EB5C47-E13B-BF39-5BAD-BFA73C3FC2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868416"/>
            <a:ext cx="1563688" cy="936625"/>
          </a:xfrm>
        </p:spPr>
        <p:txBody>
          <a:bodyPr>
            <a:noAutofit/>
          </a:bodyPr>
          <a:lstStyle>
            <a:lvl1pPr marL="0" indent="0">
              <a:buNone/>
              <a:defRPr sz="6600" b="1" i="0">
                <a:solidFill>
                  <a:schemeClr val="tx1"/>
                </a:solidFill>
                <a:latin typeface="Arial Rounded MT Bold" panose="020F0704030504030204" pitchFamily="34" charset="77"/>
                <a:cs typeface="Arial Narrow" panose="020B0604020202020204" pitchFamily="34" charset="0"/>
              </a:defRPr>
            </a:lvl1pPr>
            <a:lvl5pPr>
              <a:defRPr sz="6600">
                <a:latin typeface="Avenir Next" panose="020B0503020202020204" pitchFamily="34" charset="0"/>
              </a:defRPr>
            </a:lvl5pPr>
          </a:lstStyle>
          <a:p>
            <a:pPr lvl="0"/>
            <a:r>
              <a:rPr lang="es-MX" dirty="0"/>
              <a:t>00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6C926DAB-81A3-E664-27B9-26674E68E0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2829260"/>
            <a:ext cx="3271222" cy="28364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</p:txBody>
      </p:sp>
      <p:sp>
        <p:nvSpPr>
          <p:cNvPr id="9" name="Marcador de posición de imagen 12">
            <a:extLst>
              <a:ext uri="{FF2B5EF4-FFF2-40B4-BE49-F238E27FC236}">
                <a16:creationId xmlns:a16="http://schemas.microsoft.com/office/drawing/2014/main" id="{6A8C9970-61AE-3DC5-40A8-9918DDE8DE4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22913" y="1606550"/>
            <a:ext cx="2711450" cy="405923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MX"/>
              <a:t>Haz clic en el icono para agregar una imagen</a:t>
            </a:r>
            <a:endParaRPr lang="es-ES_tradnl"/>
          </a:p>
        </p:txBody>
      </p:sp>
      <p:sp>
        <p:nvSpPr>
          <p:cNvPr id="10" name="Marcador de posición de imagen 14">
            <a:extLst>
              <a:ext uri="{FF2B5EF4-FFF2-40B4-BE49-F238E27FC236}">
                <a16:creationId xmlns:a16="http://schemas.microsoft.com/office/drawing/2014/main" id="{C7684EB3-A655-75E6-AE70-8882F90B51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345488" y="1606550"/>
            <a:ext cx="2971800" cy="198120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MX"/>
              <a:t>Haz clic en el icono para agregar una imagen</a:t>
            </a:r>
            <a:endParaRPr lang="es-ES_tradnl"/>
          </a:p>
        </p:txBody>
      </p:sp>
      <p:sp>
        <p:nvSpPr>
          <p:cNvPr id="11" name="Marcador de posición de imagen 14">
            <a:extLst>
              <a:ext uri="{FF2B5EF4-FFF2-40B4-BE49-F238E27FC236}">
                <a16:creationId xmlns:a16="http://schemas.microsoft.com/office/drawing/2014/main" id="{527243F2-B40B-1BF6-168F-ED9E7BF1301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345488" y="3686362"/>
            <a:ext cx="2971800" cy="198120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MX"/>
              <a:t>Haz clic en el icono para agregar una imagen</a:t>
            </a:r>
            <a:endParaRPr lang="es-ES_tradnl"/>
          </a:p>
        </p:txBody>
      </p:sp>
      <p:pic>
        <p:nvPicPr>
          <p:cNvPr id="12" name="Gráfico 2">
            <a:extLst>
              <a:ext uri="{FF2B5EF4-FFF2-40B4-BE49-F238E27FC236}">
                <a16:creationId xmlns:a16="http://schemas.microsoft.com/office/drawing/2014/main" id="{0199B1B9-EF9B-56C4-92B1-1681428B4E7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10807700" y="0"/>
            <a:ext cx="1384295" cy="1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8278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33.xml"/><Relationship Id="rId39" Type="http://schemas.openxmlformats.org/officeDocument/2006/relationships/slideLayout" Target="../slideLayouts/slideLayout46.xml"/><Relationship Id="rId21" Type="http://schemas.openxmlformats.org/officeDocument/2006/relationships/slideLayout" Target="../slideLayouts/slideLayout28.xml"/><Relationship Id="rId34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9.xml"/><Relationship Id="rId47" Type="http://schemas.openxmlformats.org/officeDocument/2006/relationships/theme" Target="../theme/theme2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6" Type="http://schemas.openxmlformats.org/officeDocument/2006/relationships/slideLayout" Target="../slideLayouts/slideLayout23.xml"/><Relationship Id="rId29" Type="http://schemas.openxmlformats.org/officeDocument/2006/relationships/slideLayout" Target="../slideLayouts/slideLayout36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24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9.xml"/><Relationship Id="rId37" Type="http://schemas.openxmlformats.org/officeDocument/2006/relationships/slideLayout" Target="../slideLayouts/slideLayout44.xml"/><Relationship Id="rId40" Type="http://schemas.openxmlformats.org/officeDocument/2006/relationships/slideLayout" Target="../slideLayouts/slideLayout47.xml"/><Relationship Id="rId45" Type="http://schemas.openxmlformats.org/officeDocument/2006/relationships/slideLayout" Target="../slideLayouts/slideLayout52.xml"/><Relationship Id="rId5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26.xml"/><Relationship Id="rId31" Type="http://schemas.openxmlformats.org/officeDocument/2006/relationships/slideLayout" Target="../slideLayouts/slideLayout38.xml"/><Relationship Id="rId44" Type="http://schemas.openxmlformats.org/officeDocument/2006/relationships/slideLayout" Target="../slideLayouts/slideLayout51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4.xml"/><Relationship Id="rId30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50.xml"/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40.xml"/><Relationship Id="rId38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53.xml"/><Relationship Id="rId20" Type="http://schemas.openxmlformats.org/officeDocument/2006/relationships/slideLayout" Target="../slideLayouts/slideLayout27.xml"/><Relationship Id="rId41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6968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701" r:id="rId3"/>
    <p:sldLayoutId id="2147483698" r:id="rId4"/>
    <p:sldLayoutId id="2147483704" r:id="rId5"/>
    <p:sldLayoutId id="2147483700" r:id="rId6"/>
    <p:sldLayoutId id="2147483703" r:id="rId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78" userDrawn="1">
          <p15:clr>
            <a:srgbClr val="F26B43"/>
          </p15:clr>
        </p15:guide>
        <p15:guide id="3" orient="horz" pos="4042" userDrawn="1">
          <p15:clr>
            <a:srgbClr val="F26B43"/>
          </p15:clr>
        </p15:guide>
        <p15:guide id="5" pos="7378" userDrawn="1">
          <p15:clr>
            <a:srgbClr val="F26B43"/>
          </p15:clr>
        </p15:guide>
        <p15:guide id="6" pos="27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04BA185-4A08-6B4A-AEE8-178462AAB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617609-5717-A646-95E0-0478FF5E7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1480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65" r:id="rId4"/>
    <p:sldLayoutId id="2147483866" r:id="rId5"/>
    <p:sldLayoutId id="2147483858" r:id="rId6"/>
    <p:sldLayoutId id="2147483859" r:id="rId7"/>
    <p:sldLayoutId id="2147483867" r:id="rId8"/>
    <p:sldLayoutId id="2147483860" r:id="rId9"/>
    <p:sldLayoutId id="2147483875" r:id="rId10"/>
    <p:sldLayoutId id="2147483876" r:id="rId11"/>
    <p:sldLayoutId id="2147483877" r:id="rId12"/>
    <p:sldLayoutId id="2147483878" r:id="rId13"/>
    <p:sldLayoutId id="2147483720" r:id="rId14"/>
    <p:sldLayoutId id="2147483863" r:id="rId15"/>
    <p:sldLayoutId id="2147483735" r:id="rId16"/>
    <p:sldLayoutId id="2147483736" r:id="rId17"/>
    <p:sldLayoutId id="2147483729" r:id="rId18"/>
    <p:sldLayoutId id="2147483872" r:id="rId19"/>
    <p:sldLayoutId id="2147483731" r:id="rId20"/>
    <p:sldLayoutId id="2147483732" r:id="rId21"/>
    <p:sldLayoutId id="2147483737" r:id="rId22"/>
    <p:sldLayoutId id="2147483738" r:id="rId23"/>
    <p:sldLayoutId id="2147483740" r:id="rId24"/>
    <p:sldLayoutId id="2147483751" r:id="rId25"/>
    <p:sldLayoutId id="2147483873" r:id="rId26"/>
    <p:sldLayoutId id="2147483752" r:id="rId27"/>
    <p:sldLayoutId id="2147483755" r:id="rId28"/>
    <p:sldLayoutId id="2147483753" r:id="rId29"/>
    <p:sldLayoutId id="2147483868" r:id="rId30"/>
    <p:sldLayoutId id="2147483754" r:id="rId31"/>
    <p:sldLayoutId id="2147483762" r:id="rId32"/>
    <p:sldLayoutId id="2147483763" r:id="rId33"/>
    <p:sldLayoutId id="2147483750" r:id="rId34"/>
    <p:sldLayoutId id="2147483864" r:id="rId35"/>
    <p:sldLayoutId id="2147483865" r:id="rId36"/>
    <p:sldLayoutId id="2147483874" r:id="rId37"/>
    <p:sldLayoutId id="2147483869" r:id="rId38"/>
    <p:sldLayoutId id="2147483870" r:id="rId39"/>
    <p:sldLayoutId id="2147483857" r:id="rId40"/>
    <p:sldLayoutId id="2147483862" r:id="rId41"/>
    <p:sldLayoutId id="2147483771" r:id="rId42"/>
    <p:sldLayoutId id="2147483770" r:id="rId43"/>
    <p:sldLayoutId id="2147483764" r:id="rId44"/>
    <p:sldLayoutId id="2147483879" r:id="rId45"/>
    <p:sldLayoutId id="2147483880" r:id="rId46"/>
  </p:sldLayoutIdLst>
  <p:hf sldNum="0" hdr="0" ftr="0" dt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Arial Rounded MT Bold" panose="020F0704030504030204" pitchFamily="34" charset="77"/>
          <a:ea typeface="+mj-ea"/>
          <a:cs typeface="Arial Narrow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accent3">
              <a:lumMod val="50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accent3">
              <a:lumMod val="50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accent3">
              <a:lumMod val="50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accent3">
              <a:lumMod val="50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accent3">
              <a:lumMod val="50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3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52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6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2.xml"/><Relationship Id="rId5" Type="http://schemas.openxmlformats.org/officeDocument/2006/relationships/image" Target="../media/image62.png"/><Relationship Id="rId4" Type="http://schemas.openxmlformats.org/officeDocument/2006/relationships/image" Target="../media/image6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62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8.png"/><Relationship Id="rId7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71.png"/><Relationship Id="rId11" Type="http://schemas.openxmlformats.org/officeDocument/2006/relationships/image" Target="../media/image62.png"/><Relationship Id="rId5" Type="http://schemas.openxmlformats.org/officeDocument/2006/relationships/image" Target="../media/image70.png"/><Relationship Id="rId10" Type="http://schemas.openxmlformats.org/officeDocument/2006/relationships/image" Target="../media/image48.png"/><Relationship Id="rId4" Type="http://schemas.openxmlformats.org/officeDocument/2006/relationships/image" Target="../media/image69.png"/><Relationship Id="rId9" Type="http://schemas.openxmlformats.org/officeDocument/2006/relationships/image" Target="../media/image7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2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6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7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7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62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46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3.xml"/><Relationship Id="rId6" Type="http://schemas.openxmlformats.org/officeDocument/2006/relationships/image" Target="../media/image79.png"/><Relationship Id="rId5" Type="http://schemas.openxmlformats.org/officeDocument/2006/relationships/hyperlink" Target="http://eventos.xm.com.co/eventos/SitePages/Default.aspx" TargetMode="External"/><Relationship Id="rId4" Type="http://schemas.openxmlformats.org/officeDocument/2006/relationships/hyperlink" Target="https://www.xm.com.co/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svg"/><Relationship Id="rId13" Type="http://schemas.openxmlformats.org/officeDocument/2006/relationships/image" Target="../media/image91.sv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image" Target="../media/image46.png"/><Relationship Id="rId16" Type="http://schemas.openxmlformats.org/officeDocument/2006/relationships/image" Target="../media/image93.png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84.sv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5" Type="http://schemas.openxmlformats.org/officeDocument/2006/relationships/image" Target="../media/image92.png"/><Relationship Id="rId10" Type="http://schemas.openxmlformats.org/officeDocument/2006/relationships/image" Target="../media/image88.svg"/><Relationship Id="rId4" Type="http://schemas.openxmlformats.org/officeDocument/2006/relationships/image" Target="../media/image82.svg"/><Relationship Id="rId9" Type="http://schemas.openxmlformats.org/officeDocument/2006/relationships/image" Target="../media/image87.png"/><Relationship Id="rId14" Type="http://schemas.openxmlformats.org/officeDocument/2006/relationships/image" Target="../media/image7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62.png"/><Relationship Id="rId5" Type="http://schemas.openxmlformats.org/officeDocument/2006/relationships/image" Target="../media/image930.png"/><Relationship Id="rId4" Type="http://schemas.openxmlformats.org/officeDocument/2006/relationships/image" Target="../media/image9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62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62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3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Relationship Id="rId9" Type="http://schemas.openxmlformats.org/officeDocument/2006/relationships/image" Target="../media/image6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3.png"/><Relationship Id="rId7" Type="http://schemas.openxmlformats.org/officeDocument/2006/relationships/image" Target="../media/image56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10" Type="http://schemas.openxmlformats.org/officeDocument/2006/relationships/image" Target="../media/image62.png"/><Relationship Id="rId4" Type="http://schemas.openxmlformats.org/officeDocument/2006/relationships/image" Target="../media/image104.png"/><Relationship Id="rId9" Type="http://schemas.openxmlformats.org/officeDocument/2006/relationships/image" Target="../media/image10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2.xml"/><Relationship Id="rId5" Type="http://schemas.openxmlformats.org/officeDocument/2006/relationships/image" Target="../media/image62.png"/><Relationship Id="rId4" Type="http://schemas.openxmlformats.org/officeDocument/2006/relationships/image" Target="../media/image1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xm.com.co/" TargetMode="Externa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62.png"/><Relationship Id="rId4" Type="http://schemas.openxmlformats.org/officeDocument/2006/relationships/image" Target="../media/image1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3.xml"/><Relationship Id="rId6" Type="http://schemas.openxmlformats.org/officeDocument/2006/relationships/image" Target="../media/image62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136AF7C-62C6-A544-819B-D4524B491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525" y="2944204"/>
            <a:ext cx="4789488" cy="1836737"/>
          </a:xfrm>
        </p:spPr>
        <p:txBody>
          <a:bodyPr/>
          <a:lstStyle/>
          <a:p>
            <a:r>
              <a:rPr lang="es-CO" dirty="0">
                <a:solidFill>
                  <a:schemeClr val="tx1"/>
                </a:solidFill>
              </a:rPr>
              <a:t>Demandas Operativas SIN</a:t>
            </a:r>
            <a:br>
              <a:rPr lang="es-CO" dirty="0">
                <a:solidFill>
                  <a:schemeClr val="tx1"/>
                </a:solidFill>
              </a:rPr>
            </a:br>
            <a:br>
              <a:rPr lang="es-CO" dirty="0">
                <a:solidFill>
                  <a:schemeClr val="tx1"/>
                </a:solidFill>
              </a:rPr>
            </a:br>
            <a:r>
              <a:rPr lang="es-CO" dirty="0">
                <a:solidFill>
                  <a:schemeClr val="tx1"/>
                </a:solidFill>
              </a:rPr>
              <a:t>Gerencia del CND</a:t>
            </a:r>
          </a:p>
        </p:txBody>
      </p:sp>
    </p:spTree>
    <p:extLst>
      <p:ext uri="{BB962C8B-B14F-4D97-AF65-F5344CB8AC3E}">
        <p14:creationId xmlns:p14="http://schemas.microsoft.com/office/powerpoint/2010/main" val="2848100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e 4">
            <a:extLst>
              <a:ext uri="{FF2B5EF4-FFF2-40B4-BE49-F238E27FC236}">
                <a16:creationId xmlns:a16="http://schemas.microsoft.com/office/drawing/2014/main" id="{A602D91E-048D-DBB2-AEA9-CE5CBBFAC85D}"/>
              </a:ext>
            </a:extLst>
          </p:cNvPr>
          <p:cNvSpPr/>
          <p:nvPr/>
        </p:nvSpPr>
        <p:spPr>
          <a:xfrm>
            <a:off x="795892" y="2407700"/>
            <a:ext cx="2466672" cy="2466671"/>
          </a:xfrm>
          <a:prstGeom prst="ellipse">
            <a:avLst/>
          </a:prstGeom>
          <a:solidFill>
            <a:schemeClr val="accent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400" dirty="0">
              <a:latin typeface="Nunito" panose="02000503030000020003" pitchFamily="2" charset="0"/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F7EE16AB-82F1-1448-2A70-6CFB5A08670D}"/>
              </a:ext>
            </a:extLst>
          </p:cNvPr>
          <p:cNvSpPr/>
          <p:nvPr/>
        </p:nvSpPr>
        <p:spPr>
          <a:xfrm>
            <a:off x="2785169" y="2407699"/>
            <a:ext cx="2466672" cy="2466671"/>
          </a:xfrm>
          <a:prstGeom prst="ellipse">
            <a:avLst/>
          </a:prstGeom>
          <a:solidFill>
            <a:schemeClr val="tx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40933D9-68EA-B384-8761-038ECA38C20A}"/>
              </a:ext>
            </a:extLst>
          </p:cNvPr>
          <p:cNvSpPr/>
          <p:nvPr/>
        </p:nvSpPr>
        <p:spPr>
          <a:xfrm>
            <a:off x="4939700" y="2407700"/>
            <a:ext cx="2466672" cy="2466671"/>
          </a:xfrm>
          <a:prstGeom prst="ellipse">
            <a:avLst/>
          </a:prstGeom>
          <a:solidFill>
            <a:schemeClr val="accent4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FFC0E074-993E-D784-2E55-CDE5E1CB95EB}"/>
              </a:ext>
            </a:extLst>
          </p:cNvPr>
          <p:cNvSpPr/>
          <p:nvPr/>
        </p:nvSpPr>
        <p:spPr>
          <a:xfrm>
            <a:off x="6907236" y="2431124"/>
            <a:ext cx="2532387" cy="2443247"/>
          </a:xfrm>
          <a:prstGeom prst="ellipse">
            <a:avLst/>
          </a:prstGeom>
          <a:solidFill>
            <a:schemeClr val="accent5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500A24B7-09AD-11E0-0C67-BDA2A2F5B07E}"/>
              </a:ext>
            </a:extLst>
          </p:cNvPr>
          <p:cNvSpPr/>
          <p:nvPr/>
        </p:nvSpPr>
        <p:spPr>
          <a:xfrm>
            <a:off x="9083508" y="2407698"/>
            <a:ext cx="2466672" cy="2466671"/>
          </a:xfrm>
          <a:prstGeom prst="ellipse">
            <a:avLst/>
          </a:prstGeom>
          <a:solidFill>
            <a:schemeClr val="accent6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Marcador de texto 6">
            <a:extLst>
              <a:ext uri="{FF2B5EF4-FFF2-40B4-BE49-F238E27FC236}">
                <a16:creationId xmlns:a16="http://schemas.microsoft.com/office/drawing/2014/main" id="{67C20F13-53E1-53CE-6E38-2CCE73B060CA}"/>
              </a:ext>
            </a:extLst>
          </p:cNvPr>
          <p:cNvSpPr txBox="1">
            <a:spLocks/>
          </p:cNvSpPr>
          <p:nvPr/>
        </p:nvSpPr>
        <p:spPr>
          <a:xfrm>
            <a:off x="2992476" y="851041"/>
            <a:ext cx="6207048" cy="9511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3200" b="1" dirty="0">
                <a:latin typeface="Arial Rounded MT Bold" panose="020F0704030504030204" pitchFamily="34" charset="77"/>
                <a:cs typeface="Arial" panose="020B0604020202020204" pitchFamily="34" charset="0"/>
              </a:rPr>
              <a:t>Contenido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A45F44B-1DDE-7BD6-E048-CEDFEAE7A214}"/>
              </a:ext>
            </a:extLst>
          </p:cNvPr>
          <p:cNvSpPr/>
          <p:nvPr/>
        </p:nvSpPr>
        <p:spPr>
          <a:xfrm>
            <a:off x="1044766" y="3183856"/>
            <a:ext cx="1855633" cy="116955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1400" dirty="0">
                <a:solidFill>
                  <a:schemeClr val="bg1"/>
                </a:solidFill>
                <a:latin typeface="Nunito" panose="02000503030000020003" pitchFamily="2" charset="0"/>
              </a:rPr>
              <a:t>Generalidades proceso de Demandas Operativas</a:t>
            </a:r>
          </a:p>
          <a:p>
            <a:pPr algn="ctr"/>
            <a:endParaRPr lang="es-E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unito" panose="02000503030000020003" pitchFamily="2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0FBB2D7-9D16-86B8-2D4A-561FAC2A3C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664" y="1651931"/>
            <a:ext cx="870075" cy="87007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1044EE2-7F02-C753-BA62-9384D1E08B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145" y="1584208"/>
            <a:ext cx="256855" cy="435978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449055F1-67CB-71DF-966A-E8712AB47A28}"/>
              </a:ext>
            </a:extLst>
          </p:cNvPr>
          <p:cNvSpPr/>
          <p:nvPr/>
        </p:nvSpPr>
        <p:spPr>
          <a:xfrm>
            <a:off x="1734902" y="2407700"/>
            <a:ext cx="47536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1</a:t>
            </a:r>
            <a:endParaRPr lang="es-ES" sz="5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4B94BED-0BD3-4E46-4053-ADAABE10CB60}"/>
              </a:ext>
            </a:extLst>
          </p:cNvPr>
          <p:cNvSpPr/>
          <p:nvPr/>
        </p:nvSpPr>
        <p:spPr>
          <a:xfrm>
            <a:off x="3779819" y="2407700"/>
            <a:ext cx="47536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2</a:t>
            </a:r>
            <a:endParaRPr lang="es-ES" sz="5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DA80117-7180-42A8-B742-3A7089E99A3E}"/>
              </a:ext>
            </a:extLst>
          </p:cNvPr>
          <p:cNvSpPr/>
          <p:nvPr/>
        </p:nvSpPr>
        <p:spPr>
          <a:xfrm>
            <a:off x="2992233" y="3183856"/>
            <a:ext cx="1855633" cy="116955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1400" dirty="0">
                <a:solidFill>
                  <a:schemeClr val="bg1"/>
                </a:solidFill>
                <a:latin typeface="Nunito" panose="02000503030000020003" pitchFamily="2" charset="0"/>
              </a:rPr>
              <a:t>Descripción proceso de pronóstico de demanda en corto plazo</a:t>
            </a:r>
          </a:p>
          <a:p>
            <a:pPr algn="ctr"/>
            <a:endParaRPr lang="es-E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unito" panose="02000503030000020003" pitchFamily="2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C6DB1ED-9DF6-C532-F9A3-CAE4AB5C3282}"/>
              </a:ext>
            </a:extLst>
          </p:cNvPr>
          <p:cNvSpPr/>
          <p:nvPr/>
        </p:nvSpPr>
        <p:spPr>
          <a:xfrm>
            <a:off x="5970544" y="2407700"/>
            <a:ext cx="47536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3</a:t>
            </a:r>
            <a:endParaRPr lang="es-ES" sz="5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F796638-6CD7-FA37-4042-CDA53B745C86}"/>
              </a:ext>
            </a:extLst>
          </p:cNvPr>
          <p:cNvSpPr/>
          <p:nvPr/>
        </p:nvSpPr>
        <p:spPr>
          <a:xfrm>
            <a:off x="5200806" y="3324011"/>
            <a:ext cx="1855633" cy="7386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1400" dirty="0">
                <a:solidFill>
                  <a:schemeClr val="bg1"/>
                </a:solidFill>
                <a:latin typeface="Nunito" panose="02000503030000020003" pitchFamily="2" charset="0"/>
              </a:rPr>
              <a:t>Reporte de DNA y Potencia máxima</a:t>
            </a:r>
          </a:p>
          <a:p>
            <a:pPr algn="ctr"/>
            <a:endParaRPr lang="es-E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unito" panose="02000503030000020003" pitchFamily="2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F5787E2-E178-BB1D-E54A-FFCC42B0FBAD}"/>
              </a:ext>
            </a:extLst>
          </p:cNvPr>
          <p:cNvSpPr/>
          <p:nvPr/>
        </p:nvSpPr>
        <p:spPr>
          <a:xfrm>
            <a:off x="7866012" y="2407700"/>
            <a:ext cx="47536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4</a:t>
            </a:r>
            <a:endParaRPr lang="es-ES" sz="5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5160DF8-46D7-C7A9-3110-571B867CFD61}"/>
              </a:ext>
            </a:extLst>
          </p:cNvPr>
          <p:cNvSpPr/>
          <p:nvPr/>
        </p:nvSpPr>
        <p:spPr>
          <a:xfrm>
            <a:off x="7185985" y="3228715"/>
            <a:ext cx="1855633" cy="116955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1400" dirty="0">
                <a:solidFill>
                  <a:schemeClr val="bg1"/>
                </a:solidFill>
                <a:latin typeface="Nunito" panose="02000503030000020003" pitchFamily="2" charset="0"/>
              </a:rPr>
              <a:t>Seguimiento Pronósticos de Demanda (Evolución acuerdo CNO-1303)</a:t>
            </a:r>
          </a:p>
          <a:p>
            <a:pPr algn="ctr"/>
            <a:endParaRPr lang="es-E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unito" panose="02000503030000020003" pitchFamily="2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48DF283-9180-5DA5-9FA4-F7D522E89293}"/>
              </a:ext>
            </a:extLst>
          </p:cNvPr>
          <p:cNvSpPr/>
          <p:nvPr/>
        </p:nvSpPr>
        <p:spPr>
          <a:xfrm>
            <a:off x="10227209" y="2407700"/>
            <a:ext cx="47536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5</a:t>
            </a:r>
            <a:endParaRPr lang="es-ES" sz="5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BCC82D7-074D-6B17-4499-BBB3A5F5CBA8}"/>
              </a:ext>
            </a:extLst>
          </p:cNvPr>
          <p:cNvSpPr/>
          <p:nvPr/>
        </p:nvSpPr>
        <p:spPr>
          <a:xfrm>
            <a:off x="9439623" y="3183856"/>
            <a:ext cx="1855633" cy="116955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1400" dirty="0">
                <a:solidFill>
                  <a:schemeClr val="bg1"/>
                </a:solidFill>
                <a:latin typeface="Nunito" panose="02000503030000020003" pitchFamily="2" charset="0"/>
              </a:rPr>
              <a:t>Proyecciones de Sistema de Pronósticos en tiempo real</a:t>
            </a:r>
          </a:p>
          <a:p>
            <a:pPr algn="ctr"/>
            <a:endParaRPr lang="es-E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unito" panose="02000503030000020003" pitchFamily="2" charset="0"/>
            </a:endParaRPr>
          </a:p>
        </p:txBody>
      </p:sp>
      <p:pic>
        <p:nvPicPr>
          <p:cNvPr id="24" name="Imagen 23">
            <a:hlinkClick r:id="" action="ppaction://noaction"/>
            <a:extLst>
              <a:ext uri="{FF2B5EF4-FFF2-40B4-BE49-F238E27FC236}">
                <a16:creationId xmlns:a16="http://schemas.microsoft.com/office/drawing/2014/main" id="{C931BD69-BAE6-E844-E526-A895393A3B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731" y="1431910"/>
            <a:ext cx="1128877" cy="1295643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95348E4D-5B60-3CF4-A0BD-EC8BF5550ED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1281" y="1650852"/>
            <a:ext cx="679841" cy="780272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0C785DC3-A10B-9182-7720-1E51493975F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0820" y="1650852"/>
            <a:ext cx="781910" cy="778052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213E0C7E-4448-F7C8-92AE-B0DD11B703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48343" y="1647348"/>
            <a:ext cx="838191" cy="78155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E663CC1-28AC-85AE-2F89-F8D7CC0537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67" y="65170"/>
            <a:ext cx="2760052" cy="92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467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39">
            <a:extLst>
              <a:ext uri="{FF2B5EF4-FFF2-40B4-BE49-F238E27FC236}">
                <a16:creationId xmlns:a16="http://schemas.microsoft.com/office/drawing/2014/main" id="{E6227A84-C887-BCAD-7AC2-6E10DE3545F8}"/>
              </a:ext>
            </a:extLst>
          </p:cNvPr>
          <p:cNvSpPr/>
          <p:nvPr/>
        </p:nvSpPr>
        <p:spPr>
          <a:xfrm>
            <a:off x="0" y="4203093"/>
            <a:ext cx="8142148" cy="107643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FD6B14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84A909-F147-F2C3-B9D6-FE86E684EABF}"/>
              </a:ext>
            </a:extLst>
          </p:cNvPr>
          <p:cNvSpPr txBox="1">
            <a:spLocks/>
          </p:cNvSpPr>
          <p:nvPr/>
        </p:nvSpPr>
        <p:spPr>
          <a:xfrm>
            <a:off x="10853928" y="6356350"/>
            <a:ext cx="685800" cy="365125"/>
          </a:xfrm>
          <a:prstGeom prst="rect">
            <a:avLst/>
          </a:prstGeom>
        </p:spPr>
        <p:txBody>
          <a:bodyPr>
            <a:normAutofit lnSpcReduction="10000"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7B7A483B-CFA5-2D45-B147-12E41216E0F0}" type="slidenum">
              <a:rPr lang="es-ES" smtClean="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</a:t>
            </a:fld>
            <a:endParaRPr lang="es-ES">
              <a:solidFill>
                <a:srgbClr val="FFFFFF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D015257-9CDE-4B45-CCD5-37C6C6A8B686}"/>
              </a:ext>
            </a:extLst>
          </p:cNvPr>
          <p:cNvSpPr/>
          <p:nvPr/>
        </p:nvSpPr>
        <p:spPr>
          <a:xfrm>
            <a:off x="3974886" y="2780309"/>
            <a:ext cx="8217114" cy="10715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FD6B14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53D5005-9B3C-1260-8DF2-0996136DBB2E}"/>
              </a:ext>
            </a:extLst>
          </p:cNvPr>
          <p:cNvSpPr/>
          <p:nvPr/>
        </p:nvSpPr>
        <p:spPr>
          <a:xfrm>
            <a:off x="315237" y="884386"/>
            <a:ext cx="8141896" cy="185407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FD6B14"/>
              </a:solidFill>
            </a:endParaRPr>
          </a:p>
        </p:txBody>
      </p:sp>
      <p:sp>
        <p:nvSpPr>
          <p:cNvPr id="7" name="Forma libre: forma 30">
            <a:extLst>
              <a:ext uri="{FF2B5EF4-FFF2-40B4-BE49-F238E27FC236}">
                <a16:creationId xmlns:a16="http://schemas.microsoft.com/office/drawing/2014/main" id="{F20BA8AD-3D32-8E79-74A1-06DC66674071}"/>
              </a:ext>
            </a:extLst>
          </p:cNvPr>
          <p:cNvSpPr/>
          <p:nvPr/>
        </p:nvSpPr>
        <p:spPr>
          <a:xfrm>
            <a:off x="7138275" y="1179417"/>
            <a:ext cx="1084760" cy="1071566"/>
          </a:xfrm>
          <a:custGeom>
            <a:avLst/>
            <a:gdLst>
              <a:gd name="connsiteX0" fmla="*/ 0 w 1506583"/>
              <a:gd name="connsiteY0" fmla="*/ 400594 h 1837508"/>
              <a:gd name="connsiteX1" fmla="*/ 1393371 w 1506583"/>
              <a:gd name="connsiteY1" fmla="*/ 0 h 1837508"/>
              <a:gd name="connsiteX2" fmla="*/ 1506583 w 1506583"/>
              <a:gd name="connsiteY2" fmla="*/ 1837508 h 1837508"/>
              <a:gd name="connsiteX3" fmla="*/ 209006 w 1506583"/>
              <a:gd name="connsiteY3" fmla="*/ 1611085 h 1837508"/>
              <a:gd name="connsiteX4" fmla="*/ 0 w 1506583"/>
              <a:gd name="connsiteY4" fmla="*/ 400594 h 183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6583" h="1837508">
                <a:moveTo>
                  <a:pt x="0" y="400594"/>
                </a:moveTo>
                <a:lnTo>
                  <a:pt x="1393371" y="0"/>
                </a:lnTo>
                <a:lnTo>
                  <a:pt x="1506583" y="1837508"/>
                </a:lnTo>
                <a:lnTo>
                  <a:pt x="209006" y="1611085"/>
                </a:lnTo>
                <a:lnTo>
                  <a:pt x="0" y="400594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Forma libre: forma 31">
            <a:extLst>
              <a:ext uri="{FF2B5EF4-FFF2-40B4-BE49-F238E27FC236}">
                <a16:creationId xmlns:a16="http://schemas.microsoft.com/office/drawing/2014/main" id="{1C6B257B-563A-3785-9F9C-40DCA2B6F104}"/>
              </a:ext>
            </a:extLst>
          </p:cNvPr>
          <p:cNvSpPr/>
          <p:nvPr/>
        </p:nvSpPr>
        <p:spPr>
          <a:xfrm>
            <a:off x="7196809" y="1298655"/>
            <a:ext cx="840219" cy="929368"/>
          </a:xfrm>
          <a:custGeom>
            <a:avLst/>
            <a:gdLst>
              <a:gd name="connsiteX0" fmla="*/ 156754 w 1166949"/>
              <a:gd name="connsiteY0" fmla="*/ 0 h 1593669"/>
              <a:gd name="connsiteX1" fmla="*/ 914400 w 1166949"/>
              <a:gd name="connsiteY1" fmla="*/ 60960 h 1593669"/>
              <a:gd name="connsiteX2" fmla="*/ 1166949 w 1166949"/>
              <a:gd name="connsiteY2" fmla="*/ 1593669 h 1593669"/>
              <a:gd name="connsiteX3" fmla="*/ 0 w 1166949"/>
              <a:gd name="connsiteY3" fmla="*/ 1454332 h 1593669"/>
              <a:gd name="connsiteX4" fmla="*/ 156754 w 1166949"/>
              <a:gd name="connsiteY4" fmla="*/ 0 h 159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6949" h="1593669">
                <a:moveTo>
                  <a:pt x="156754" y="0"/>
                </a:moveTo>
                <a:lnTo>
                  <a:pt x="914400" y="60960"/>
                </a:lnTo>
                <a:lnTo>
                  <a:pt x="1166949" y="1593669"/>
                </a:lnTo>
                <a:lnTo>
                  <a:pt x="0" y="1454332"/>
                </a:lnTo>
                <a:lnTo>
                  <a:pt x="156754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E4CE5C6-F839-C8C8-6262-2D0A567995C4}"/>
              </a:ext>
            </a:extLst>
          </p:cNvPr>
          <p:cNvSpPr/>
          <p:nvPr/>
        </p:nvSpPr>
        <p:spPr>
          <a:xfrm>
            <a:off x="8714877" y="1257999"/>
            <a:ext cx="1140359" cy="1051460"/>
          </a:xfrm>
          <a:prstGeom prst="rect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15E357A-D1B5-D7A8-5DBE-BC53C6EBBBD7}"/>
              </a:ext>
            </a:extLst>
          </p:cNvPr>
          <p:cNvSpPr/>
          <p:nvPr/>
        </p:nvSpPr>
        <p:spPr>
          <a:xfrm>
            <a:off x="2513593" y="2694750"/>
            <a:ext cx="1201861" cy="1045670"/>
          </a:xfrm>
          <a:prstGeom prst="rect">
            <a:avLst/>
          </a:prstGeom>
          <a:noFill/>
          <a:ln w="76200">
            <a:solidFill>
              <a:srgbClr val="44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D0CE346-97F1-738B-2647-68959975C2BB}"/>
              </a:ext>
            </a:extLst>
          </p:cNvPr>
          <p:cNvSpPr/>
          <p:nvPr/>
        </p:nvSpPr>
        <p:spPr>
          <a:xfrm>
            <a:off x="7423770" y="1340400"/>
            <a:ext cx="38572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1</a:t>
            </a:r>
            <a:endParaRPr lang="es-ES" sz="5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BF8EAC1-8096-BDE3-D527-D30A8B5C07A3}"/>
              </a:ext>
            </a:extLst>
          </p:cNvPr>
          <p:cNvSpPr txBox="1"/>
          <p:nvPr/>
        </p:nvSpPr>
        <p:spPr>
          <a:xfrm>
            <a:off x="289878" y="1117082"/>
            <a:ext cx="62051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Reglamentación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Resolución CREG-025 de 1995 – Código de Operación.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Resolución </a:t>
            </a:r>
            <a:r>
              <a:rPr lang="es-MX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CREG</a:t>
            </a:r>
            <a:r>
              <a:rPr lang="es-MX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93-94 2012</a:t>
            </a:r>
            <a:endParaRPr lang="es-CO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Acuerdo </a:t>
            </a:r>
            <a:r>
              <a:rPr lang="es-CO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CNO</a:t>
            </a:r>
            <a:r>
              <a:rPr lang="es-CO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1303 de 2020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Resolución </a:t>
            </a:r>
            <a:r>
              <a:rPr lang="es-MX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CREG</a:t>
            </a:r>
            <a:r>
              <a:rPr lang="es-MX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116-1998 y 11-2015</a:t>
            </a:r>
            <a:endParaRPr lang="es-CO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D1919A2-B325-C8AF-F0D0-A4BA1567435C}"/>
              </a:ext>
            </a:extLst>
          </p:cNvPr>
          <p:cNvSpPr txBox="1"/>
          <p:nvPr/>
        </p:nvSpPr>
        <p:spPr>
          <a:xfrm>
            <a:off x="5731820" y="2841396"/>
            <a:ext cx="30505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Reporte de información</a:t>
            </a:r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Ecuaciones de demanda</a:t>
            </a:r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Factores de distribución</a:t>
            </a:r>
          </a:p>
          <a:p>
            <a:endParaRPr lang="es-CO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8" name="Forma libre: forma 39">
            <a:extLst>
              <a:ext uri="{FF2B5EF4-FFF2-40B4-BE49-F238E27FC236}">
                <a16:creationId xmlns:a16="http://schemas.microsoft.com/office/drawing/2014/main" id="{D1DB86D8-AF81-1A5D-3A51-AF8E5A20C33D}"/>
              </a:ext>
            </a:extLst>
          </p:cNvPr>
          <p:cNvSpPr/>
          <p:nvPr/>
        </p:nvSpPr>
        <p:spPr>
          <a:xfrm rot="10800000">
            <a:off x="4386186" y="3000512"/>
            <a:ext cx="1121343" cy="1152934"/>
          </a:xfrm>
          <a:custGeom>
            <a:avLst/>
            <a:gdLst>
              <a:gd name="connsiteX0" fmla="*/ 0 w 1506583"/>
              <a:gd name="connsiteY0" fmla="*/ 400594 h 1837508"/>
              <a:gd name="connsiteX1" fmla="*/ 1393371 w 1506583"/>
              <a:gd name="connsiteY1" fmla="*/ 0 h 1837508"/>
              <a:gd name="connsiteX2" fmla="*/ 1506583 w 1506583"/>
              <a:gd name="connsiteY2" fmla="*/ 1837508 h 1837508"/>
              <a:gd name="connsiteX3" fmla="*/ 209006 w 1506583"/>
              <a:gd name="connsiteY3" fmla="*/ 1611085 h 1837508"/>
              <a:gd name="connsiteX4" fmla="*/ 0 w 1506583"/>
              <a:gd name="connsiteY4" fmla="*/ 400594 h 183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6583" h="1837508">
                <a:moveTo>
                  <a:pt x="0" y="400594"/>
                </a:moveTo>
                <a:lnTo>
                  <a:pt x="1393371" y="0"/>
                </a:lnTo>
                <a:lnTo>
                  <a:pt x="1506583" y="1837508"/>
                </a:lnTo>
                <a:lnTo>
                  <a:pt x="209006" y="1611085"/>
                </a:lnTo>
                <a:lnTo>
                  <a:pt x="0" y="400594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orma libre: forma 41">
            <a:extLst>
              <a:ext uri="{FF2B5EF4-FFF2-40B4-BE49-F238E27FC236}">
                <a16:creationId xmlns:a16="http://schemas.microsoft.com/office/drawing/2014/main" id="{F5D5EFAF-C534-3FB3-51A8-C1AE628D1209}"/>
              </a:ext>
            </a:extLst>
          </p:cNvPr>
          <p:cNvSpPr/>
          <p:nvPr/>
        </p:nvSpPr>
        <p:spPr>
          <a:xfrm rot="10800000">
            <a:off x="4431307" y="2694750"/>
            <a:ext cx="920410" cy="1180256"/>
          </a:xfrm>
          <a:custGeom>
            <a:avLst/>
            <a:gdLst>
              <a:gd name="connsiteX0" fmla="*/ 261258 w 1236618"/>
              <a:gd name="connsiteY0" fmla="*/ 0 h 1881052"/>
              <a:gd name="connsiteX1" fmla="*/ 984069 w 1236618"/>
              <a:gd name="connsiteY1" fmla="*/ 87086 h 1881052"/>
              <a:gd name="connsiteX2" fmla="*/ 1236618 w 1236618"/>
              <a:gd name="connsiteY2" fmla="*/ 1881052 h 1881052"/>
              <a:gd name="connsiteX3" fmla="*/ 0 w 1236618"/>
              <a:gd name="connsiteY3" fmla="*/ 1532709 h 1881052"/>
              <a:gd name="connsiteX4" fmla="*/ 261258 w 1236618"/>
              <a:gd name="connsiteY4" fmla="*/ 0 h 1881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618" h="1881052">
                <a:moveTo>
                  <a:pt x="261258" y="0"/>
                </a:moveTo>
                <a:lnTo>
                  <a:pt x="984069" y="87086"/>
                </a:lnTo>
                <a:lnTo>
                  <a:pt x="1236618" y="1881052"/>
                </a:lnTo>
                <a:lnTo>
                  <a:pt x="0" y="1532709"/>
                </a:lnTo>
                <a:lnTo>
                  <a:pt x="261258" y="0"/>
                </a:lnTo>
                <a:close/>
              </a:path>
            </a:pathLst>
          </a:cu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9EB580E-B62E-A200-6E20-60098FF2155A}"/>
              </a:ext>
            </a:extLst>
          </p:cNvPr>
          <p:cNvSpPr/>
          <p:nvPr/>
        </p:nvSpPr>
        <p:spPr>
          <a:xfrm>
            <a:off x="4678068" y="2983091"/>
            <a:ext cx="39873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2</a:t>
            </a:r>
          </a:p>
        </p:txBody>
      </p:sp>
      <p:sp>
        <p:nvSpPr>
          <p:cNvPr id="22" name="Forma libre: forma 53">
            <a:extLst>
              <a:ext uri="{FF2B5EF4-FFF2-40B4-BE49-F238E27FC236}">
                <a16:creationId xmlns:a16="http://schemas.microsoft.com/office/drawing/2014/main" id="{CEA46FB9-0F19-6405-F739-0974452A0DC5}"/>
              </a:ext>
            </a:extLst>
          </p:cNvPr>
          <p:cNvSpPr/>
          <p:nvPr/>
        </p:nvSpPr>
        <p:spPr>
          <a:xfrm>
            <a:off x="5875222" y="4182834"/>
            <a:ext cx="1084760" cy="1071566"/>
          </a:xfrm>
          <a:custGeom>
            <a:avLst/>
            <a:gdLst>
              <a:gd name="connsiteX0" fmla="*/ 0 w 1506583"/>
              <a:gd name="connsiteY0" fmla="*/ 400594 h 1837508"/>
              <a:gd name="connsiteX1" fmla="*/ 1393371 w 1506583"/>
              <a:gd name="connsiteY1" fmla="*/ 0 h 1837508"/>
              <a:gd name="connsiteX2" fmla="*/ 1506583 w 1506583"/>
              <a:gd name="connsiteY2" fmla="*/ 1837508 h 1837508"/>
              <a:gd name="connsiteX3" fmla="*/ 209006 w 1506583"/>
              <a:gd name="connsiteY3" fmla="*/ 1611085 h 1837508"/>
              <a:gd name="connsiteX4" fmla="*/ 0 w 1506583"/>
              <a:gd name="connsiteY4" fmla="*/ 400594 h 183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6583" h="1837508">
                <a:moveTo>
                  <a:pt x="0" y="400594"/>
                </a:moveTo>
                <a:lnTo>
                  <a:pt x="1393371" y="0"/>
                </a:lnTo>
                <a:lnTo>
                  <a:pt x="1506583" y="1837508"/>
                </a:lnTo>
                <a:lnTo>
                  <a:pt x="209006" y="1611085"/>
                </a:lnTo>
                <a:lnTo>
                  <a:pt x="0" y="400594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orma libre: forma 59">
            <a:extLst>
              <a:ext uri="{FF2B5EF4-FFF2-40B4-BE49-F238E27FC236}">
                <a16:creationId xmlns:a16="http://schemas.microsoft.com/office/drawing/2014/main" id="{E63DD040-8875-436A-62A2-9C95D148A2C4}"/>
              </a:ext>
            </a:extLst>
          </p:cNvPr>
          <p:cNvSpPr/>
          <p:nvPr/>
        </p:nvSpPr>
        <p:spPr>
          <a:xfrm>
            <a:off x="5944890" y="4061984"/>
            <a:ext cx="890381" cy="1096959"/>
          </a:xfrm>
          <a:custGeom>
            <a:avLst/>
            <a:gdLst>
              <a:gd name="connsiteX0" fmla="*/ 261258 w 1236618"/>
              <a:gd name="connsiteY0" fmla="*/ 0 h 1881052"/>
              <a:gd name="connsiteX1" fmla="*/ 984069 w 1236618"/>
              <a:gd name="connsiteY1" fmla="*/ 87086 h 1881052"/>
              <a:gd name="connsiteX2" fmla="*/ 1236618 w 1236618"/>
              <a:gd name="connsiteY2" fmla="*/ 1881052 h 1881052"/>
              <a:gd name="connsiteX3" fmla="*/ 0 w 1236618"/>
              <a:gd name="connsiteY3" fmla="*/ 1532709 h 1881052"/>
              <a:gd name="connsiteX4" fmla="*/ 261258 w 1236618"/>
              <a:gd name="connsiteY4" fmla="*/ 0 h 1881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618" h="1881052">
                <a:moveTo>
                  <a:pt x="261258" y="0"/>
                </a:moveTo>
                <a:lnTo>
                  <a:pt x="984069" y="87086"/>
                </a:lnTo>
                <a:lnTo>
                  <a:pt x="1236618" y="1881052"/>
                </a:lnTo>
                <a:lnTo>
                  <a:pt x="0" y="1532709"/>
                </a:lnTo>
                <a:lnTo>
                  <a:pt x="261258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90777442-5890-8DA2-4730-C3C3A83B5BB8}"/>
              </a:ext>
            </a:extLst>
          </p:cNvPr>
          <p:cNvSpPr/>
          <p:nvPr/>
        </p:nvSpPr>
        <p:spPr>
          <a:xfrm>
            <a:off x="8661704" y="4226316"/>
            <a:ext cx="1193532" cy="1051460"/>
          </a:xfrm>
          <a:prstGeom prst="rect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80D95D8C-4885-3010-87FE-BDEDA113FC19}"/>
              </a:ext>
            </a:extLst>
          </p:cNvPr>
          <p:cNvSpPr/>
          <p:nvPr/>
        </p:nvSpPr>
        <p:spPr>
          <a:xfrm>
            <a:off x="6197216" y="4043120"/>
            <a:ext cx="38572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3</a:t>
            </a:r>
            <a:endParaRPr lang="es-ES" sz="5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5B757D29-3D74-A483-DF72-FE2BA37C7838}"/>
              </a:ext>
            </a:extLst>
          </p:cNvPr>
          <p:cNvSpPr txBox="1"/>
          <p:nvPr/>
        </p:nvSpPr>
        <p:spPr>
          <a:xfrm>
            <a:off x="248064" y="4135231"/>
            <a:ext cx="58205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Seguimiento</a:t>
            </a:r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Estadísticas de seguimiento de los pronósticos.</a:t>
            </a:r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Seguimiento Histórico de los pronósticos.</a:t>
            </a:r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s-MX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ENS-PENS</a:t>
            </a:r>
            <a:endParaRPr lang="es-CO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endParaRPr lang="es-CO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D6961C7-1876-CA0C-D27A-BF4655221DD9}"/>
              </a:ext>
            </a:extLst>
          </p:cNvPr>
          <p:cNvSpPr/>
          <p:nvPr/>
        </p:nvSpPr>
        <p:spPr>
          <a:xfrm>
            <a:off x="4060056" y="5702499"/>
            <a:ext cx="8123220" cy="1085293"/>
          </a:xfrm>
          <a:prstGeom prst="rect">
            <a:avLst/>
          </a:prstGeom>
          <a:solidFill>
            <a:srgbClr val="44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FD6B14"/>
              </a:solidFill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6DA96353-C9FB-EFE9-FA8F-75193E98BC3A}"/>
              </a:ext>
            </a:extLst>
          </p:cNvPr>
          <p:cNvSpPr/>
          <p:nvPr/>
        </p:nvSpPr>
        <p:spPr>
          <a:xfrm>
            <a:off x="2659014" y="5589495"/>
            <a:ext cx="1201861" cy="1045670"/>
          </a:xfrm>
          <a:prstGeom prst="rect">
            <a:avLst/>
          </a:prstGeom>
          <a:noFill/>
          <a:ln w="76200">
            <a:solidFill>
              <a:srgbClr val="44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orma libre: forma 79">
            <a:extLst>
              <a:ext uri="{FF2B5EF4-FFF2-40B4-BE49-F238E27FC236}">
                <a16:creationId xmlns:a16="http://schemas.microsoft.com/office/drawing/2014/main" id="{AA457D57-0419-F2DF-2461-189BE4E924D3}"/>
              </a:ext>
            </a:extLst>
          </p:cNvPr>
          <p:cNvSpPr/>
          <p:nvPr/>
        </p:nvSpPr>
        <p:spPr>
          <a:xfrm rot="10800000">
            <a:off x="4327898" y="5531863"/>
            <a:ext cx="902930" cy="1326136"/>
          </a:xfrm>
          <a:custGeom>
            <a:avLst/>
            <a:gdLst>
              <a:gd name="connsiteX0" fmla="*/ 156754 w 1166949"/>
              <a:gd name="connsiteY0" fmla="*/ 0 h 1593669"/>
              <a:gd name="connsiteX1" fmla="*/ 914400 w 1166949"/>
              <a:gd name="connsiteY1" fmla="*/ 60960 h 1593669"/>
              <a:gd name="connsiteX2" fmla="*/ 1166949 w 1166949"/>
              <a:gd name="connsiteY2" fmla="*/ 1593669 h 1593669"/>
              <a:gd name="connsiteX3" fmla="*/ 0 w 1166949"/>
              <a:gd name="connsiteY3" fmla="*/ 1454332 h 1593669"/>
              <a:gd name="connsiteX4" fmla="*/ 156754 w 1166949"/>
              <a:gd name="connsiteY4" fmla="*/ 0 h 159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6949" h="1593669">
                <a:moveTo>
                  <a:pt x="156754" y="0"/>
                </a:moveTo>
                <a:lnTo>
                  <a:pt x="914400" y="60960"/>
                </a:lnTo>
                <a:lnTo>
                  <a:pt x="1166949" y="1593669"/>
                </a:lnTo>
                <a:lnTo>
                  <a:pt x="0" y="1454332"/>
                </a:lnTo>
                <a:lnTo>
                  <a:pt x="156754" y="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Forma libre: forma 80">
            <a:extLst>
              <a:ext uri="{FF2B5EF4-FFF2-40B4-BE49-F238E27FC236}">
                <a16:creationId xmlns:a16="http://schemas.microsoft.com/office/drawing/2014/main" id="{6427C001-4C86-268F-B998-E1D07352E911}"/>
              </a:ext>
            </a:extLst>
          </p:cNvPr>
          <p:cNvSpPr/>
          <p:nvPr/>
        </p:nvSpPr>
        <p:spPr>
          <a:xfrm rot="10800000">
            <a:off x="4450348" y="5563534"/>
            <a:ext cx="1024517" cy="1254392"/>
          </a:xfrm>
          <a:custGeom>
            <a:avLst/>
            <a:gdLst>
              <a:gd name="connsiteX0" fmla="*/ 261258 w 1236618"/>
              <a:gd name="connsiteY0" fmla="*/ 0 h 1881052"/>
              <a:gd name="connsiteX1" fmla="*/ 984069 w 1236618"/>
              <a:gd name="connsiteY1" fmla="*/ 87086 h 1881052"/>
              <a:gd name="connsiteX2" fmla="*/ 1236618 w 1236618"/>
              <a:gd name="connsiteY2" fmla="*/ 1881052 h 1881052"/>
              <a:gd name="connsiteX3" fmla="*/ 0 w 1236618"/>
              <a:gd name="connsiteY3" fmla="*/ 1532709 h 1881052"/>
              <a:gd name="connsiteX4" fmla="*/ 261258 w 1236618"/>
              <a:gd name="connsiteY4" fmla="*/ 0 h 1881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618" h="1881052">
                <a:moveTo>
                  <a:pt x="261258" y="0"/>
                </a:moveTo>
                <a:lnTo>
                  <a:pt x="984069" y="87086"/>
                </a:lnTo>
                <a:lnTo>
                  <a:pt x="1236618" y="1881052"/>
                </a:lnTo>
                <a:lnTo>
                  <a:pt x="0" y="1532709"/>
                </a:lnTo>
                <a:lnTo>
                  <a:pt x="261258" y="0"/>
                </a:lnTo>
                <a:close/>
              </a:path>
            </a:pathLst>
          </a:cu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8CBFF731-2FE1-8191-8212-83A471083FCC}"/>
              </a:ext>
            </a:extLst>
          </p:cNvPr>
          <p:cNvSpPr/>
          <p:nvPr/>
        </p:nvSpPr>
        <p:spPr>
          <a:xfrm>
            <a:off x="4633291" y="5729065"/>
            <a:ext cx="39873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4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F560BE75-86C1-27C2-19A0-7306E496AF69}"/>
              </a:ext>
            </a:extLst>
          </p:cNvPr>
          <p:cNvSpPr txBox="1"/>
          <p:nvPr/>
        </p:nvSpPr>
        <p:spPr>
          <a:xfrm>
            <a:off x="8950081" y="2817168"/>
            <a:ext cx="30505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Factores de potencia</a:t>
            </a:r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Demanda No Atendida</a:t>
            </a:r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Potencia horaria</a:t>
            </a:r>
            <a:endParaRPr lang="es-CO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s-CO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666B7CA9-6DC3-F9B3-4CB7-1EFA5969EF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6883" y="4307010"/>
            <a:ext cx="929340" cy="924755"/>
          </a:xfrm>
          <a:prstGeom prst="rect">
            <a:avLst/>
          </a:prstGeom>
        </p:spPr>
      </p:pic>
      <p:sp>
        <p:nvSpPr>
          <p:cNvPr id="38" name="Rectángulo 37">
            <a:extLst>
              <a:ext uri="{FF2B5EF4-FFF2-40B4-BE49-F238E27FC236}">
                <a16:creationId xmlns:a16="http://schemas.microsoft.com/office/drawing/2014/main" id="{24DC0ACB-E3FE-C198-2B23-D7C6C8EF2FE9}"/>
              </a:ext>
            </a:extLst>
          </p:cNvPr>
          <p:cNvSpPr/>
          <p:nvPr/>
        </p:nvSpPr>
        <p:spPr>
          <a:xfrm>
            <a:off x="5875222" y="5662805"/>
            <a:ext cx="243738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Metodologías</a:t>
            </a:r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Promedios Móviles</a:t>
            </a:r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Series de tiempo</a:t>
            </a:r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ARIMA</a:t>
            </a:r>
          </a:p>
          <a:p>
            <a:endParaRPr lang="es-CO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CCD2C1E9-AF3A-77D4-2516-172BBB419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0189" y="1376357"/>
            <a:ext cx="829734" cy="773670"/>
          </a:xfrm>
          <a:prstGeom prst="rect">
            <a:avLst/>
          </a:prstGeom>
        </p:spPr>
      </p:pic>
      <p:sp>
        <p:nvSpPr>
          <p:cNvPr id="41" name="Rectángulo 40">
            <a:extLst>
              <a:ext uri="{FF2B5EF4-FFF2-40B4-BE49-F238E27FC236}">
                <a16:creationId xmlns:a16="http://schemas.microsoft.com/office/drawing/2014/main" id="{68E355C8-FEAC-A431-AA58-8D26BD665F64}"/>
              </a:ext>
            </a:extLst>
          </p:cNvPr>
          <p:cNvSpPr/>
          <p:nvPr/>
        </p:nvSpPr>
        <p:spPr>
          <a:xfrm>
            <a:off x="8506392" y="5775719"/>
            <a:ext cx="61460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Tipos de Pronósticos</a:t>
            </a:r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Barras, MC, Subárea y Área</a:t>
            </a:r>
          </a:p>
        </p:txBody>
      </p:sp>
      <p:pic>
        <p:nvPicPr>
          <p:cNvPr id="42" name="Imagen 41">
            <a:extLst>
              <a:ext uri="{FF2B5EF4-FFF2-40B4-BE49-F238E27FC236}">
                <a16:creationId xmlns:a16="http://schemas.microsoft.com/office/drawing/2014/main" id="{A3A1F1FA-5158-15DA-0C0C-AECC81DEC5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7751" y="2852679"/>
            <a:ext cx="957531" cy="892832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157E9837-07F1-AB5C-B3C9-2EAE926DB8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7977" y="5721552"/>
            <a:ext cx="838191" cy="781556"/>
          </a:xfrm>
          <a:prstGeom prst="rect">
            <a:avLst/>
          </a:prstGeom>
        </p:spPr>
      </p:pic>
      <p:sp>
        <p:nvSpPr>
          <p:cNvPr id="44" name="Marcador de texto 6">
            <a:extLst>
              <a:ext uri="{FF2B5EF4-FFF2-40B4-BE49-F238E27FC236}">
                <a16:creationId xmlns:a16="http://schemas.microsoft.com/office/drawing/2014/main" id="{78DCBBD4-A8E5-7F96-4DFC-D09A04DBBEDE}"/>
              </a:ext>
            </a:extLst>
          </p:cNvPr>
          <p:cNvSpPr txBox="1">
            <a:spLocks/>
          </p:cNvSpPr>
          <p:nvPr/>
        </p:nvSpPr>
        <p:spPr>
          <a:xfrm>
            <a:off x="2221801" y="-51918"/>
            <a:ext cx="9153955" cy="6757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3200" b="1" dirty="0">
                <a:latin typeface="Arial Rounded MT Bold" panose="020F0704030504030204" pitchFamily="34" charset="77"/>
                <a:cs typeface="Arial" panose="020B0604020202020204" pitchFamily="34" charset="0"/>
              </a:rPr>
              <a:t>1. Generalidades proceso de Demandas Operativas</a:t>
            </a:r>
          </a:p>
          <a:p>
            <a:pPr marL="0" indent="0" algn="ctr">
              <a:buNone/>
            </a:pPr>
            <a:endParaRPr lang="es-CO" sz="3200" b="1" dirty="0">
              <a:latin typeface="Arial Rounded MT Bold" panose="020F0704030504030204" pitchFamily="34" charset="77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D075302-C596-BDBF-EFC0-CE2B298665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94" y="-1"/>
            <a:ext cx="2780484" cy="879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071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ángulo redondeado 82">
            <a:extLst>
              <a:ext uri="{FF2B5EF4-FFF2-40B4-BE49-F238E27FC236}">
                <a16:creationId xmlns:a16="http://schemas.microsoft.com/office/drawing/2014/main" id="{C499C8E8-2ED6-C6D3-8813-A6EF2B8A208A}"/>
              </a:ext>
            </a:extLst>
          </p:cNvPr>
          <p:cNvSpPr/>
          <p:nvPr/>
        </p:nvSpPr>
        <p:spPr>
          <a:xfrm>
            <a:off x="7595191" y="1020835"/>
            <a:ext cx="4596809" cy="5188415"/>
          </a:xfrm>
          <a:prstGeom prst="roundRect">
            <a:avLst>
              <a:gd name="adj" fmla="val 543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4" name="Grupo 93">
            <a:extLst>
              <a:ext uri="{FF2B5EF4-FFF2-40B4-BE49-F238E27FC236}">
                <a16:creationId xmlns:a16="http://schemas.microsoft.com/office/drawing/2014/main" id="{C8A9173A-DF19-F89E-B218-2260B9C470C5}"/>
              </a:ext>
            </a:extLst>
          </p:cNvPr>
          <p:cNvGrpSpPr/>
          <p:nvPr/>
        </p:nvGrpSpPr>
        <p:grpSpPr>
          <a:xfrm>
            <a:off x="3955315" y="36216"/>
            <a:ext cx="5043101" cy="6858647"/>
            <a:chOff x="3955315" y="36216"/>
            <a:chExt cx="5043101" cy="6858647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7" name="San Andrés">
              <a:extLst>
                <a:ext uri="{FF2B5EF4-FFF2-40B4-BE49-F238E27FC236}">
                  <a16:creationId xmlns:a16="http://schemas.microsoft.com/office/drawing/2014/main" id="{23981934-2A7C-9038-8FCE-489C7A76B2E8}"/>
                </a:ext>
              </a:extLst>
            </p:cNvPr>
            <p:cNvSpPr/>
            <p:nvPr/>
          </p:nvSpPr>
          <p:spPr>
            <a:xfrm>
              <a:off x="4343550" y="333396"/>
              <a:ext cx="205599" cy="502344"/>
            </a:xfrm>
            <a:custGeom>
              <a:avLst/>
              <a:gdLst>
                <a:gd name="connsiteX0" fmla="*/ 184846 w 205599"/>
                <a:gd name="connsiteY0" fmla="*/ 42916 h 502344"/>
                <a:gd name="connsiteX1" fmla="*/ 168820 w 205599"/>
                <a:gd name="connsiteY1" fmla="*/ 37956 h 502344"/>
                <a:gd name="connsiteX2" fmla="*/ 160627 w 205599"/>
                <a:gd name="connsiteY2" fmla="*/ 36231 h 502344"/>
                <a:gd name="connsiteX3" fmla="*/ 154805 w 205599"/>
                <a:gd name="connsiteY3" fmla="*/ 19266 h 502344"/>
                <a:gd name="connsiteX4" fmla="*/ 146037 w 205599"/>
                <a:gd name="connsiteY4" fmla="*/ 0 h 502344"/>
                <a:gd name="connsiteX5" fmla="*/ 132598 w 205599"/>
                <a:gd name="connsiteY5" fmla="*/ 1725 h 502344"/>
                <a:gd name="connsiteX6" fmla="*/ 124405 w 205599"/>
                <a:gd name="connsiteY6" fmla="*/ 6398 h 502344"/>
                <a:gd name="connsiteX7" fmla="*/ 113912 w 205599"/>
                <a:gd name="connsiteY7" fmla="*/ 17468 h 502344"/>
                <a:gd name="connsiteX8" fmla="*/ 102844 w 205599"/>
                <a:gd name="connsiteY8" fmla="*/ 30911 h 502344"/>
                <a:gd name="connsiteX9" fmla="*/ 91130 w 205599"/>
                <a:gd name="connsiteY9" fmla="*/ 40832 h 502344"/>
                <a:gd name="connsiteX10" fmla="*/ 77690 w 205599"/>
                <a:gd name="connsiteY10" fmla="*/ 44354 h 502344"/>
                <a:gd name="connsiteX11" fmla="*/ 59579 w 205599"/>
                <a:gd name="connsiteY11" fmla="*/ 75337 h 502344"/>
                <a:gd name="connsiteX12" fmla="*/ 54908 w 205599"/>
                <a:gd name="connsiteY12" fmla="*/ 95753 h 502344"/>
                <a:gd name="connsiteX13" fmla="*/ 55483 w 205599"/>
                <a:gd name="connsiteY13" fmla="*/ 127312 h 502344"/>
                <a:gd name="connsiteX14" fmla="*/ 40893 w 205599"/>
                <a:gd name="connsiteY14" fmla="*/ 136657 h 502344"/>
                <a:gd name="connsiteX15" fmla="*/ 22782 w 205599"/>
                <a:gd name="connsiteY15" fmla="*/ 144852 h 502344"/>
                <a:gd name="connsiteX16" fmla="*/ 16961 w 205599"/>
                <a:gd name="connsiteY16" fmla="*/ 161817 h 502344"/>
                <a:gd name="connsiteX17" fmla="*/ 16386 w 205599"/>
                <a:gd name="connsiteY17" fmla="*/ 189853 h 502344"/>
                <a:gd name="connsiteX18" fmla="*/ 25154 w 205599"/>
                <a:gd name="connsiteY18" fmla="*/ 201571 h 502344"/>
                <a:gd name="connsiteX19" fmla="*/ 27454 w 205599"/>
                <a:gd name="connsiteY19" fmla="*/ 209191 h 502344"/>
                <a:gd name="connsiteX20" fmla="*/ 24507 w 205599"/>
                <a:gd name="connsiteY20" fmla="*/ 224934 h 502344"/>
                <a:gd name="connsiteX21" fmla="*/ 7546 w 205599"/>
                <a:gd name="connsiteY21" fmla="*/ 250022 h 502344"/>
                <a:gd name="connsiteX22" fmla="*/ 5821 w 205599"/>
                <a:gd name="connsiteY22" fmla="*/ 269288 h 502344"/>
                <a:gd name="connsiteX23" fmla="*/ 0 w 205599"/>
                <a:gd name="connsiteY23" fmla="*/ 281581 h 502344"/>
                <a:gd name="connsiteX24" fmla="*/ 10493 w 205599"/>
                <a:gd name="connsiteY24" fmla="*/ 292651 h 502344"/>
                <a:gd name="connsiteX25" fmla="*/ 25657 w 205599"/>
                <a:gd name="connsiteY25" fmla="*/ 297324 h 502344"/>
                <a:gd name="connsiteX26" fmla="*/ 28029 w 205599"/>
                <a:gd name="connsiteY26" fmla="*/ 316014 h 502344"/>
                <a:gd name="connsiteX27" fmla="*/ 30329 w 205599"/>
                <a:gd name="connsiteY27" fmla="*/ 332405 h 502344"/>
                <a:gd name="connsiteX28" fmla="*/ 20411 w 205599"/>
                <a:gd name="connsiteY28" fmla="*/ 370361 h 502344"/>
                <a:gd name="connsiteX29" fmla="*/ 23932 w 205599"/>
                <a:gd name="connsiteY29" fmla="*/ 372661 h 502344"/>
                <a:gd name="connsiteX30" fmla="*/ 24507 w 205599"/>
                <a:gd name="connsiteY30" fmla="*/ 382006 h 502344"/>
                <a:gd name="connsiteX31" fmla="*/ 9918 w 205599"/>
                <a:gd name="connsiteY31" fmla="*/ 422335 h 502344"/>
                <a:gd name="connsiteX32" fmla="*/ 2875 w 205599"/>
                <a:gd name="connsiteY32" fmla="*/ 456769 h 502344"/>
                <a:gd name="connsiteX33" fmla="*/ 4025 w 205599"/>
                <a:gd name="connsiteY33" fmla="*/ 476034 h 502344"/>
                <a:gd name="connsiteX34" fmla="*/ 26807 w 205599"/>
                <a:gd name="connsiteY34" fmla="*/ 502345 h 502344"/>
                <a:gd name="connsiteX35" fmla="*/ 33850 w 205599"/>
                <a:gd name="connsiteY35" fmla="*/ 500620 h 502344"/>
                <a:gd name="connsiteX36" fmla="*/ 42618 w 205599"/>
                <a:gd name="connsiteY36" fmla="*/ 493575 h 502344"/>
                <a:gd name="connsiteX37" fmla="*/ 49661 w 205599"/>
                <a:gd name="connsiteY37" fmla="*/ 476609 h 502344"/>
                <a:gd name="connsiteX38" fmla="*/ 59004 w 205599"/>
                <a:gd name="connsiteY38" fmla="*/ 446201 h 502344"/>
                <a:gd name="connsiteX39" fmla="*/ 75965 w 205599"/>
                <a:gd name="connsiteY39" fmla="*/ 423988 h 502344"/>
                <a:gd name="connsiteX40" fmla="*/ 85883 w 205599"/>
                <a:gd name="connsiteY40" fmla="*/ 384235 h 502344"/>
                <a:gd name="connsiteX41" fmla="*/ 98748 w 205599"/>
                <a:gd name="connsiteY41" fmla="*/ 330464 h 502344"/>
                <a:gd name="connsiteX42" fmla="*/ 105144 w 205599"/>
                <a:gd name="connsiteY42" fmla="*/ 319393 h 502344"/>
                <a:gd name="connsiteX43" fmla="*/ 103419 w 205599"/>
                <a:gd name="connsiteY43" fmla="*/ 307676 h 502344"/>
                <a:gd name="connsiteX44" fmla="*/ 112187 w 205599"/>
                <a:gd name="connsiteY44" fmla="*/ 293658 h 502344"/>
                <a:gd name="connsiteX45" fmla="*/ 120955 w 205599"/>
                <a:gd name="connsiteY45" fmla="*/ 277914 h 502344"/>
                <a:gd name="connsiteX46" fmla="*/ 126202 w 205599"/>
                <a:gd name="connsiteY46" fmla="*/ 261524 h 502344"/>
                <a:gd name="connsiteX47" fmla="*/ 123902 w 205599"/>
                <a:gd name="connsiteY47" fmla="*/ 239311 h 502344"/>
                <a:gd name="connsiteX48" fmla="*/ 132095 w 205599"/>
                <a:gd name="connsiteY48" fmla="*/ 226443 h 502344"/>
                <a:gd name="connsiteX49" fmla="*/ 139138 w 205599"/>
                <a:gd name="connsiteY49" fmla="*/ 220045 h 502344"/>
                <a:gd name="connsiteX50" fmla="*/ 138563 w 205599"/>
                <a:gd name="connsiteY50" fmla="*/ 174757 h 502344"/>
                <a:gd name="connsiteX51" fmla="*/ 140288 w 205599"/>
                <a:gd name="connsiteY51" fmla="*/ 153119 h 502344"/>
                <a:gd name="connsiteX52" fmla="*/ 137629 w 205599"/>
                <a:gd name="connsiteY52" fmla="*/ 144636 h 502344"/>
                <a:gd name="connsiteX53" fmla="*/ 126848 w 205599"/>
                <a:gd name="connsiteY53" fmla="*/ 141401 h 502344"/>
                <a:gd name="connsiteX54" fmla="*/ 124189 w 205599"/>
                <a:gd name="connsiteY54" fmla="*/ 134356 h 502344"/>
                <a:gd name="connsiteX55" fmla="*/ 132095 w 205599"/>
                <a:gd name="connsiteY55" fmla="*/ 132631 h 502344"/>
                <a:gd name="connsiteX56" fmla="*/ 140288 w 205599"/>
                <a:gd name="connsiteY56" fmla="*/ 134069 h 502344"/>
                <a:gd name="connsiteX57" fmla="*/ 152002 w 205599"/>
                <a:gd name="connsiteY57" fmla="*/ 132344 h 502344"/>
                <a:gd name="connsiteX58" fmla="*/ 156386 w 205599"/>
                <a:gd name="connsiteY58" fmla="*/ 129684 h 502344"/>
                <a:gd name="connsiteX59" fmla="*/ 156099 w 205599"/>
                <a:gd name="connsiteY59" fmla="*/ 124724 h 502344"/>
                <a:gd name="connsiteX60" fmla="*/ 145894 w 205599"/>
                <a:gd name="connsiteY60" fmla="*/ 117679 h 502344"/>
                <a:gd name="connsiteX61" fmla="*/ 136263 w 205599"/>
                <a:gd name="connsiteY61" fmla="*/ 113006 h 502344"/>
                <a:gd name="connsiteX62" fmla="*/ 132167 w 205599"/>
                <a:gd name="connsiteY62" fmla="*/ 110059 h 502344"/>
                <a:gd name="connsiteX63" fmla="*/ 123974 w 205599"/>
                <a:gd name="connsiteY63" fmla="*/ 103661 h 502344"/>
                <a:gd name="connsiteX64" fmla="*/ 126273 w 205599"/>
                <a:gd name="connsiteY64" fmla="*/ 98413 h 502344"/>
                <a:gd name="connsiteX65" fmla="*/ 131520 w 205599"/>
                <a:gd name="connsiteY65" fmla="*/ 98701 h 502344"/>
                <a:gd name="connsiteX66" fmla="*/ 145247 w 205599"/>
                <a:gd name="connsiteY66" fmla="*/ 110706 h 502344"/>
                <a:gd name="connsiteX67" fmla="*/ 152577 w 205599"/>
                <a:gd name="connsiteY67" fmla="*/ 113941 h 502344"/>
                <a:gd name="connsiteX68" fmla="*/ 155811 w 205599"/>
                <a:gd name="connsiteY68" fmla="*/ 108693 h 502344"/>
                <a:gd name="connsiteX69" fmla="*/ 149703 w 205599"/>
                <a:gd name="connsiteY69" fmla="*/ 99923 h 502344"/>
                <a:gd name="connsiteX70" fmla="*/ 143306 w 205599"/>
                <a:gd name="connsiteY70" fmla="*/ 94675 h 502344"/>
                <a:gd name="connsiteX71" fmla="*/ 138060 w 205599"/>
                <a:gd name="connsiteY71" fmla="*/ 87702 h 502344"/>
                <a:gd name="connsiteX72" fmla="*/ 135688 w 205599"/>
                <a:gd name="connsiteY72" fmla="*/ 81592 h 502344"/>
                <a:gd name="connsiteX73" fmla="*/ 147403 w 205599"/>
                <a:gd name="connsiteY73" fmla="*/ 76631 h 502344"/>
                <a:gd name="connsiteX74" fmla="*/ 158758 w 205599"/>
                <a:gd name="connsiteY74" fmla="*/ 74259 h 502344"/>
                <a:gd name="connsiteX75" fmla="*/ 162567 w 205599"/>
                <a:gd name="connsiteY75" fmla="*/ 71887 h 502344"/>
                <a:gd name="connsiteX76" fmla="*/ 172772 w 205599"/>
                <a:gd name="connsiteY76" fmla="*/ 63692 h 502344"/>
                <a:gd name="connsiteX77" fmla="*/ 189446 w 205599"/>
                <a:gd name="connsiteY77" fmla="*/ 60744 h 502344"/>
                <a:gd name="connsiteX78" fmla="*/ 194405 w 205599"/>
                <a:gd name="connsiteY78" fmla="*/ 62757 h 502344"/>
                <a:gd name="connsiteX79" fmla="*/ 197352 w 205599"/>
                <a:gd name="connsiteY79" fmla="*/ 65705 h 502344"/>
                <a:gd name="connsiteX80" fmla="*/ 205545 w 205599"/>
                <a:gd name="connsiteY80" fmla="*/ 59594 h 502344"/>
                <a:gd name="connsiteX81" fmla="*/ 203532 w 205599"/>
                <a:gd name="connsiteY81" fmla="*/ 50249 h 502344"/>
                <a:gd name="connsiteX82" fmla="*/ 185134 w 205599"/>
                <a:gd name="connsiteY82" fmla="*/ 42629 h 50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205599" h="502344">
                  <a:moveTo>
                    <a:pt x="184846" y="42916"/>
                  </a:moveTo>
                  <a:lnTo>
                    <a:pt x="168820" y="37956"/>
                  </a:lnTo>
                  <a:lnTo>
                    <a:pt x="160627" y="36231"/>
                  </a:lnTo>
                  <a:lnTo>
                    <a:pt x="154805" y="19266"/>
                  </a:lnTo>
                  <a:lnTo>
                    <a:pt x="146037" y="0"/>
                  </a:lnTo>
                  <a:lnTo>
                    <a:pt x="132598" y="1725"/>
                  </a:lnTo>
                  <a:lnTo>
                    <a:pt x="124405" y="6398"/>
                  </a:lnTo>
                  <a:lnTo>
                    <a:pt x="113912" y="17468"/>
                  </a:lnTo>
                  <a:lnTo>
                    <a:pt x="102844" y="30911"/>
                  </a:lnTo>
                  <a:lnTo>
                    <a:pt x="91130" y="40832"/>
                  </a:lnTo>
                  <a:lnTo>
                    <a:pt x="77690" y="44354"/>
                  </a:lnTo>
                  <a:lnTo>
                    <a:pt x="59579" y="75337"/>
                  </a:lnTo>
                  <a:lnTo>
                    <a:pt x="54908" y="95753"/>
                  </a:lnTo>
                  <a:lnTo>
                    <a:pt x="55483" y="127312"/>
                  </a:lnTo>
                  <a:cubicBezTo>
                    <a:pt x="55483" y="127312"/>
                    <a:pt x="42618" y="135507"/>
                    <a:pt x="40893" y="136657"/>
                  </a:cubicBezTo>
                  <a:cubicBezTo>
                    <a:pt x="39168" y="137807"/>
                    <a:pt x="22782" y="144852"/>
                    <a:pt x="22782" y="144852"/>
                  </a:cubicBezTo>
                  <a:lnTo>
                    <a:pt x="16961" y="161817"/>
                  </a:lnTo>
                  <a:lnTo>
                    <a:pt x="16386" y="189853"/>
                  </a:lnTo>
                  <a:lnTo>
                    <a:pt x="25154" y="201571"/>
                  </a:lnTo>
                  <a:lnTo>
                    <a:pt x="27454" y="209191"/>
                  </a:lnTo>
                  <a:lnTo>
                    <a:pt x="24507" y="224934"/>
                  </a:lnTo>
                  <a:lnTo>
                    <a:pt x="7546" y="250022"/>
                  </a:lnTo>
                  <a:lnTo>
                    <a:pt x="5821" y="269288"/>
                  </a:lnTo>
                  <a:lnTo>
                    <a:pt x="0" y="281581"/>
                  </a:lnTo>
                  <a:lnTo>
                    <a:pt x="10493" y="292651"/>
                  </a:lnTo>
                  <a:lnTo>
                    <a:pt x="25657" y="297324"/>
                  </a:lnTo>
                  <a:cubicBezTo>
                    <a:pt x="25657" y="297324"/>
                    <a:pt x="27382" y="309041"/>
                    <a:pt x="28029" y="316014"/>
                  </a:cubicBezTo>
                  <a:cubicBezTo>
                    <a:pt x="28604" y="323059"/>
                    <a:pt x="30329" y="332405"/>
                    <a:pt x="30329" y="332405"/>
                  </a:cubicBezTo>
                  <a:lnTo>
                    <a:pt x="20411" y="370361"/>
                  </a:lnTo>
                  <a:lnTo>
                    <a:pt x="23932" y="372661"/>
                  </a:lnTo>
                  <a:lnTo>
                    <a:pt x="24507" y="382006"/>
                  </a:lnTo>
                  <a:lnTo>
                    <a:pt x="9918" y="422335"/>
                  </a:lnTo>
                  <a:lnTo>
                    <a:pt x="2875" y="456769"/>
                  </a:lnTo>
                  <a:lnTo>
                    <a:pt x="4025" y="476034"/>
                  </a:lnTo>
                  <a:lnTo>
                    <a:pt x="26807" y="502345"/>
                  </a:lnTo>
                  <a:lnTo>
                    <a:pt x="33850" y="500620"/>
                  </a:lnTo>
                  <a:cubicBezTo>
                    <a:pt x="33850" y="500620"/>
                    <a:pt x="42043" y="495372"/>
                    <a:pt x="42618" y="493575"/>
                  </a:cubicBezTo>
                  <a:cubicBezTo>
                    <a:pt x="43193" y="491849"/>
                    <a:pt x="47865" y="483654"/>
                    <a:pt x="49661" y="476609"/>
                  </a:cubicBezTo>
                  <a:cubicBezTo>
                    <a:pt x="51458" y="469565"/>
                    <a:pt x="55483" y="449724"/>
                    <a:pt x="59004" y="446201"/>
                  </a:cubicBezTo>
                  <a:cubicBezTo>
                    <a:pt x="62526" y="442679"/>
                    <a:pt x="75965" y="423988"/>
                    <a:pt x="75965" y="423988"/>
                  </a:cubicBezTo>
                  <a:lnTo>
                    <a:pt x="85883" y="384235"/>
                  </a:lnTo>
                  <a:lnTo>
                    <a:pt x="98748" y="330464"/>
                  </a:lnTo>
                  <a:lnTo>
                    <a:pt x="105144" y="319393"/>
                  </a:lnTo>
                  <a:lnTo>
                    <a:pt x="103419" y="307676"/>
                  </a:lnTo>
                  <a:lnTo>
                    <a:pt x="112187" y="293658"/>
                  </a:lnTo>
                  <a:lnTo>
                    <a:pt x="120955" y="277914"/>
                  </a:lnTo>
                  <a:lnTo>
                    <a:pt x="126202" y="261524"/>
                  </a:lnTo>
                  <a:lnTo>
                    <a:pt x="123902" y="239311"/>
                  </a:lnTo>
                  <a:lnTo>
                    <a:pt x="132095" y="226443"/>
                  </a:lnTo>
                  <a:lnTo>
                    <a:pt x="139138" y="220045"/>
                  </a:lnTo>
                  <a:cubicBezTo>
                    <a:pt x="139138" y="220045"/>
                    <a:pt x="138563" y="175619"/>
                    <a:pt x="138563" y="174757"/>
                  </a:cubicBezTo>
                  <a:cubicBezTo>
                    <a:pt x="138563" y="173894"/>
                    <a:pt x="140288" y="153119"/>
                    <a:pt x="140288" y="153119"/>
                  </a:cubicBezTo>
                  <a:lnTo>
                    <a:pt x="137629" y="144636"/>
                  </a:lnTo>
                  <a:lnTo>
                    <a:pt x="126848" y="141401"/>
                  </a:lnTo>
                  <a:lnTo>
                    <a:pt x="124189" y="134356"/>
                  </a:lnTo>
                  <a:lnTo>
                    <a:pt x="132095" y="132631"/>
                  </a:lnTo>
                  <a:cubicBezTo>
                    <a:pt x="132095" y="132631"/>
                    <a:pt x="136191" y="134356"/>
                    <a:pt x="140288" y="134069"/>
                  </a:cubicBezTo>
                  <a:cubicBezTo>
                    <a:pt x="144384" y="133781"/>
                    <a:pt x="152002" y="132344"/>
                    <a:pt x="152002" y="132344"/>
                  </a:cubicBezTo>
                  <a:lnTo>
                    <a:pt x="156386" y="129684"/>
                  </a:lnTo>
                  <a:cubicBezTo>
                    <a:pt x="156386" y="129684"/>
                    <a:pt x="156674" y="125586"/>
                    <a:pt x="156099" y="124724"/>
                  </a:cubicBezTo>
                  <a:cubicBezTo>
                    <a:pt x="155524" y="123861"/>
                    <a:pt x="145894" y="117679"/>
                    <a:pt x="145894" y="117679"/>
                  </a:cubicBezTo>
                  <a:lnTo>
                    <a:pt x="136263" y="113006"/>
                  </a:lnTo>
                  <a:lnTo>
                    <a:pt x="132167" y="110059"/>
                  </a:lnTo>
                  <a:lnTo>
                    <a:pt x="123974" y="103661"/>
                  </a:lnTo>
                  <a:lnTo>
                    <a:pt x="126273" y="98413"/>
                  </a:lnTo>
                  <a:lnTo>
                    <a:pt x="131520" y="98701"/>
                  </a:lnTo>
                  <a:lnTo>
                    <a:pt x="145247" y="110706"/>
                  </a:lnTo>
                  <a:cubicBezTo>
                    <a:pt x="145247" y="110706"/>
                    <a:pt x="150781" y="115378"/>
                    <a:pt x="152577" y="113941"/>
                  </a:cubicBezTo>
                  <a:cubicBezTo>
                    <a:pt x="154302" y="112503"/>
                    <a:pt x="155811" y="108693"/>
                    <a:pt x="155811" y="108693"/>
                  </a:cubicBezTo>
                  <a:lnTo>
                    <a:pt x="149703" y="99923"/>
                  </a:lnTo>
                  <a:lnTo>
                    <a:pt x="143306" y="94675"/>
                  </a:lnTo>
                  <a:lnTo>
                    <a:pt x="138060" y="87702"/>
                  </a:lnTo>
                  <a:lnTo>
                    <a:pt x="135688" y="81592"/>
                  </a:lnTo>
                  <a:lnTo>
                    <a:pt x="147403" y="76631"/>
                  </a:lnTo>
                  <a:lnTo>
                    <a:pt x="158758" y="74259"/>
                  </a:lnTo>
                  <a:lnTo>
                    <a:pt x="162567" y="71887"/>
                  </a:lnTo>
                  <a:lnTo>
                    <a:pt x="172772" y="63692"/>
                  </a:lnTo>
                  <a:lnTo>
                    <a:pt x="189446" y="60744"/>
                  </a:lnTo>
                  <a:lnTo>
                    <a:pt x="194405" y="62757"/>
                  </a:lnTo>
                  <a:cubicBezTo>
                    <a:pt x="194405" y="62757"/>
                    <a:pt x="194692" y="66855"/>
                    <a:pt x="197352" y="65705"/>
                  </a:cubicBezTo>
                  <a:cubicBezTo>
                    <a:pt x="200011" y="64554"/>
                    <a:pt x="205257" y="60457"/>
                    <a:pt x="205545" y="59594"/>
                  </a:cubicBezTo>
                  <a:cubicBezTo>
                    <a:pt x="205832" y="58732"/>
                    <a:pt x="204970" y="51399"/>
                    <a:pt x="203532" y="50249"/>
                  </a:cubicBezTo>
                  <a:cubicBezTo>
                    <a:pt x="202095" y="49099"/>
                    <a:pt x="185134" y="42629"/>
                    <a:pt x="185134" y="42629"/>
                  </a:cubicBezTo>
                  <a:close/>
                </a:path>
              </a:pathLst>
            </a:custGeom>
            <a:grpFill/>
            <a:ln w="7178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" name="Providencia">
              <a:extLst>
                <a:ext uri="{FF2B5EF4-FFF2-40B4-BE49-F238E27FC236}">
                  <a16:creationId xmlns:a16="http://schemas.microsoft.com/office/drawing/2014/main" id="{400EDDD4-2B0B-9915-2618-DA2B06D3BB85}"/>
                </a:ext>
              </a:extLst>
            </p:cNvPr>
            <p:cNvSpPr/>
            <p:nvPr/>
          </p:nvSpPr>
          <p:spPr>
            <a:xfrm>
              <a:off x="4685070" y="349787"/>
              <a:ext cx="189517" cy="266700"/>
            </a:xfrm>
            <a:custGeom>
              <a:avLst/>
              <a:gdLst>
                <a:gd name="connsiteX0" fmla="*/ 180319 w 189517"/>
                <a:gd name="connsiteY0" fmla="*/ 96616 h 266700"/>
                <a:gd name="connsiteX1" fmla="*/ 174785 w 189517"/>
                <a:gd name="connsiteY1" fmla="*/ 99276 h 266700"/>
                <a:gd name="connsiteX2" fmla="*/ 170401 w 189517"/>
                <a:gd name="connsiteY2" fmla="*/ 102511 h 266700"/>
                <a:gd name="connsiteX3" fmla="*/ 160483 w 189517"/>
                <a:gd name="connsiteY3" fmla="*/ 98413 h 266700"/>
                <a:gd name="connsiteX4" fmla="*/ 161345 w 189517"/>
                <a:gd name="connsiteY4" fmla="*/ 85545 h 266700"/>
                <a:gd name="connsiteX5" fmla="*/ 159908 w 189517"/>
                <a:gd name="connsiteY5" fmla="*/ 76775 h 266700"/>
                <a:gd name="connsiteX6" fmla="*/ 152865 w 189517"/>
                <a:gd name="connsiteY6" fmla="*/ 65417 h 266700"/>
                <a:gd name="connsiteX7" fmla="*/ 158111 w 189517"/>
                <a:gd name="connsiteY7" fmla="*/ 54634 h 266700"/>
                <a:gd name="connsiteX8" fmla="*/ 163933 w 189517"/>
                <a:gd name="connsiteY8" fmla="*/ 49961 h 266700"/>
                <a:gd name="connsiteX9" fmla="*/ 168604 w 189517"/>
                <a:gd name="connsiteY9" fmla="*/ 39753 h 266700"/>
                <a:gd name="connsiteX10" fmla="*/ 166304 w 189517"/>
                <a:gd name="connsiteY10" fmla="*/ 30983 h 266700"/>
                <a:gd name="connsiteX11" fmla="*/ 150852 w 189517"/>
                <a:gd name="connsiteY11" fmla="*/ 27461 h 266700"/>
                <a:gd name="connsiteX12" fmla="*/ 140935 w 189517"/>
                <a:gd name="connsiteY12" fmla="*/ 25160 h 266700"/>
                <a:gd name="connsiteX13" fmla="*/ 138275 w 189517"/>
                <a:gd name="connsiteY13" fmla="*/ 17253 h 266700"/>
                <a:gd name="connsiteX14" fmla="*/ 136551 w 189517"/>
                <a:gd name="connsiteY14" fmla="*/ 7045 h 266700"/>
                <a:gd name="connsiteX15" fmla="*/ 125483 w 189517"/>
                <a:gd name="connsiteY15" fmla="*/ 0 h 266700"/>
                <a:gd name="connsiteX16" fmla="*/ 123183 w 189517"/>
                <a:gd name="connsiteY16" fmla="*/ 2013 h 266700"/>
                <a:gd name="connsiteX17" fmla="*/ 120811 w 189517"/>
                <a:gd name="connsiteY17" fmla="*/ 6398 h 266700"/>
                <a:gd name="connsiteX18" fmla="*/ 119374 w 189517"/>
                <a:gd name="connsiteY18" fmla="*/ 11933 h 266700"/>
                <a:gd name="connsiteX19" fmla="*/ 108019 w 189517"/>
                <a:gd name="connsiteY19" fmla="*/ 16893 h 266700"/>
                <a:gd name="connsiteX20" fmla="*/ 103635 w 189517"/>
                <a:gd name="connsiteY20" fmla="*/ 22716 h 266700"/>
                <a:gd name="connsiteX21" fmla="*/ 106869 w 189517"/>
                <a:gd name="connsiteY21" fmla="*/ 41982 h 266700"/>
                <a:gd name="connsiteX22" fmla="*/ 107156 w 189517"/>
                <a:gd name="connsiteY22" fmla="*/ 52765 h 266700"/>
                <a:gd name="connsiteX23" fmla="*/ 100760 w 189517"/>
                <a:gd name="connsiteY23" fmla="*/ 60672 h 266700"/>
                <a:gd name="connsiteX24" fmla="*/ 86746 w 189517"/>
                <a:gd name="connsiteY24" fmla="*/ 63332 h 266700"/>
                <a:gd name="connsiteX25" fmla="*/ 74744 w 189517"/>
                <a:gd name="connsiteY25" fmla="*/ 62470 h 266700"/>
                <a:gd name="connsiteX26" fmla="*/ 65688 w 189517"/>
                <a:gd name="connsiteY26" fmla="*/ 56934 h 266700"/>
                <a:gd name="connsiteX27" fmla="*/ 56633 w 189517"/>
                <a:gd name="connsiteY27" fmla="*/ 57797 h 266700"/>
                <a:gd name="connsiteX28" fmla="*/ 48440 w 189517"/>
                <a:gd name="connsiteY28" fmla="*/ 64770 h 266700"/>
                <a:gd name="connsiteX29" fmla="*/ 36437 w 189517"/>
                <a:gd name="connsiteY29" fmla="*/ 71455 h 266700"/>
                <a:gd name="connsiteX30" fmla="*/ 31766 w 189517"/>
                <a:gd name="connsiteY30" fmla="*/ 83173 h 266700"/>
                <a:gd name="connsiteX31" fmla="*/ 22998 w 189517"/>
                <a:gd name="connsiteY31" fmla="*/ 94891 h 266700"/>
                <a:gd name="connsiteX32" fmla="*/ 17464 w 189517"/>
                <a:gd name="connsiteY32" fmla="*/ 105386 h 266700"/>
                <a:gd name="connsiteX33" fmla="*/ 13080 w 189517"/>
                <a:gd name="connsiteY33" fmla="*/ 113581 h 266700"/>
                <a:gd name="connsiteX34" fmla="*/ 13080 w 189517"/>
                <a:gd name="connsiteY34" fmla="*/ 153622 h 266700"/>
                <a:gd name="connsiteX35" fmla="*/ 11068 w 189517"/>
                <a:gd name="connsiteY35" fmla="*/ 161530 h 266700"/>
                <a:gd name="connsiteX36" fmla="*/ 6396 w 189517"/>
                <a:gd name="connsiteY36" fmla="*/ 169150 h 266700"/>
                <a:gd name="connsiteX37" fmla="*/ 0 w 189517"/>
                <a:gd name="connsiteY37" fmla="*/ 177345 h 266700"/>
                <a:gd name="connsiteX38" fmla="*/ 862 w 189517"/>
                <a:gd name="connsiteY38" fmla="*/ 184390 h 266700"/>
                <a:gd name="connsiteX39" fmla="*/ 8481 w 189517"/>
                <a:gd name="connsiteY39" fmla="*/ 191075 h 266700"/>
                <a:gd name="connsiteX40" fmla="*/ 14302 w 189517"/>
                <a:gd name="connsiteY40" fmla="*/ 199845 h 266700"/>
                <a:gd name="connsiteX41" fmla="*/ 16674 w 189517"/>
                <a:gd name="connsiteY41" fmla="*/ 209766 h 266700"/>
                <a:gd name="connsiteX42" fmla="*/ 15524 w 189517"/>
                <a:gd name="connsiteY42" fmla="*/ 225509 h 266700"/>
                <a:gd name="connsiteX43" fmla="*/ 14949 w 189517"/>
                <a:gd name="connsiteY43" fmla="*/ 231332 h 266700"/>
                <a:gd name="connsiteX44" fmla="*/ 13799 w 189517"/>
                <a:gd name="connsiteY44" fmla="*/ 243624 h 266700"/>
                <a:gd name="connsiteX45" fmla="*/ 23142 w 189517"/>
                <a:gd name="connsiteY45" fmla="*/ 257930 h 266700"/>
                <a:gd name="connsiteX46" fmla="*/ 30472 w 189517"/>
                <a:gd name="connsiteY46" fmla="*/ 266700 h 266700"/>
                <a:gd name="connsiteX47" fmla="*/ 43624 w 189517"/>
                <a:gd name="connsiteY47" fmla="*/ 262602 h 266700"/>
                <a:gd name="connsiteX48" fmla="*/ 53830 w 189517"/>
                <a:gd name="connsiteY48" fmla="*/ 256492 h 266700"/>
                <a:gd name="connsiteX49" fmla="*/ 68707 w 189517"/>
                <a:gd name="connsiteY49" fmla="*/ 256780 h 266700"/>
                <a:gd name="connsiteX50" fmla="*/ 81284 w 189517"/>
                <a:gd name="connsiteY50" fmla="*/ 247434 h 266700"/>
                <a:gd name="connsiteX51" fmla="*/ 97023 w 189517"/>
                <a:gd name="connsiteY51" fmla="*/ 223496 h 266700"/>
                <a:gd name="connsiteX52" fmla="*/ 110175 w 189517"/>
                <a:gd name="connsiteY52" fmla="*/ 208615 h 266700"/>
                <a:gd name="connsiteX53" fmla="*/ 121530 w 189517"/>
                <a:gd name="connsiteY53" fmla="*/ 210341 h 266700"/>
                <a:gd name="connsiteX54" fmla="*/ 143450 w 189517"/>
                <a:gd name="connsiteY54" fmla="*/ 206531 h 266700"/>
                <a:gd name="connsiteX55" fmla="*/ 149846 w 189517"/>
                <a:gd name="connsiteY55" fmla="*/ 193088 h 266700"/>
                <a:gd name="connsiteX56" fmla="*/ 154518 w 189517"/>
                <a:gd name="connsiteY56" fmla="*/ 176698 h 266700"/>
                <a:gd name="connsiteX57" fmla="*/ 155093 w 189517"/>
                <a:gd name="connsiteY57" fmla="*/ 153910 h 266700"/>
                <a:gd name="connsiteX58" fmla="*/ 161777 w 189517"/>
                <a:gd name="connsiteY58" fmla="*/ 127024 h 266700"/>
                <a:gd name="connsiteX59" fmla="*/ 182834 w 189517"/>
                <a:gd name="connsiteY59" fmla="*/ 119116 h 266700"/>
                <a:gd name="connsiteX60" fmla="*/ 188081 w 189517"/>
                <a:gd name="connsiteY60" fmla="*/ 109484 h 266700"/>
                <a:gd name="connsiteX61" fmla="*/ 189518 w 189517"/>
                <a:gd name="connsiteY61" fmla="*/ 99276 h 266700"/>
                <a:gd name="connsiteX62" fmla="*/ 180462 w 189517"/>
                <a:gd name="connsiteY62" fmla="*/ 96616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89517" h="266700">
                  <a:moveTo>
                    <a:pt x="180319" y="96616"/>
                  </a:moveTo>
                  <a:lnTo>
                    <a:pt x="174785" y="99276"/>
                  </a:lnTo>
                  <a:lnTo>
                    <a:pt x="170401" y="102511"/>
                  </a:lnTo>
                  <a:lnTo>
                    <a:pt x="160483" y="98413"/>
                  </a:lnTo>
                  <a:lnTo>
                    <a:pt x="161345" y="85545"/>
                  </a:lnTo>
                  <a:lnTo>
                    <a:pt x="159908" y="76775"/>
                  </a:lnTo>
                  <a:lnTo>
                    <a:pt x="152865" y="65417"/>
                  </a:lnTo>
                  <a:lnTo>
                    <a:pt x="158111" y="54634"/>
                  </a:lnTo>
                  <a:lnTo>
                    <a:pt x="163933" y="49961"/>
                  </a:lnTo>
                  <a:lnTo>
                    <a:pt x="168604" y="39753"/>
                  </a:lnTo>
                  <a:lnTo>
                    <a:pt x="166304" y="30983"/>
                  </a:lnTo>
                  <a:lnTo>
                    <a:pt x="150852" y="27461"/>
                  </a:lnTo>
                  <a:lnTo>
                    <a:pt x="140935" y="25160"/>
                  </a:lnTo>
                  <a:lnTo>
                    <a:pt x="138275" y="17253"/>
                  </a:lnTo>
                  <a:lnTo>
                    <a:pt x="136551" y="7045"/>
                  </a:lnTo>
                  <a:lnTo>
                    <a:pt x="125483" y="0"/>
                  </a:lnTo>
                  <a:lnTo>
                    <a:pt x="123183" y="2013"/>
                  </a:lnTo>
                  <a:lnTo>
                    <a:pt x="120811" y="6398"/>
                  </a:lnTo>
                  <a:lnTo>
                    <a:pt x="119374" y="11933"/>
                  </a:lnTo>
                  <a:lnTo>
                    <a:pt x="108019" y="16893"/>
                  </a:lnTo>
                  <a:lnTo>
                    <a:pt x="103635" y="22716"/>
                  </a:lnTo>
                  <a:lnTo>
                    <a:pt x="106869" y="41982"/>
                  </a:lnTo>
                  <a:lnTo>
                    <a:pt x="107156" y="52765"/>
                  </a:lnTo>
                  <a:lnTo>
                    <a:pt x="100760" y="60672"/>
                  </a:lnTo>
                  <a:lnTo>
                    <a:pt x="86746" y="63332"/>
                  </a:lnTo>
                  <a:lnTo>
                    <a:pt x="74744" y="62470"/>
                  </a:lnTo>
                  <a:lnTo>
                    <a:pt x="65688" y="56934"/>
                  </a:lnTo>
                  <a:lnTo>
                    <a:pt x="56633" y="57797"/>
                  </a:lnTo>
                  <a:lnTo>
                    <a:pt x="48440" y="64770"/>
                  </a:lnTo>
                  <a:lnTo>
                    <a:pt x="36437" y="71455"/>
                  </a:lnTo>
                  <a:lnTo>
                    <a:pt x="31766" y="83173"/>
                  </a:lnTo>
                  <a:cubicBezTo>
                    <a:pt x="31766" y="83173"/>
                    <a:pt x="24435" y="93668"/>
                    <a:pt x="22998" y="94891"/>
                  </a:cubicBezTo>
                  <a:cubicBezTo>
                    <a:pt x="21561" y="96041"/>
                    <a:pt x="17464" y="105386"/>
                    <a:pt x="17464" y="105386"/>
                  </a:cubicBezTo>
                  <a:lnTo>
                    <a:pt x="13080" y="113581"/>
                  </a:lnTo>
                  <a:lnTo>
                    <a:pt x="13080" y="153622"/>
                  </a:lnTo>
                  <a:lnTo>
                    <a:pt x="11068" y="161530"/>
                  </a:lnTo>
                  <a:lnTo>
                    <a:pt x="6396" y="169150"/>
                  </a:lnTo>
                  <a:lnTo>
                    <a:pt x="0" y="177345"/>
                  </a:lnTo>
                  <a:lnTo>
                    <a:pt x="862" y="184390"/>
                  </a:lnTo>
                  <a:lnTo>
                    <a:pt x="8481" y="191075"/>
                  </a:lnTo>
                  <a:lnTo>
                    <a:pt x="14302" y="199845"/>
                  </a:lnTo>
                  <a:cubicBezTo>
                    <a:pt x="14302" y="199845"/>
                    <a:pt x="16674" y="203943"/>
                    <a:pt x="16674" y="209766"/>
                  </a:cubicBezTo>
                  <a:cubicBezTo>
                    <a:pt x="16674" y="215589"/>
                    <a:pt x="15524" y="225509"/>
                    <a:pt x="15524" y="225509"/>
                  </a:cubicBezTo>
                  <a:lnTo>
                    <a:pt x="14949" y="231332"/>
                  </a:lnTo>
                  <a:cubicBezTo>
                    <a:pt x="14949" y="231332"/>
                    <a:pt x="13224" y="241540"/>
                    <a:pt x="13799" y="243624"/>
                  </a:cubicBezTo>
                  <a:cubicBezTo>
                    <a:pt x="14374" y="245637"/>
                    <a:pt x="23142" y="257930"/>
                    <a:pt x="23142" y="257930"/>
                  </a:cubicBezTo>
                  <a:lnTo>
                    <a:pt x="30472" y="266700"/>
                  </a:lnTo>
                  <a:lnTo>
                    <a:pt x="43624" y="262602"/>
                  </a:lnTo>
                  <a:lnTo>
                    <a:pt x="53830" y="256492"/>
                  </a:lnTo>
                  <a:lnTo>
                    <a:pt x="68707" y="256780"/>
                  </a:lnTo>
                  <a:lnTo>
                    <a:pt x="81284" y="247434"/>
                  </a:lnTo>
                  <a:lnTo>
                    <a:pt x="97023" y="223496"/>
                  </a:lnTo>
                  <a:lnTo>
                    <a:pt x="110175" y="208615"/>
                  </a:lnTo>
                  <a:lnTo>
                    <a:pt x="121530" y="210341"/>
                  </a:lnTo>
                  <a:lnTo>
                    <a:pt x="143450" y="206531"/>
                  </a:lnTo>
                  <a:lnTo>
                    <a:pt x="149846" y="193088"/>
                  </a:lnTo>
                  <a:lnTo>
                    <a:pt x="154518" y="176698"/>
                  </a:lnTo>
                  <a:lnTo>
                    <a:pt x="155093" y="153910"/>
                  </a:lnTo>
                  <a:lnTo>
                    <a:pt x="161777" y="127024"/>
                  </a:lnTo>
                  <a:lnTo>
                    <a:pt x="182834" y="119116"/>
                  </a:lnTo>
                  <a:lnTo>
                    <a:pt x="188081" y="109484"/>
                  </a:lnTo>
                  <a:lnTo>
                    <a:pt x="189518" y="99276"/>
                  </a:lnTo>
                  <a:lnTo>
                    <a:pt x="180462" y="96616"/>
                  </a:lnTo>
                  <a:close/>
                </a:path>
              </a:pathLst>
            </a:custGeom>
            <a:grpFill/>
            <a:ln w="7178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890905F5-733E-E8E6-B1E8-47C8802EE82D}"/>
                </a:ext>
              </a:extLst>
            </p:cNvPr>
            <p:cNvSpPr/>
            <p:nvPr/>
          </p:nvSpPr>
          <p:spPr>
            <a:xfrm>
              <a:off x="4747380" y="313628"/>
              <a:ext cx="48870" cy="54058"/>
            </a:xfrm>
            <a:custGeom>
              <a:avLst/>
              <a:gdLst>
                <a:gd name="connsiteX0" fmla="*/ 18111 w 48870"/>
                <a:gd name="connsiteY0" fmla="*/ 54059 h 54058"/>
                <a:gd name="connsiteX1" fmla="*/ 29826 w 48870"/>
                <a:gd name="connsiteY1" fmla="*/ 52334 h 54058"/>
                <a:gd name="connsiteX2" fmla="*/ 41037 w 48870"/>
                <a:gd name="connsiteY2" fmla="*/ 48667 h 54058"/>
                <a:gd name="connsiteX3" fmla="*/ 48008 w 48870"/>
                <a:gd name="connsiteY3" fmla="*/ 42126 h 54058"/>
                <a:gd name="connsiteX4" fmla="*/ 48871 w 48870"/>
                <a:gd name="connsiteY4" fmla="*/ 33931 h 54058"/>
                <a:gd name="connsiteX5" fmla="*/ 43912 w 48870"/>
                <a:gd name="connsiteY5" fmla="*/ 25879 h 54058"/>
                <a:gd name="connsiteX6" fmla="*/ 39240 w 48870"/>
                <a:gd name="connsiteY6" fmla="*/ 17828 h 54058"/>
                <a:gd name="connsiteX7" fmla="*/ 42187 w 48870"/>
                <a:gd name="connsiteY7" fmla="*/ 10639 h 54058"/>
                <a:gd name="connsiteX8" fmla="*/ 42331 w 48870"/>
                <a:gd name="connsiteY8" fmla="*/ 5248 h 54058"/>
                <a:gd name="connsiteX9" fmla="*/ 38090 w 48870"/>
                <a:gd name="connsiteY9" fmla="*/ 0 h 54058"/>
                <a:gd name="connsiteX10" fmla="*/ 23645 w 48870"/>
                <a:gd name="connsiteY10" fmla="*/ 3379 h 54058"/>
                <a:gd name="connsiteX11" fmla="*/ 1437 w 48870"/>
                <a:gd name="connsiteY11" fmla="*/ 12868 h 54058"/>
                <a:gd name="connsiteX12" fmla="*/ 0 w 48870"/>
                <a:gd name="connsiteY12" fmla="*/ 23363 h 54058"/>
                <a:gd name="connsiteX13" fmla="*/ 1725 w 48870"/>
                <a:gd name="connsiteY13" fmla="*/ 37094 h 54058"/>
                <a:gd name="connsiteX14" fmla="*/ 18111 w 48870"/>
                <a:gd name="connsiteY14" fmla="*/ 54059 h 54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870" h="54058">
                  <a:moveTo>
                    <a:pt x="18111" y="54059"/>
                  </a:moveTo>
                  <a:lnTo>
                    <a:pt x="29826" y="52334"/>
                  </a:lnTo>
                  <a:lnTo>
                    <a:pt x="41037" y="48667"/>
                  </a:lnTo>
                  <a:lnTo>
                    <a:pt x="48008" y="42126"/>
                  </a:lnTo>
                  <a:lnTo>
                    <a:pt x="48871" y="33931"/>
                  </a:lnTo>
                  <a:lnTo>
                    <a:pt x="43912" y="25879"/>
                  </a:lnTo>
                  <a:lnTo>
                    <a:pt x="39240" y="17828"/>
                  </a:lnTo>
                  <a:cubicBezTo>
                    <a:pt x="39240" y="17828"/>
                    <a:pt x="42043" y="11430"/>
                    <a:pt x="42187" y="10639"/>
                  </a:cubicBezTo>
                  <a:cubicBezTo>
                    <a:pt x="42331" y="9849"/>
                    <a:pt x="42331" y="5248"/>
                    <a:pt x="42331" y="5248"/>
                  </a:cubicBezTo>
                  <a:lnTo>
                    <a:pt x="38090" y="0"/>
                  </a:lnTo>
                  <a:lnTo>
                    <a:pt x="23645" y="3379"/>
                  </a:lnTo>
                  <a:lnTo>
                    <a:pt x="1437" y="12868"/>
                  </a:lnTo>
                  <a:lnTo>
                    <a:pt x="0" y="23363"/>
                  </a:lnTo>
                  <a:lnTo>
                    <a:pt x="1725" y="37094"/>
                  </a:lnTo>
                  <a:cubicBezTo>
                    <a:pt x="1725" y="37094"/>
                    <a:pt x="17752" y="53628"/>
                    <a:pt x="18111" y="54059"/>
                  </a:cubicBezTo>
                  <a:close/>
                </a:path>
              </a:pathLst>
            </a:custGeom>
            <a:grpFill/>
            <a:ln w="7178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4" name="La Guajira">
              <a:extLst>
                <a:ext uri="{FF2B5EF4-FFF2-40B4-BE49-F238E27FC236}">
                  <a16:creationId xmlns:a16="http://schemas.microsoft.com/office/drawing/2014/main" id="{9BDF7E2F-A494-9B83-D858-52E1172C582B}"/>
                </a:ext>
              </a:extLst>
            </p:cNvPr>
            <p:cNvSpPr/>
            <p:nvPr/>
          </p:nvSpPr>
          <p:spPr>
            <a:xfrm>
              <a:off x="6165782" y="36216"/>
              <a:ext cx="1044091" cy="843879"/>
            </a:xfrm>
            <a:custGeom>
              <a:avLst/>
              <a:gdLst>
                <a:gd name="connsiteX0" fmla="*/ 18398 w 1044091"/>
                <a:gd name="connsiteY0" fmla="*/ 526786 h 843879"/>
                <a:gd name="connsiteX1" fmla="*/ 0 w 1044091"/>
                <a:gd name="connsiteY1" fmla="*/ 632963 h 843879"/>
                <a:gd name="connsiteX2" fmla="*/ 20411 w 1044091"/>
                <a:gd name="connsiteY2" fmla="*/ 660496 h 843879"/>
                <a:gd name="connsiteX3" fmla="*/ 112259 w 1044091"/>
                <a:gd name="connsiteY3" fmla="*/ 648275 h 843879"/>
                <a:gd name="connsiteX4" fmla="*/ 170473 w 1044091"/>
                <a:gd name="connsiteY4" fmla="*/ 643171 h 843879"/>
                <a:gd name="connsiteX5" fmla="*/ 170473 w 1044091"/>
                <a:gd name="connsiteY5" fmla="*/ 656470 h 843879"/>
                <a:gd name="connsiteX6" fmla="*/ 161273 w 1044091"/>
                <a:gd name="connsiteY6" fmla="*/ 697302 h 843879"/>
                <a:gd name="connsiteX7" fmla="*/ 175575 w 1044091"/>
                <a:gd name="connsiteY7" fmla="*/ 698308 h 843879"/>
                <a:gd name="connsiteX8" fmla="*/ 196992 w 1044091"/>
                <a:gd name="connsiteY8" fmla="*/ 699315 h 843879"/>
                <a:gd name="connsiteX9" fmla="*/ 211294 w 1044091"/>
                <a:gd name="connsiteY9" fmla="*/ 715633 h 843879"/>
                <a:gd name="connsiteX10" fmla="*/ 241910 w 1044091"/>
                <a:gd name="connsiteY10" fmla="*/ 728932 h 843879"/>
                <a:gd name="connsiteX11" fmla="*/ 233717 w 1044091"/>
                <a:gd name="connsiteY11" fmla="*/ 748342 h 843879"/>
                <a:gd name="connsiteX12" fmla="*/ 210216 w 1044091"/>
                <a:gd name="connsiteY12" fmla="*/ 777959 h 843879"/>
                <a:gd name="connsiteX13" fmla="*/ 200011 w 1044091"/>
                <a:gd name="connsiteY13" fmla="*/ 806570 h 843879"/>
                <a:gd name="connsiteX14" fmla="*/ 211222 w 1044091"/>
                <a:gd name="connsiteY14" fmla="*/ 826986 h 843879"/>
                <a:gd name="connsiteX15" fmla="*/ 221428 w 1044091"/>
                <a:gd name="connsiteY15" fmla="*/ 833096 h 843879"/>
                <a:gd name="connsiteX16" fmla="*/ 255134 w 1044091"/>
                <a:gd name="connsiteY16" fmla="*/ 828999 h 843879"/>
                <a:gd name="connsiteX17" fmla="*/ 320463 w 1044091"/>
                <a:gd name="connsiteY17" fmla="*/ 834102 h 843879"/>
                <a:gd name="connsiteX18" fmla="*/ 341161 w 1044091"/>
                <a:gd name="connsiteY18" fmla="*/ 843879 h 843879"/>
                <a:gd name="connsiteX19" fmla="*/ 348348 w 1044091"/>
                <a:gd name="connsiteY19" fmla="*/ 801753 h 843879"/>
                <a:gd name="connsiteX20" fmla="*/ 408214 w 1044091"/>
                <a:gd name="connsiteY20" fmla="*/ 701040 h 843879"/>
                <a:gd name="connsiteX21" fmla="*/ 424529 w 1044091"/>
                <a:gd name="connsiteY21" fmla="*/ 652013 h 843879"/>
                <a:gd name="connsiteX22" fmla="*/ 474909 w 1044091"/>
                <a:gd name="connsiteY22" fmla="*/ 608450 h 843879"/>
                <a:gd name="connsiteX23" fmla="*/ 492588 w 1044091"/>
                <a:gd name="connsiteY23" fmla="*/ 543105 h 843879"/>
                <a:gd name="connsiteX24" fmla="*/ 596007 w 1044091"/>
                <a:gd name="connsiteY24" fmla="*/ 528152 h 843879"/>
                <a:gd name="connsiteX25" fmla="*/ 700792 w 1044091"/>
                <a:gd name="connsiteY25" fmla="*/ 311701 h 843879"/>
                <a:gd name="connsiteX26" fmla="*/ 953914 w 1044091"/>
                <a:gd name="connsiteY26" fmla="*/ 240893 h 843879"/>
                <a:gd name="connsiteX27" fmla="*/ 998832 w 1044091"/>
                <a:gd name="connsiteY27" fmla="*/ 194598 h 843879"/>
                <a:gd name="connsiteX28" fmla="*/ 1043750 w 1044091"/>
                <a:gd name="connsiteY28" fmla="*/ 182377 h 843879"/>
                <a:gd name="connsiteX29" fmla="*/ 1042384 w 1044091"/>
                <a:gd name="connsiteY29" fmla="*/ 145643 h 843879"/>
                <a:gd name="connsiteX30" fmla="*/ 1007025 w 1044091"/>
                <a:gd name="connsiteY30" fmla="*/ 78932 h 843879"/>
                <a:gd name="connsiteX31" fmla="*/ 996173 w 1044091"/>
                <a:gd name="connsiteY31" fmla="*/ 43563 h 843879"/>
                <a:gd name="connsiteX32" fmla="*/ 902240 w 1044091"/>
                <a:gd name="connsiteY32" fmla="*/ 16318 h 843879"/>
                <a:gd name="connsiteX33" fmla="*/ 842374 w 1044091"/>
                <a:gd name="connsiteY33" fmla="*/ 0 h 843879"/>
                <a:gd name="connsiteX34" fmla="*/ 800187 w 1044091"/>
                <a:gd name="connsiteY34" fmla="*/ 21782 h 843879"/>
                <a:gd name="connsiteX35" fmla="*/ 770217 w 1044091"/>
                <a:gd name="connsiteY35" fmla="*/ 34002 h 843879"/>
                <a:gd name="connsiteX36" fmla="*/ 748441 w 1044091"/>
                <a:gd name="connsiteY36" fmla="*/ 34002 h 843879"/>
                <a:gd name="connsiteX37" fmla="*/ 729396 w 1044091"/>
                <a:gd name="connsiteY37" fmla="*/ 42198 h 843879"/>
                <a:gd name="connsiteX38" fmla="*/ 728030 w 1044091"/>
                <a:gd name="connsiteY38" fmla="*/ 73540 h 843879"/>
                <a:gd name="connsiteX39" fmla="*/ 744344 w 1044091"/>
                <a:gd name="connsiteY39" fmla="*/ 92590 h 843879"/>
                <a:gd name="connsiteX40" fmla="*/ 725299 w 1044091"/>
                <a:gd name="connsiteY40" fmla="*/ 115738 h 843879"/>
                <a:gd name="connsiteX41" fmla="*/ 700792 w 1044091"/>
                <a:gd name="connsiteY41" fmla="*/ 117104 h 843879"/>
                <a:gd name="connsiteX42" fmla="*/ 698061 w 1044091"/>
                <a:gd name="connsiteY42" fmla="*/ 89858 h 843879"/>
                <a:gd name="connsiteX43" fmla="*/ 699427 w 1044091"/>
                <a:gd name="connsiteY43" fmla="*/ 73540 h 843879"/>
                <a:gd name="connsiteX44" fmla="*/ 662702 w 1044091"/>
                <a:gd name="connsiteY44" fmla="*/ 81735 h 843879"/>
                <a:gd name="connsiteX45" fmla="*/ 621880 w 1044091"/>
                <a:gd name="connsiteY45" fmla="*/ 81735 h 843879"/>
                <a:gd name="connsiteX46" fmla="*/ 621880 w 1044091"/>
                <a:gd name="connsiteY46" fmla="*/ 119835 h 843879"/>
                <a:gd name="connsiteX47" fmla="*/ 617784 w 1044091"/>
                <a:gd name="connsiteY47" fmla="*/ 196035 h 843879"/>
                <a:gd name="connsiteX48" fmla="*/ 582424 w 1044091"/>
                <a:gd name="connsiteY48" fmla="*/ 238233 h 843879"/>
                <a:gd name="connsiteX49" fmla="*/ 446305 w 1044091"/>
                <a:gd name="connsiteY49" fmla="*/ 274967 h 843879"/>
                <a:gd name="connsiteX50" fmla="*/ 363296 w 1044091"/>
                <a:gd name="connsiteY50" fmla="*/ 295383 h 843879"/>
                <a:gd name="connsiteX51" fmla="*/ 300699 w 1044091"/>
                <a:gd name="connsiteY51" fmla="*/ 359362 h 843879"/>
                <a:gd name="connsiteX52" fmla="*/ 216325 w 1044091"/>
                <a:gd name="connsiteY52" fmla="*/ 424707 h 843879"/>
                <a:gd name="connsiteX53" fmla="*/ 136047 w 1044091"/>
                <a:gd name="connsiteY53" fmla="*/ 469636 h 843879"/>
                <a:gd name="connsiteX54" fmla="*/ 51674 w 1044091"/>
                <a:gd name="connsiteY54" fmla="*/ 484589 h 843879"/>
                <a:gd name="connsiteX55" fmla="*/ 43984 w 1044091"/>
                <a:gd name="connsiteY55" fmla="*/ 484373 h 843879"/>
                <a:gd name="connsiteX56" fmla="*/ 42762 w 1044091"/>
                <a:gd name="connsiteY56" fmla="*/ 490052 h 843879"/>
                <a:gd name="connsiteX57" fmla="*/ 18255 w 1044091"/>
                <a:gd name="connsiteY57" fmla="*/ 526786 h 843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044091" h="843879">
                  <a:moveTo>
                    <a:pt x="18398" y="526786"/>
                  </a:moveTo>
                  <a:lnTo>
                    <a:pt x="0" y="632963"/>
                  </a:lnTo>
                  <a:lnTo>
                    <a:pt x="20411" y="660496"/>
                  </a:lnTo>
                  <a:lnTo>
                    <a:pt x="112259" y="648275"/>
                  </a:lnTo>
                  <a:lnTo>
                    <a:pt x="170473" y="643171"/>
                  </a:lnTo>
                  <a:lnTo>
                    <a:pt x="170473" y="656470"/>
                  </a:lnTo>
                  <a:lnTo>
                    <a:pt x="161273" y="697302"/>
                  </a:lnTo>
                  <a:lnTo>
                    <a:pt x="175575" y="698308"/>
                  </a:lnTo>
                  <a:lnTo>
                    <a:pt x="196992" y="699315"/>
                  </a:lnTo>
                  <a:lnTo>
                    <a:pt x="211294" y="715633"/>
                  </a:lnTo>
                  <a:lnTo>
                    <a:pt x="241910" y="728932"/>
                  </a:lnTo>
                  <a:cubicBezTo>
                    <a:pt x="241910" y="728932"/>
                    <a:pt x="242916" y="739140"/>
                    <a:pt x="233717" y="748342"/>
                  </a:cubicBezTo>
                  <a:cubicBezTo>
                    <a:pt x="224518" y="757543"/>
                    <a:pt x="210216" y="777959"/>
                    <a:pt x="210216" y="777959"/>
                  </a:cubicBezTo>
                  <a:lnTo>
                    <a:pt x="200011" y="806570"/>
                  </a:lnTo>
                  <a:lnTo>
                    <a:pt x="211222" y="826986"/>
                  </a:lnTo>
                  <a:lnTo>
                    <a:pt x="221428" y="833096"/>
                  </a:lnTo>
                  <a:lnTo>
                    <a:pt x="255134" y="828999"/>
                  </a:lnTo>
                  <a:lnTo>
                    <a:pt x="320463" y="834102"/>
                  </a:lnTo>
                  <a:lnTo>
                    <a:pt x="341161" y="843879"/>
                  </a:lnTo>
                  <a:lnTo>
                    <a:pt x="348348" y="801753"/>
                  </a:lnTo>
                  <a:lnTo>
                    <a:pt x="408214" y="701040"/>
                  </a:lnTo>
                  <a:cubicBezTo>
                    <a:pt x="408214" y="701040"/>
                    <a:pt x="420432" y="656111"/>
                    <a:pt x="424529" y="652013"/>
                  </a:cubicBezTo>
                  <a:cubicBezTo>
                    <a:pt x="428625" y="647916"/>
                    <a:pt x="474909" y="608450"/>
                    <a:pt x="474909" y="608450"/>
                  </a:cubicBezTo>
                  <a:cubicBezTo>
                    <a:pt x="474909" y="608450"/>
                    <a:pt x="488492" y="543105"/>
                    <a:pt x="492588" y="543105"/>
                  </a:cubicBezTo>
                  <a:cubicBezTo>
                    <a:pt x="496685" y="543105"/>
                    <a:pt x="596007" y="528152"/>
                    <a:pt x="596007" y="528152"/>
                  </a:cubicBezTo>
                  <a:lnTo>
                    <a:pt x="700792" y="311701"/>
                  </a:lnTo>
                  <a:lnTo>
                    <a:pt x="953914" y="240893"/>
                  </a:lnTo>
                  <a:lnTo>
                    <a:pt x="998832" y="194598"/>
                  </a:lnTo>
                  <a:lnTo>
                    <a:pt x="1043750" y="182377"/>
                  </a:lnTo>
                  <a:cubicBezTo>
                    <a:pt x="1043750" y="182377"/>
                    <a:pt x="1045115" y="153766"/>
                    <a:pt x="1042384" y="145643"/>
                  </a:cubicBezTo>
                  <a:cubicBezTo>
                    <a:pt x="1039653" y="137448"/>
                    <a:pt x="1007025" y="78932"/>
                    <a:pt x="1007025" y="78932"/>
                  </a:cubicBezTo>
                  <a:lnTo>
                    <a:pt x="996173" y="43563"/>
                  </a:lnTo>
                  <a:lnTo>
                    <a:pt x="902240" y="16318"/>
                  </a:lnTo>
                  <a:lnTo>
                    <a:pt x="842374" y="0"/>
                  </a:lnTo>
                  <a:lnTo>
                    <a:pt x="800187" y="21782"/>
                  </a:lnTo>
                  <a:lnTo>
                    <a:pt x="770217" y="34002"/>
                  </a:lnTo>
                  <a:lnTo>
                    <a:pt x="748441" y="34002"/>
                  </a:lnTo>
                  <a:lnTo>
                    <a:pt x="729396" y="42198"/>
                  </a:lnTo>
                  <a:lnTo>
                    <a:pt x="728030" y="73540"/>
                  </a:lnTo>
                  <a:lnTo>
                    <a:pt x="744344" y="92590"/>
                  </a:lnTo>
                  <a:lnTo>
                    <a:pt x="725299" y="115738"/>
                  </a:lnTo>
                  <a:lnTo>
                    <a:pt x="700792" y="117104"/>
                  </a:lnTo>
                  <a:lnTo>
                    <a:pt x="698061" y="89858"/>
                  </a:lnTo>
                  <a:lnTo>
                    <a:pt x="699427" y="73540"/>
                  </a:lnTo>
                  <a:lnTo>
                    <a:pt x="662702" y="81735"/>
                  </a:lnTo>
                  <a:lnTo>
                    <a:pt x="621880" y="81735"/>
                  </a:lnTo>
                  <a:lnTo>
                    <a:pt x="621880" y="119835"/>
                  </a:lnTo>
                  <a:lnTo>
                    <a:pt x="617784" y="196035"/>
                  </a:lnTo>
                  <a:lnTo>
                    <a:pt x="582424" y="238233"/>
                  </a:lnTo>
                  <a:lnTo>
                    <a:pt x="446305" y="274967"/>
                  </a:lnTo>
                  <a:lnTo>
                    <a:pt x="363296" y="295383"/>
                  </a:lnTo>
                  <a:lnTo>
                    <a:pt x="300699" y="359362"/>
                  </a:lnTo>
                  <a:cubicBezTo>
                    <a:pt x="300699" y="359362"/>
                    <a:pt x="224518" y="416512"/>
                    <a:pt x="216325" y="424707"/>
                  </a:cubicBezTo>
                  <a:cubicBezTo>
                    <a:pt x="208132" y="432902"/>
                    <a:pt x="136047" y="469636"/>
                    <a:pt x="136047" y="469636"/>
                  </a:cubicBezTo>
                  <a:lnTo>
                    <a:pt x="51674" y="484589"/>
                  </a:lnTo>
                  <a:lnTo>
                    <a:pt x="43984" y="484373"/>
                  </a:lnTo>
                  <a:lnTo>
                    <a:pt x="42762" y="490052"/>
                  </a:lnTo>
                  <a:lnTo>
                    <a:pt x="18255" y="526786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5" name="Atlántico">
              <a:extLst>
                <a:ext uri="{FF2B5EF4-FFF2-40B4-BE49-F238E27FC236}">
                  <a16:creationId xmlns:a16="http://schemas.microsoft.com/office/drawing/2014/main" id="{4B2EFFDF-0193-E828-C4EE-DA2C7FACF42E}"/>
                </a:ext>
              </a:extLst>
            </p:cNvPr>
            <p:cNvSpPr/>
            <p:nvPr/>
          </p:nvSpPr>
          <p:spPr>
            <a:xfrm>
              <a:off x="5513214" y="579393"/>
              <a:ext cx="233501" cy="355192"/>
            </a:xfrm>
            <a:custGeom>
              <a:avLst/>
              <a:gdLst>
                <a:gd name="connsiteX0" fmla="*/ 17033 w 233501"/>
                <a:gd name="connsiteY0" fmla="*/ 225940 h 355192"/>
                <a:gd name="connsiteX1" fmla="*/ 26591 w 233501"/>
                <a:gd name="connsiteY1" fmla="*/ 264040 h 355192"/>
                <a:gd name="connsiteX2" fmla="*/ 59292 w 233501"/>
                <a:gd name="connsiteY2" fmla="*/ 285822 h 355192"/>
                <a:gd name="connsiteX3" fmla="*/ 83799 w 233501"/>
                <a:gd name="connsiteY3" fmla="*/ 304872 h 355192"/>
                <a:gd name="connsiteX4" fmla="*/ 138275 w 233501"/>
                <a:gd name="connsiteY4" fmla="*/ 338874 h 355192"/>
                <a:gd name="connsiteX5" fmla="*/ 155955 w 233501"/>
                <a:gd name="connsiteY5" fmla="*/ 355193 h 355192"/>
                <a:gd name="connsiteX6" fmla="*/ 188584 w 233501"/>
                <a:gd name="connsiteY6" fmla="*/ 292579 h 355192"/>
                <a:gd name="connsiteX7" fmla="*/ 204898 w 233501"/>
                <a:gd name="connsiteY7" fmla="*/ 251748 h 355192"/>
                <a:gd name="connsiteX8" fmla="*/ 223943 w 233501"/>
                <a:gd name="connsiteY8" fmla="*/ 239527 h 355192"/>
                <a:gd name="connsiteX9" fmla="*/ 233501 w 233501"/>
                <a:gd name="connsiteY9" fmla="*/ 157863 h 355192"/>
                <a:gd name="connsiteX10" fmla="*/ 228040 w 233501"/>
                <a:gd name="connsiteY10" fmla="*/ 103445 h 355192"/>
                <a:gd name="connsiteX11" fmla="*/ 226674 w 233501"/>
                <a:gd name="connsiteY11" fmla="*/ 70737 h 355192"/>
                <a:gd name="connsiteX12" fmla="*/ 179887 w 233501"/>
                <a:gd name="connsiteY12" fmla="*/ 935 h 355192"/>
                <a:gd name="connsiteX13" fmla="*/ 177013 w 233501"/>
                <a:gd name="connsiteY13" fmla="*/ 0 h 355192"/>
                <a:gd name="connsiteX14" fmla="*/ 132095 w 233501"/>
                <a:gd name="connsiteY14" fmla="*/ 44929 h 355192"/>
                <a:gd name="connsiteX15" fmla="*/ 77978 w 233501"/>
                <a:gd name="connsiteY15" fmla="*/ 106177 h 355192"/>
                <a:gd name="connsiteX16" fmla="*/ 0 w 233501"/>
                <a:gd name="connsiteY16" fmla="*/ 139460 h 355192"/>
                <a:gd name="connsiteX17" fmla="*/ 11571 w 233501"/>
                <a:gd name="connsiteY17" fmla="*/ 176985 h 355192"/>
                <a:gd name="connsiteX18" fmla="*/ 17033 w 233501"/>
                <a:gd name="connsiteY18" fmla="*/ 226012 h 355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33501" h="355192">
                  <a:moveTo>
                    <a:pt x="17033" y="225940"/>
                  </a:moveTo>
                  <a:lnTo>
                    <a:pt x="26591" y="264040"/>
                  </a:lnTo>
                  <a:lnTo>
                    <a:pt x="59292" y="285822"/>
                  </a:lnTo>
                  <a:cubicBezTo>
                    <a:pt x="59292" y="285822"/>
                    <a:pt x="72875" y="302140"/>
                    <a:pt x="83799" y="304872"/>
                  </a:cubicBezTo>
                  <a:cubicBezTo>
                    <a:pt x="94723" y="307604"/>
                    <a:pt x="138275" y="338874"/>
                    <a:pt x="138275" y="338874"/>
                  </a:cubicBezTo>
                  <a:lnTo>
                    <a:pt x="155955" y="355193"/>
                  </a:lnTo>
                  <a:lnTo>
                    <a:pt x="188584" y="292579"/>
                  </a:lnTo>
                  <a:lnTo>
                    <a:pt x="204898" y="251748"/>
                  </a:lnTo>
                  <a:lnTo>
                    <a:pt x="223943" y="239527"/>
                  </a:lnTo>
                  <a:lnTo>
                    <a:pt x="233501" y="157863"/>
                  </a:lnTo>
                  <a:lnTo>
                    <a:pt x="228040" y="103445"/>
                  </a:lnTo>
                  <a:lnTo>
                    <a:pt x="226674" y="70737"/>
                  </a:lnTo>
                  <a:lnTo>
                    <a:pt x="179887" y="935"/>
                  </a:lnTo>
                  <a:lnTo>
                    <a:pt x="177013" y="0"/>
                  </a:lnTo>
                  <a:lnTo>
                    <a:pt x="132095" y="44929"/>
                  </a:lnTo>
                  <a:lnTo>
                    <a:pt x="77978" y="106177"/>
                  </a:lnTo>
                  <a:lnTo>
                    <a:pt x="0" y="139460"/>
                  </a:lnTo>
                  <a:lnTo>
                    <a:pt x="11571" y="176985"/>
                  </a:lnTo>
                  <a:lnTo>
                    <a:pt x="17033" y="226012"/>
                  </a:lnTo>
                  <a:close/>
                </a:path>
              </a:pathLst>
            </a:custGeom>
            <a:grpFill/>
            <a:ln w="12700" cap="flat">
              <a:solidFill>
                <a:schemeClr val="bg2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CO"/>
            </a:p>
          </p:txBody>
        </p:sp>
        <p:sp>
          <p:nvSpPr>
            <p:cNvPr id="16" name="Magdalena">
              <a:extLst>
                <a:ext uri="{FF2B5EF4-FFF2-40B4-BE49-F238E27FC236}">
                  <a16:creationId xmlns:a16="http://schemas.microsoft.com/office/drawing/2014/main" id="{3AC84FE7-D79A-B538-2E6E-59298609A8DF}"/>
                </a:ext>
              </a:extLst>
            </p:cNvPr>
            <p:cNvSpPr/>
            <p:nvPr/>
          </p:nvSpPr>
          <p:spPr>
            <a:xfrm>
              <a:off x="5643152" y="478536"/>
              <a:ext cx="566685" cy="982908"/>
            </a:xfrm>
            <a:custGeom>
              <a:avLst/>
              <a:gdLst>
                <a:gd name="connsiteX0" fmla="*/ 0 w 566685"/>
                <a:gd name="connsiteY0" fmla="*/ 511259 h 982908"/>
                <a:gd name="connsiteX1" fmla="*/ 65329 w 566685"/>
                <a:gd name="connsiteY1" fmla="*/ 554175 h 982908"/>
                <a:gd name="connsiteX2" fmla="*/ 57136 w 566685"/>
                <a:gd name="connsiteY2" fmla="*/ 584799 h 982908"/>
                <a:gd name="connsiteX3" fmla="*/ 42834 w 566685"/>
                <a:gd name="connsiteY3" fmla="*/ 615423 h 982908"/>
                <a:gd name="connsiteX4" fmla="*/ 42834 w 566685"/>
                <a:gd name="connsiteY4" fmla="*/ 654242 h 982908"/>
                <a:gd name="connsiteX5" fmla="*/ 48943 w 566685"/>
                <a:gd name="connsiteY5" fmla="*/ 682853 h 982908"/>
                <a:gd name="connsiteX6" fmla="*/ 83655 w 566685"/>
                <a:gd name="connsiteY6" fmla="*/ 725769 h 982908"/>
                <a:gd name="connsiteX7" fmla="*/ 79559 w 566685"/>
                <a:gd name="connsiteY7" fmla="*/ 748198 h 982908"/>
                <a:gd name="connsiteX8" fmla="*/ 79559 w 566685"/>
                <a:gd name="connsiteY8" fmla="*/ 780834 h 982908"/>
                <a:gd name="connsiteX9" fmla="*/ 89764 w 566685"/>
                <a:gd name="connsiteY9" fmla="*/ 793055 h 982908"/>
                <a:gd name="connsiteX10" fmla="*/ 126489 w 566685"/>
                <a:gd name="connsiteY10" fmla="*/ 819581 h 982908"/>
                <a:gd name="connsiteX11" fmla="*/ 185709 w 566685"/>
                <a:gd name="connsiteY11" fmla="*/ 874719 h 982908"/>
                <a:gd name="connsiteX12" fmla="*/ 202023 w 566685"/>
                <a:gd name="connsiteY12" fmla="*/ 876731 h 982908"/>
                <a:gd name="connsiteX13" fmla="*/ 253050 w 566685"/>
                <a:gd name="connsiteY13" fmla="*/ 882842 h 982908"/>
                <a:gd name="connsiteX14" fmla="*/ 310186 w 566685"/>
                <a:gd name="connsiteY14" fmla="*/ 921661 h 982908"/>
                <a:gd name="connsiteX15" fmla="*/ 344898 w 566685"/>
                <a:gd name="connsiteY15" fmla="*/ 960479 h 982908"/>
                <a:gd name="connsiteX16" fmla="*/ 426541 w 566685"/>
                <a:gd name="connsiteY16" fmla="*/ 982908 h 982908"/>
                <a:gd name="connsiteX17" fmla="*/ 481664 w 566685"/>
                <a:gd name="connsiteY17" fmla="*/ 966590 h 982908"/>
                <a:gd name="connsiteX18" fmla="*/ 471459 w 566685"/>
                <a:gd name="connsiteY18" fmla="*/ 921661 h 982908"/>
                <a:gd name="connsiteX19" fmla="*/ 418348 w 566685"/>
                <a:gd name="connsiteY19" fmla="*/ 886939 h 982908"/>
                <a:gd name="connsiteX20" fmla="*/ 383635 w 566685"/>
                <a:gd name="connsiteY20" fmla="*/ 844023 h 982908"/>
                <a:gd name="connsiteX21" fmla="*/ 363225 w 566685"/>
                <a:gd name="connsiteY21" fmla="*/ 772567 h 982908"/>
                <a:gd name="connsiteX22" fmla="*/ 361212 w 566685"/>
                <a:gd name="connsiteY22" fmla="*/ 741944 h 982908"/>
                <a:gd name="connsiteX23" fmla="*/ 375514 w 566685"/>
                <a:gd name="connsiteY23" fmla="*/ 733749 h 982908"/>
                <a:gd name="connsiteX24" fmla="*/ 438831 w 566685"/>
                <a:gd name="connsiteY24" fmla="*/ 733749 h 982908"/>
                <a:gd name="connsiteX25" fmla="*/ 487845 w 566685"/>
                <a:gd name="connsiteY25" fmla="*/ 721528 h 982908"/>
                <a:gd name="connsiteX26" fmla="*/ 442927 w 566685"/>
                <a:gd name="connsiteY26" fmla="*/ 629656 h 982908"/>
                <a:gd name="connsiteX27" fmla="*/ 369405 w 566685"/>
                <a:gd name="connsiteY27" fmla="*/ 570422 h 982908"/>
                <a:gd name="connsiteX28" fmla="*/ 344898 w 566685"/>
                <a:gd name="connsiteY28" fmla="*/ 511187 h 982908"/>
                <a:gd name="connsiteX29" fmla="*/ 363296 w 566685"/>
                <a:gd name="connsiteY29" fmla="*/ 472368 h 982908"/>
                <a:gd name="connsiteX30" fmla="*/ 442927 w 566685"/>
                <a:gd name="connsiteY30" fmla="*/ 394802 h 982908"/>
                <a:gd name="connsiteX31" fmla="*/ 518461 w 566685"/>
                <a:gd name="connsiteY31" fmla="*/ 368276 h 982908"/>
                <a:gd name="connsiteX32" fmla="*/ 551090 w 566685"/>
                <a:gd name="connsiteY32" fmla="*/ 325360 h 982908"/>
                <a:gd name="connsiteX33" fmla="*/ 555186 w 566685"/>
                <a:gd name="connsiteY33" fmla="*/ 280430 h 982908"/>
                <a:gd name="connsiteX34" fmla="*/ 563379 w 566685"/>
                <a:gd name="connsiteY34" fmla="*/ 241612 h 982908"/>
                <a:gd name="connsiteX35" fmla="*/ 542968 w 566685"/>
                <a:gd name="connsiteY35" fmla="*/ 218105 h 982908"/>
                <a:gd name="connsiteX36" fmla="*/ 522558 w 566685"/>
                <a:gd name="connsiteY36" fmla="*/ 190572 h 982908"/>
                <a:gd name="connsiteX37" fmla="*/ 540956 w 566685"/>
                <a:gd name="connsiteY37" fmla="*/ 84395 h 982908"/>
                <a:gd name="connsiteX38" fmla="*/ 565463 w 566685"/>
                <a:gd name="connsiteY38" fmla="*/ 47661 h 982908"/>
                <a:gd name="connsiteX39" fmla="*/ 566685 w 566685"/>
                <a:gd name="connsiteY39" fmla="*/ 41982 h 982908"/>
                <a:gd name="connsiteX40" fmla="*/ 476346 w 566685"/>
                <a:gd name="connsiteY40" fmla="*/ 39466 h 982908"/>
                <a:gd name="connsiteX41" fmla="*/ 368830 w 566685"/>
                <a:gd name="connsiteY41" fmla="*/ 0 h 982908"/>
                <a:gd name="connsiteX42" fmla="*/ 323913 w 566685"/>
                <a:gd name="connsiteY42" fmla="*/ 17684 h 982908"/>
                <a:gd name="connsiteX43" fmla="*/ 292578 w 566685"/>
                <a:gd name="connsiteY43" fmla="*/ 68077 h 982908"/>
                <a:gd name="connsiteX44" fmla="*/ 303502 w 566685"/>
                <a:gd name="connsiteY44" fmla="*/ 137519 h 982908"/>
                <a:gd name="connsiteX45" fmla="*/ 252115 w 566685"/>
                <a:gd name="connsiteY45" fmla="*/ 231475 h 982908"/>
                <a:gd name="connsiteX46" fmla="*/ 222506 w 566685"/>
                <a:gd name="connsiteY46" fmla="*/ 252898 h 982908"/>
                <a:gd name="connsiteX47" fmla="*/ 205185 w 566685"/>
                <a:gd name="connsiteY47" fmla="*/ 227378 h 982908"/>
                <a:gd name="connsiteX48" fmla="*/ 207198 w 566685"/>
                <a:gd name="connsiteY48" fmla="*/ 193663 h 982908"/>
                <a:gd name="connsiteX49" fmla="*/ 238820 w 566685"/>
                <a:gd name="connsiteY49" fmla="*/ 176338 h 982908"/>
                <a:gd name="connsiteX50" fmla="*/ 245935 w 566685"/>
                <a:gd name="connsiteY50" fmla="*/ 162033 h 982908"/>
                <a:gd name="connsiteX51" fmla="*/ 204107 w 566685"/>
                <a:gd name="connsiteY51" fmla="*/ 153838 h 982908"/>
                <a:gd name="connsiteX52" fmla="*/ 49805 w 566685"/>
                <a:gd name="connsiteY52" fmla="*/ 101720 h 982908"/>
                <a:gd name="connsiteX53" fmla="*/ 96592 w 566685"/>
                <a:gd name="connsiteY53" fmla="*/ 171522 h 982908"/>
                <a:gd name="connsiteX54" fmla="*/ 97957 w 566685"/>
                <a:gd name="connsiteY54" fmla="*/ 204230 h 982908"/>
                <a:gd name="connsiteX55" fmla="*/ 103419 w 566685"/>
                <a:gd name="connsiteY55" fmla="*/ 258649 h 982908"/>
                <a:gd name="connsiteX56" fmla="*/ 93861 w 566685"/>
                <a:gd name="connsiteY56" fmla="*/ 340312 h 982908"/>
                <a:gd name="connsiteX57" fmla="*/ 74815 w 566685"/>
                <a:gd name="connsiteY57" fmla="*/ 352533 h 982908"/>
                <a:gd name="connsiteX58" fmla="*/ 58501 w 566685"/>
                <a:gd name="connsiteY58" fmla="*/ 393365 h 982908"/>
                <a:gd name="connsiteX59" fmla="*/ 25873 w 566685"/>
                <a:gd name="connsiteY59" fmla="*/ 455978 h 982908"/>
                <a:gd name="connsiteX60" fmla="*/ 8193 w 566685"/>
                <a:gd name="connsiteY60" fmla="*/ 439660 h 982908"/>
                <a:gd name="connsiteX61" fmla="*/ 8193 w 566685"/>
                <a:gd name="connsiteY61" fmla="*/ 482576 h 982908"/>
                <a:gd name="connsiteX62" fmla="*/ 0 w 566685"/>
                <a:gd name="connsiteY62" fmla="*/ 511187 h 98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66685" h="982908">
                  <a:moveTo>
                    <a:pt x="0" y="511259"/>
                  </a:moveTo>
                  <a:lnTo>
                    <a:pt x="65329" y="554175"/>
                  </a:lnTo>
                  <a:lnTo>
                    <a:pt x="57136" y="584799"/>
                  </a:lnTo>
                  <a:lnTo>
                    <a:pt x="42834" y="615423"/>
                  </a:lnTo>
                  <a:lnTo>
                    <a:pt x="42834" y="654242"/>
                  </a:lnTo>
                  <a:lnTo>
                    <a:pt x="48943" y="682853"/>
                  </a:lnTo>
                  <a:lnTo>
                    <a:pt x="83655" y="725769"/>
                  </a:lnTo>
                  <a:cubicBezTo>
                    <a:pt x="83655" y="725769"/>
                    <a:pt x="81643" y="742087"/>
                    <a:pt x="79559" y="748198"/>
                  </a:cubicBezTo>
                  <a:cubicBezTo>
                    <a:pt x="77546" y="754308"/>
                    <a:pt x="79559" y="780834"/>
                    <a:pt x="79559" y="780834"/>
                  </a:cubicBezTo>
                  <a:lnTo>
                    <a:pt x="89764" y="793055"/>
                  </a:lnTo>
                  <a:lnTo>
                    <a:pt x="126489" y="819581"/>
                  </a:lnTo>
                  <a:lnTo>
                    <a:pt x="185709" y="874719"/>
                  </a:lnTo>
                  <a:lnTo>
                    <a:pt x="202023" y="876731"/>
                  </a:lnTo>
                  <a:lnTo>
                    <a:pt x="253050" y="882842"/>
                  </a:lnTo>
                  <a:lnTo>
                    <a:pt x="310186" y="921661"/>
                  </a:lnTo>
                  <a:lnTo>
                    <a:pt x="344898" y="960479"/>
                  </a:lnTo>
                  <a:lnTo>
                    <a:pt x="426541" y="982908"/>
                  </a:lnTo>
                  <a:lnTo>
                    <a:pt x="481664" y="966590"/>
                  </a:lnTo>
                  <a:lnTo>
                    <a:pt x="471459" y="921661"/>
                  </a:lnTo>
                  <a:lnTo>
                    <a:pt x="418348" y="886939"/>
                  </a:lnTo>
                  <a:lnTo>
                    <a:pt x="383635" y="844023"/>
                  </a:lnTo>
                  <a:lnTo>
                    <a:pt x="363225" y="772567"/>
                  </a:lnTo>
                  <a:lnTo>
                    <a:pt x="361212" y="741944"/>
                  </a:lnTo>
                  <a:lnTo>
                    <a:pt x="375514" y="733749"/>
                  </a:lnTo>
                  <a:lnTo>
                    <a:pt x="438831" y="733749"/>
                  </a:lnTo>
                  <a:lnTo>
                    <a:pt x="487845" y="721528"/>
                  </a:lnTo>
                  <a:lnTo>
                    <a:pt x="442927" y="629656"/>
                  </a:lnTo>
                  <a:lnTo>
                    <a:pt x="369405" y="570422"/>
                  </a:lnTo>
                  <a:lnTo>
                    <a:pt x="344898" y="511187"/>
                  </a:lnTo>
                  <a:lnTo>
                    <a:pt x="363296" y="472368"/>
                  </a:lnTo>
                  <a:lnTo>
                    <a:pt x="442927" y="394802"/>
                  </a:lnTo>
                  <a:lnTo>
                    <a:pt x="518461" y="368276"/>
                  </a:lnTo>
                  <a:lnTo>
                    <a:pt x="551090" y="325360"/>
                  </a:lnTo>
                  <a:lnTo>
                    <a:pt x="555186" y="280430"/>
                  </a:lnTo>
                  <a:lnTo>
                    <a:pt x="563379" y="241612"/>
                  </a:lnTo>
                  <a:lnTo>
                    <a:pt x="542968" y="218105"/>
                  </a:lnTo>
                  <a:lnTo>
                    <a:pt x="522558" y="190572"/>
                  </a:lnTo>
                  <a:lnTo>
                    <a:pt x="540956" y="84395"/>
                  </a:lnTo>
                  <a:lnTo>
                    <a:pt x="565463" y="47661"/>
                  </a:lnTo>
                  <a:lnTo>
                    <a:pt x="566685" y="41982"/>
                  </a:lnTo>
                  <a:lnTo>
                    <a:pt x="476346" y="39466"/>
                  </a:lnTo>
                  <a:lnTo>
                    <a:pt x="368830" y="0"/>
                  </a:lnTo>
                  <a:lnTo>
                    <a:pt x="323913" y="17684"/>
                  </a:lnTo>
                  <a:lnTo>
                    <a:pt x="292578" y="68077"/>
                  </a:lnTo>
                  <a:lnTo>
                    <a:pt x="303502" y="137519"/>
                  </a:lnTo>
                  <a:lnTo>
                    <a:pt x="252115" y="231475"/>
                  </a:lnTo>
                  <a:lnTo>
                    <a:pt x="222506" y="252898"/>
                  </a:lnTo>
                  <a:lnTo>
                    <a:pt x="205185" y="227378"/>
                  </a:lnTo>
                  <a:lnTo>
                    <a:pt x="207198" y="193663"/>
                  </a:lnTo>
                  <a:lnTo>
                    <a:pt x="238820" y="176338"/>
                  </a:lnTo>
                  <a:lnTo>
                    <a:pt x="245935" y="162033"/>
                  </a:lnTo>
                  <a:lnTo>
                    <a:pt x="204107" y="153838"/>
                  </a:lnTo>
                  <a:lnTo>
                    <a:pt x="49805" y="101720"/>
                  </a:lnTo>
                  <a:lnTo>
                    <a:pt x="96592" y="171522"/>
                  </a:lnTo>
                  <a:lnTo>
                    <a:pt x="97957" y="204230"/>
                  </a:lnTo>
                  <a:lnTo>
                    <a:pt x="103419" y="258649"/>
                  </a:lnTo>
                  <a:lnTo>
                    <a:pt x="93861" y="340312"/>
                  </a:lnTo>
                  <a:lnTo>
                    <a:pt x="74815" y="352533"/>
                  </a:lnTo>
                  <a:lnTo>
                    <a:pt x="58501" y="393365"/>
                  </a:lnTo>
                  <a:lnTo>
                    <a:pt x="25873" y="455978"/>
                  </a:lnTo>
                  <a:lnTo>
                    <a:pt x="8193" y="439660"/>
                  </a:lnTo>
                  <a:lnTo>
                    <a:pt x="8193" y="482576"/>
                  </a:lnTo>
                  <a:lnTo>
                    <a:pt x="0" y="511187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7" name="Norte de Santander">
              <a:extLst>
                <a:ext uri="{FF2B5EF4-FFF2-40B4-BE49-F238E27FC236}">
                  <a16:creationId xmlns:a16="http://schemas.microsoft.com/office/drawing/2014/main" id="{6C1D381E-580E-4BCD-E636-1D152B929AA3}"/>
                </a:ext>
              </a:extLst>
            </p:cNvPr>
            <p:cNvSpPr/>
            <p:nvPr/>
          </p:nvSpPr>
          <p:spPr>
            <a:xfrm>
              <a:off x="6187199" y="1341896"/>
              <a:ext cx="644662" cy="990527"/>
            </a:xfrm>
            <a:custGeom>
              <a:avLst/>
              <a:gdLst>
                <a:gd name="connsiteX0" fmla="*/ 88830 w 644662"/>
                <a:gd name="connsiteY0" fmla="*/ 55568 h 990527"/>
                <a:gd name="connsiteX1" fmla="*/ 87464 w 644662"/>
                <a:gd name="connsiteY1" fmla="*/ 77350 h 990527"/>
                <a:gd name="connsiteX2" fmla="*/ 91561 w 644662"/>
                <a:gd name="connsiteY2" fmla="*/ 111353 h 990527"/>
                <a:gd name="connsiteX3" fmla="*/ 73881 w 644662"/>
                <a:gd name="connsiteY3" fmla="*/ 148087 h 990527"/>
                <a:gd name="connsiteX4" fmla="*/ 87464 w 644662"/>
                <a:gd name="connsiteY4" fmla="*/ 169869 h 990527"/>
                <a:gd name="connsiteX5" fmla="*/ 90195 w 644662"/>
                <a:gd name="connsiteY5" fmla="*/ 209334 h 990527"/>
                <a:gd name="connsiteX6" fmla="*/ 72516 w 644662"/>
                <a:gd name="connsiteY6" fmla="*/ 231116 h 990527"/>
                <a:gd name="connsiteX7" fmla="*/ 60298 w 644662"/>
                <a:gd name="connsiteY7" fmla="*/ 243337 h 990527"/>
                <a:gd name="connsiteX8" fmla="*/ 35791 w 644662"/>
                <a:gd name="connsiteY8" fmla="*/ 267850 h 990527"/>
                <a:gd name="connsiteX9" fmla="*/ 41253 w 644662"/>
                <a:gd name="connsiteY9" fmla="*/ 300487 h 990527"/>
                <a:gd name="connsiteX10" fmla="*/ 57567 w 644662"/>
                <a:gd name="connsiteY10" fmla="*/ 316805 h 990527"/>
                <a:gd name="connsiteX11" fmla="*/ 71150 w 644662"/>
                <a:gd name="connsiteY11" fmla="*/ 330392 h 990527"/>
                <a:gd name="connsiteX12" fmla="*/ 71150 w 644662"/>
                <a:gd name="connsiteY12" fmla="*/ 343978 h 990527"/>
                <a:gd name="connsiteX13" fmla="*/ 60298 w 644662"/>
                <a:gd name="connsiteY13" fmla="*/ 361662 h 990527"/>
                <a:gd name="connsiteX14" fmla="*/ 64395 w 644662"/>
                <a:gd name="connsiteY14" fmla="*/ 375249 h 990527"/>
                <a:gd name="connsiteX15" fmla="*/ 79343 w 644662"/>
                <a:gd name="connsiteY15" fmla="*/ 387470 h 990527"/>
                <a:gd name="connsiteX16" fmla="*/ 90195 w 644662"/>
                <a:gd name="connsiteY16" fmla="*/ 386104 h 990527"/>
                <a:gd name="connsiteX17" fmla="*/ 101119 w 644662"/>
                <a:gd name="connsiteY17" fmla="*/ 357493 h 990527"/>
                <a:gd name="connsiteX18" fmla="*/ 102485 w 644662"/>
                <a:gd name="connsiteY18" fmla="*/ 334345 h 990527"/>
                <a:gd name="connsiteX19" fmla="*/ 117434 w 644662"/>
                <a:gd name="connsiteY19" fmla="*/ 338443 h 990527"/>
                <a:gd name="connsiteX20" fmla="*/ 124261 w 644662"/>
                <a:gd name="connsiteY20" fmla="*/ 377909 h 990527"/>
                <a:gd name="connsiteX21" fmla="*/ 116068 w 644662"/>
                <a:gd name="connsiteY21" fmla="*/ 409252 h 990527"/>
                <a:gd name="connsiteX22" fmla="*/ 103850 w 644662"/>
                <a:gd name="connsiteY22" fmla="*/ 439228 h 990527"/>
                <a:gd name="connsiteX23" fmla="*/ 95010 w 644662"/>
                <a:gd name="connsiteY23" fmla="*/ 464389 h 990527"/>
                <a:gd name="connsiteX24" fmla="*/ 106222 w 644662"/>
                <a:gd name="connsiteY24" fmla="*/ 490915 h 990527"/>
                <a:gd name="connsiteX25" fmla="*/ 120524 w 644662"/>
                <a:gd name="connsiteY25" fmla="*/ 506227 h 990527"/>
                <a:gd name="connsiteX26" fmla="*/ 139928 w 644662"/>
                <a:gd name="connsiteY26" fmla="*/ 522545 h 990527"/>
                <a:gd name="connsiteX27" fmla="*/ 147044 w 644662"/>
                <a:gd name="connsiteY27" fmla="*/ 541955 h 990527"/>
                <a:gd name="connsiteX28" fmla="*/ 146037 w 644662"/>
                <a:gd name="connsiteY28" fmla="*/ 567474 h 990527"/>
                <a:gd name="connsiteX29" fmla="*/ 126633 w 644662"/>
                <a:gd name="connsiteY29" fmla="*/ 578689 h 990527"/>
                <a:gd name="connsiteX30" fmla="*/ 123542 w 644662"/>
                <a:gd name="connsiteY30" fmla="*/ 609312 h 990527"/>
                <a:gd name="connsiteX31" fmla="*/ 106222 w 644662"/>
                <a:gd name="connsiteY31" fmla="*/ 630735 h 990527"/>
                <a:gd name="connsiteX32" fmla="*/ 86818 w 644662"/>
                <a:gd name="connsiteY32" fmla="*/ 655248 h 990527"/>
                <a:gd name="connsiteX33" fmla="*/ 67413 w 644662"/>
                <a:gd name="connsiteY33" fmla="*/ 660352 h 990527"/>
                <a:gd name="connsiteX34" fmla="*/ 42906 w 644662"/>
                <a:gd name="connsiteY34" fmla="*/ 653235 h 990527"/>
                <a:gd name="connsiteX35" fmla="*/ 14302 w 644662"/>
                <a:gd name="connsiteY35" fmla="*/ 629728 h 990527"/>
                <a:gd name="connsiteX36" fmla="*/ 0 w 644662"/>
                <a:gd name="connsiteY36" fmla="*/ 632820 h 990527"/>
                <a:gd name="connsiteX37" fmla="*/ 3091 w 644662"/>
                <a:gd name="connsiteY37" fmla="*/ 643027 h 990527"/>
                <a:gd name="connsiteX38" fmla="*/ 28604 w 644662"/>
                <a:gd name="connsiteY38" fmla="*/ 674658 h 990527"/>
                <a:gd name="connsiteX39" fmla="*/ 60226 w 644662"/>
                <a:gd name="connsiteY39" fmla="*/ 697086 h 990527"/>
                <a:gd name="connsiteX40" fmla="*/ 95945 w 644662"/>
                <a:gd name="connsiteY40" fmla="*/ 715489 h 990527"/>
                <a:gd name="connsiteX41" fmla="*/ 126561 w 644662"/>
                <a:gd name="connsiteY41" fmla="*/ 719587 h 990527"/>
                <a:gd name="connsiteX42" fmla="*/ 145965 w 644662"/>
                <a:gd name="connsiteY42" fmla="*/ 714483 h 990527"/>
                <a:gd name="connsiteX43" fmla="*/ 158183 w 644662"/>
                <a:gd name="connsiteY43" fmla="*/ 699171 h 990527"/>
                <a:gd name="connsiteX44" fmla="*/ 172485 w 644662"/>
                <a:gd name="connsiteY44" fmla="*/ 675664 h 990527"/>
                <a:gd name="connsiteX45" fmla="*/ 234723 w 644662"/>
                <a:gd name="connsiteY45" fmla="*/ 675664 h 990527"/>
                <a:gd name="connsiteX46" fmla="*/ 258225 w 644662"/>
                <a:gd name="connsiteY46" fmla="*/ 686878 h 990527"/>
                <a:gd name="connsiteX47" fmla="*/ 269436 w 644662"/>
                <a:gd name="connsiteY47" fmla="*/ 703197 h 990527"/>
                <a:gd name="connsiteX48" fmla="*/ 277629 w 644662"/>
                <a:gd name="connsiteY48" fmla="*/ 730729 h 990527"/>
                <a:gd name="connsiteX49" fmla="*/ 299046 w 644662"/>
                <a:gd name="connsiteY49" fmla="*/ 747048 h 990527"/>
                <a:gd name="connsiteX50" fmla="*/ 307239 w 644662"/>
                <a:gd name="connsiteY50" fmla="*/ 778678 h 990527"/>
                <a:gd name="connsiteX51" fmla="*/ 326644 w 644662"/>
                <a:gd name="connsiteY51" fmla="*/ 787879 h 990527"/>
                <a:gd name="connsiteX52" fmla="*/ 329734 w 644662"/>
                <a:gd name="connsiteY52" fmla="*/ 817497 h 990527"/>
                <a:gd name="connsiteX53" fmla="*/ 323625 w 644662"/>
                <a:gd name="connsiteY53" fmla="*/ 841004 h 990527"/>
                <a:gd name="connsiteX54" fmla="*/ 338933 w 644662"/>
                <a:gd name="connsiteY54" fmla="*/ 860413 h 990527"/>
                <a:gd name="connsiteX55" fmla="*/ 327722 w 644662"/>
                <a:gd name="connsiteY55" fmla="*/ 894128 h 990527"/>
                <a:gd name="connsiteX56" fmla="*/ 317516 w 644662"/>
                <a:gd name="connsiteY56" fmla="*/ 910446 h 990527"/>
                <a:gd name="connsiteX57" fmla="*/ 350145 w 644662"/>
                <a:gd name="connsiteY57" fmla="*/ 933953 h 990527"/>
                <a:gd name="connsiteX58" fmla="*/ 370555 w 644662"/>
                <a:gd name="connsiteY58" fmla="*/ 937044 h 990527"/>
                <a:gd name="connsiteX59" fmla="*/ 377670 w 644662"/>
                <a:gd name="connsiteY59" fmla="*/ 937044 h 990527"/>
                <a:gd name="connsiteX60" fmla="*/ 414395 w 644662"/>
                <a:gd name="connsiteY60" fmla="*/ 936038 h 990527"/>
                <a:gd name="connsiteX61" fmla="*/ 453204 w 644662"/>
                <a:gd name="connsiteY61" fmla="*/ 937044 h 990527"/>
                <a:gd name="connsiteX62" fmla="*/ 446089 w 644662"/>
                <a:gd name="connsiteY62" fmla="*/ 961558 h 990527"/>
                <a:gd name="connsiteX63" fmla="*/ 442999 w 644662"/>
                <a:gd name="connsiteY63" fmla="*/ 969753 h 990527"/>
                <a:gd name="connsiteX64" fmla="*/ 458307 w 644662"/>
                <a:gd name="connsiteY64" fmla="*/ 979961 h 990527"/>
                <a:gd name="connsiteX65" fmla="*/ 479724 w 644662"/>
                <a:gd name="connsiteY65" fmla="*/ 973850 h 990527"/>
                <a:gd name="connsiteX66" fmla="*/ 493020 w 644662"/>
                <a:gd name="connsiteY66" fmla="*/ 985065 h 990527"/>
                <a:gd name="connsiteX67" fmla="*/ 518533 w 644662"/>
                <a:gd name="connsiteY67" fmla="*/ 990169 h 990527"/>
                <a:gd name="connsiteX68" fmla="*/ 547137 w 644662"/>
                <a:gd name="connsiteY68" fmla="*/ 983052 h 990527"/>
                <a:gd name="connsiteX69" fmla="*/ 551233 w 644662"/>
                <a:gd name="connsiteY69" fmla="*/ 963643 h 990527"/>
                <a:gd name="connsiteX70" fmla="*/ 558348 w 644662"/>
                <a:gd name="connsiteY70" fmla="*/ 937116 h 990527"/>
                <a:gd name="connsiteX71" fmla="*/ 575669 w 644662"/>
                <a:gd name="connsiteY71" fmla="*/ 946318 h 990527"/>
                <a:gd name="connsiteX72" fmla="*/ 601182 w 644662"/>
                <a:gd name="connsiteY72" fmla="*/ 951422 h 990527"/>
                <a:gd name="connsiteX73" fmla="*/ 599170 w 644662"/>
                <a:gd name="connsiteY73" fmla="*/ 920798 h 990527"/>
                <a:gd name="connsiteX74" fmla="*/ 604273 w 644662"/>
                <a:gd name="connsiteY74" fmla="*/ 908577 h 990527"/>
                <a:gd name="connsiteX75" fmla="*/ 644663 w 644662"/>
                <a:gd name="connsiteY75" fmla="*/ 913969 h 990527"/>
                <a:gd name="connsiteX76" fmla="*/ 601254 w 644662"/>
                <a:gd name="connsiteY76" fmla="*/ 843232 h 990527"/>
                <a:gd name="connsiteX77" fmla="*/ 593061 w 644662"/>
                <a:gd name="connsiteY77" fmla="*/ 797296 h 990527"/>
                <a:gd name="connsiteX78" fmla="*/ 558348 w 644662"/>
                <a:gd name="connsiteY78" fmla="*/ 778893 h 990527"/>
                <a:gd name="connsiteX79" fmla="*/ 488923 w 644662"/>
                <a:gd name="connsiteY79" fmla="*/ 778893 h 990527"/>
                <a:gd name="connsiteX80" fmla="*/ 482814 w 644662"/>
                <a:gd name="connsiteY80" fmla="*/ 706432 h 990527"/>
                <a:gd name="connsiteX81" fmla="*/ 470597 w 644662"/>
                <a:gd name="connsiteY81" fmla="*/ 614560 h 990527"/>
                <a:gd name="connsiteX82" fmla="*/ 490001 w 644662"/>
                <a:gd name="connsiteY82" fmla="*/ 561436 h 990527"/>
                <a:gd name="connsiteX83" fmla="*/ 515515 w 644662"/>
                <a:gd name="connsiteY83" fmla="*/ 540014 h 990527"/>
                <a:gd name="connsiteX84" fmla="*/ 521624 w 644662"/>
                <a:gd name="connsiteY84" fmla="*/ 539007 h 990527"/>
                <a:gd name="connsiteX85" fmla="*/ 490001 w 644662"/>
                <a:gd name="connsiteY85" fmla="*/ 411408 h 990527"/>
                <a:gd name="connsiteX86" fmla="*/ 494098 w 644662"/>
                <a:gd name="connsiteY86" fmla="*/ 376687 h 990527"/>
                <a:gd name="connsiteX87" fmla="*/ 405268 w 644662"/>
                <a:gd name="connsiteY87" fmla="*/ 294017 h 990527"/>
                <a:gd name="connsiteX88" fmla="*/ 345042 w 644662"/>
                <a:gd name="connsiteY88" fmla="*/ 70449 h 990527"/>
                <a:gd name="connsiteX89" fmla="*/ 303214 w 644662"/>
                <a:gd name="connsiteY89" fmla="*/ 77566 h 990527"/>
                <a:gd name="connsiteX90" fmla="*/ 284816 w 644662"/>
                <a:gd name="connsiteY90" fmla="*/ 60241 h 990527"/>
                <a:gd name="connsiteX91" fmla="*/ 282804 w 644662"/>
                <a:gd name="connsiteY91" fmla="*/ 19409 h 990527"/>
                <a:gd name="connsiteX92" fmla="*/ 266489 w 644662"/>
                <a:gd name="connsiteY92" fmla="*/ 0 h 990527"/>
                <a:gd name="connsiteX93" fmla="*/ 217475 w 644662"/>
                <a:gd name="connsiteY93" fmla="*/ 11214 h 990527"/>
                <a:gd name="connsiteX94" fmla="*/ 200155 w 644662"/>
                <a:gd name="connsiteY94" fmla="*/ 46942 h 990527"/>
                <a:gd name="connsiteX95" fmla="*/ 146037 w 644662"/>
                <a:gd name="connsiteY95" fmla="*/ 50033 h 990527"/>
                <a:gd name="connsiteX96" fmla="*/ 126633 w 644662"/>
                <a:gd name="connsiteY96" fmla="*/ 30624 h 990527"/>
                <a:gd name="connsiteX97" fmla="*/ 125627 w 644662"/>
                <a:gd name="connsiteY97" fmla="*/ 47302 h 990527"/>
                <a:gd name="connsiteX98" fmla="*/ 88902 w 644662"/>
                <a:gd name="connsiteY98" fmla="*/ 55497 h 990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644662" h="990527">
                  <a:moveTo>
                    <a:pt x="88830" y="55568"/>
                  </a:moveTo>
                  <a:lnTo>
                    <a:pt x="87464" y="77350"/>
                  </a:lnTo>
                  <a:lnTo>
                    <a:pt x="91561" y="111353"/>
                  </a:lnTo>
                  <a:lnTo>
                    <a:pt x="73881" y="148087"/>
                  </a:lnTo>
                  <a:lnTo>
                    <a:pt x="87464" y="169869"/>
                  </a:lnTo>
                  <a:lnTo>
                    <a:pt x="90195" y="209334"/>
                  </a:lnTo>
                  <a:lnTo>
                    <a:pt x="72516" y="231116"/>
                  </a:lnTo>
                  <a:lnTo>
                    <a:pt x="60298" y="243337"/>
                  </a:lnTo>
                  <a:lnTo>
                    <a:pt x="35791" y="267850"/>
                  </a:lnTo>
                  <a:cubicBezTo>
                    <a:pt x="35791" y="267850"/>
                    <a:pt x="39887" y="296461"/>
                    <a:pt x="41253" y="300487"/>
                  </a:cubicBezTo>
                  <a:cubicBezTo>
                    <a:pt x="42618" y="304584"/>
                    <a:pt x="57567" y="316805"/>
                    <a:pt x="57567" y="316805"/>
                  </a:cubicBezTo>
                  <a:lnTo>
                    <a:pt x="71150" y="330392"/>
                  </a:lnTo>
                  <a:lnTo>
                    <a:pt x="71150" y="343978"/>
                  </a:lnTo>
                  <a:lnTo>
                    <a:pt x="60298" y="361662"/>
                  </a:lnTo>
                  <a:lnTo>
                    <a:pt x="64395" y="375249"/>
                  </a:lnTo>
                  <a:lnTo>
                    <a:pt x="79343" y="387470"/>
                  </a:lnTo>
                  <a:cubicBezTo>
                    <a:pt x="79343" y="387470"/>
                    <a:pt x="87536" y="390202"/>
                    <a:pt x="90195" y="386104"/>
                  </a:cubicBezTo>
                  <a:cubicBezTo>
                    <a:pt x="92926" y="382006"/>
                    <a:pt x="101119" y="357493"/>
                    <a:pt x="101119" y="357493"/>
                  </a:cubicBezTo>
                  <a:cubicBezTo>
                    <a:pt x="101119" y="357493"/>
                    <a:pt x="97023" y="334345"/>
                    <a:pt x="102485" y="334345"/>
                  </a:cubicBezTo>
                  <a:cubicBezTo>
                    <a:pt x="107947" y="334345"/>
                    <a:pt x="117434" y="338443"/>
                    <a:pt x="117434" y="338443"/>
                  </a:cubicBezTo>
                  <a:lnTo>
                    <a:pt x="124261" y="377909"/>
                  </a:lnTo>
                  <a:lnTo>
                    <a:pt x="116068" y="409252"/>
                  </a:lnTo>
                  <a:cubicBezTo>
                    <a:pt x="116068" y="409252"/>
                    <a:pt x="107875" y="433765"/>
                    <a:pt x="103850" y="439228"/>
                  </a:cubicBezTo>
                  <a:cubicBezTo>
                    <a:pt x="99754" y="444692"/>
                    <a:pt x="95010" y="464389"/>
                    <a:pt x="95010" y="464389"/>
                  </a:cubicBezTo>
                  <a:lnTo>
                    <a:pt x="106222" y="490915"/>
                  </a:lnTo>
                  <a:lnTo>
                    <a:pt x="120524" y="506227"/>
                  </a:lnTo>
                  <a:lnTo>
                    <a:pt x="139928" y="522545"/>
                  </a:lnTo>
                  <a:lnTo>
                    <a:pt x="147044" y="541955"/>
                  </a:lnTo>
                  <a:lnTo>
                    <a:pt x="146037" y="567474"/>
                  </a:lnTo>
                  <a:lnTo>
                    <a:pt x="126633" y="578689"/>
                  </a:lnTo>
                  <a:lnTo>
                    <a:pt x="123542" y="609312"/>
                  </a:lnTo>
                  <a:lnTo>
                    <a:pt x="106222" y="630735"/>
                  </a:lnTo>
                  <a:lnTo>
                    <a:pt x="86818" y="655248"/>
                  </a:lnTo>
                  <a:lnTo>
                    <a:pt x="67413" y="660352"/>
                  </a:lnTo>
                  <a:lnTo>
                    <a:pt x="42906" y="653235"/>
                  </a:lnTo>
                  <a:lnTo>
                    <a:pt x="14302" y="629728"/>
                  </a:lnTo>
                  <a:lnTo>
                    <a:pt x="0" y="632820"/>
                  </a:lnTo>
                  <a:lnTo>
                    <a:pt x="3091" y="643027"/>
                  </a:lnTo>
                  <a:lnTo>
                    <a:pt x="28604" y="674658"/>
                  </a:lnTo>
                  <a:lnTo>
                    <a:pt x="60226" y="697086"/>
                  </a:lnTo>
                  <a:lnTo>
                    <a:pt x="95945" y="715489"/>
                  </a:lnTo>
                  <a:lnTo>
                    <a:pt x="126561" y="719587"/>
                  </a:lnTo>
                  <a:lnTo>
                    <a:pt x="145965" y="714483"/>
                  </a:lnTo>
                  <a:lnTo>
                    <a:pt x="158183" y="699171"/>
                  </a:lnTo>
                  <a:lnTo>
                    <a:pt x="172485" y="675664"/>
                  </a:lnTo>
                  <a:lnTo>
                    <a:pt x="234723" y="675664"/>
                  </a:lnTo>
                  <a:lnTo>
                    <a:pt x="258225" y="686878"/>
                  </a:lnTo>
                  <a:lnTo>
                    <a:pt x="269436" y="703197"/>
                  </a:lnTo>
                  <a:cubicBezTo>
                    <a:pt x="269436" y="703197"/>
                    <a:pt x="273532" y="725625"/>
                    <a:pt x="277629" y="730729"/>
                  </a:cubicBezTo>
                  <a:cubicBezTo>
                    <a:pt x="281726" y="735833"/>
                    <a:pt x="299046" y="747048"/>
                    <a:pt x="299046" y="747048"/>
                  </a:cubicBezTo>
                  <a:lnTo>
                    <a:pt x="307239" y="778678"/>
                  </a:lnTo>
                  <a:cubicBezTo>
                    <a:pt x="307239" y="778678"/>
                    <a:pt x="326644" y="780691"/>
                    <a:pt x="326644" y="787879"/>
                  </a:cubicBezTo>
                  <a:cubicBezTo>
                    <a:pt x="326644" y="795068"/>
                    <a:pt x="329734" y="817497"/>
                    <a:pt x="329734" y="817497"/>
                  </a:cubicBezTo>
                  <a:lnTo>
                    <a:pt x="323625" y="841004"/>
                  </a:lnTo>
                  <a:lnTo>
                    <a:pt x="338933" y="860413"/>
                  </a:lnTo>
                  <a:lnTo>
                    <a:pt x="327722" y="894128"/>
                  </a:lnTo>
                  <a:lnTo>
                    <a:pt x="317516" y="910446"/>
                  </a:lnTo>
                  <a:lnTo>
                    <a:pt x="350145" y="933953"/>
                  </a:lnTo>
                  <a:lnTo>
                    <a:pt x="370555" y="937044"/>
                  </a:lnTo>
                  <a:lnTo>
                    <a:pt x="377670" y="937044"/>
                  </a:lnTo>
                  <a:cubicBezTo>
                    <a:pt x="380761" y="937044"/>
                    <a:pt x="414395" y="936038"/>
                    <a:pt x="414395" y="936038"/>
                  </a:cubicBezTo>
                  <a:lnTo>
                    <a:pt x="453204" y="937044"/>
                  </a:lnTo>
                  <a:lnTo>
                    <a:pt x="446089" y="961558"/>
                  </a:lnTo>
                  <a:cubicBezTo>
                    <a:pt x="446089" y="961558"/>
                    <a:pt x="442999" y="966662"/>
                    <a:pt x="442999" y="969753"/>
                  </a:cubicBezTo>
                  <a:cubicBezTo>
                    <a:pt x="442999" y="972844"/>
                    <a:pt x="458307" y="979961"/>
                    <a:pt x="458307" y="979961"/>
                  </a:cubicBezTo>
                  <a:lnTo>
                    <a:pt x="479724" y="973850"/>
                  </a:lnTo>
                  <a:lnTo>
                    <a:pt x="493020" y="985065"/>
                  </a:lnTo>
                  <a:cubicBezTo>
                    <a:pt x="493020" y="985065"/>
                    <a:pt x="513430" y="992182"/>
                    <a:pt x="518533" y="990169"/>
                  </a:cubicBezTo>
                  <a:cubicBezTo>
                    <a:pt x="523636" y="988156"/>
                    <a:pt x="544047" y="991175"/>
                    <a:pt x="547137" y="983052"/>
                  </a:cubicBezTo>
                  <a:cubicBezTo>
                    <a:pt x="550227" y="974857"/>
                    <a:pt x="551233" y="968746"/>
                    <a:pt x="551233" y="963643"/>
                  </a:cubicBezTo>
                  <a:cubicBezTo>
                    <a:pt x="551233" y="958539"/>
                    <a:pt x="558348" y="937116"/>
                    <a:pt x="558348" y="937116"/>
                  </a:cubicBezTo>
                  <a:lnTo>
                    <a:pt x="575669" y="946318"/>
                  </a:lnTo>
                  <a:lnTo>
                    <a:pt x="601182" y="951422"/>
                  </a:lnTo>
                  <a:lnTo>
                    <a:pt x="599170" y="920798"/>
                  </a:lnTo>
                  <a:lnTo>
                    <a:pt x="604273" y="908577"/>
                  </a:lnTo>
                  <a:lnTo>
                    <a:pt x="644663" y="913969"/>
                  </a:lnTo>
                  <a:cubicBezTo>
                    <a:pt x="627414" y="886796"/>
                    <a:pt x="601254" y="845245"/>
                    <a:pt x="601254" y="843232"/>
                  </a:cubicBezTo>
                  <a:cubicBezTo>
                    <a:pt x="601254" y="840141"/>
                    <a:pt x="593061" y="797296"/>
                    <a:pt x="593061" y="797296"/>
                  </a:cubicBezTo>
                  <a:lnTo>
                    <a:pt x="558348" y="778893"/>
                  </a:lnTo>
                  <a:lnTo>
                    <a:pt x="488923" y="778893"/>
                  </a:lnTo>
                  <a:lnTo>
                    <a:pt x="482814" y="706432"/>
                  </a:lnTo>
                  <a:lnTo>
                    <a:pt x="470597" y="614560"/>
                  </a:lnTo>
                  <a:lnTo>
                    <a:pt x="490001" y="561436"/>
                  </a:lnTo>
                  <a:lnTo>
                    <a:pt x="515515" y="540014"/>
                  </a:lnTo>
                  <a:cubicBezTo>
                    <a:pt x="515515" y="540014"/>
                    <a:pt x="518605" y="544111"/>
                    <a:pt x="521624" y="539007"/>
                  </a:cubicBezTo>
                  <a:cubicBezTo>
                    <a:pt x="524714" y="533903"/>
                    <a:pt x="490001" y="411408"/>
                    <a:pt x="490001" y="411408"/>
                  </a:cubicBezTo>
                  <a:lnTo>
                    <a:pt x="494098" y="376687"/>
                  </a:lnTo>
                  <a:lnTo>
                    <a:pt x="405268" y="294017"/>
                  </a:lnTo>
                  <a:lnTo>
                    <a:pt x="345042" y="70449"/>
                  </a:lnTo>
                  <a:lnTo>
                    <a:pt x="303214" y="77566"/>
                  </a:lnTo>
                  <a:lnTo>
                    <a:pt x="284816" y="60241"/>
                  </a:lnTo>
                  <a:lnTo>
                    <a:pt x="282804" y="19409"/>
                  </a:lnTo>
                  <a:lnTo>
                    <a:pt x="266489" y="0"/>
                  </a:lnTo>
                  <a:lnTo>
                    <a:pt x="217475" y="11214"/>
                  </a:lnTo>
                  <a:lnTo>
                    <a:pt x="200155" y="46942"/>
                  </a:lnTo>
                  <a:lnTo>
                    <a:pt x="146037" y="50033"/>
                  </a:lnTo>
                  <a:lnTo>
                    <a:pt x="126633" y="30624"/>
                  </a:lnTo>
                  <a:lnTo>
                    <a:pt x="125627" y="47302"/>
                  </a:lnTo>
                  <a:lnTo>
                    <a:pt x="88902" y="55497"/>
                  </a:lnTo>
                  <a:close/>
                </a:path>
              </a:pathLst>
            </a:custGeom>
            <a:grpFill/>
            <a:ln w="12700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8" name="Arauca">
              <a:extLst>
                <a:ext uri="{FF2B5EF4-FFF2-40B4-BE49-F238E27FC236}">
                  <a16:creationId xmlns:a16="http://schemas.microsoft.com/office/drawing/2014/main" id="{F13B59D8-17BF-10B6-E6B7-6090DB1F58FE}"/>
                </a:ext>
              </a:extLst>
            </p:cNvPr>
            <p:cNvSpPr/>
            <p:nvPr/>
          </p:nvSpPr>
          <p:spPr>
            <a:xfrm>
              <a:off x="6678925" y="2234299"/>
              <a:ext cx="1261080" cy="449723"/>
            </a:xfrm>
            <a:custGeom>
              <a:avLst/>
              <a:gdLst>
                <a:gd name="connsiteX0" fmla="*/ 186428 w 1261080"/>
                <a:gd name="connsiteY0" fmla="*/ 98413 h 449723"/>
                <a:gd name="connsiteX1" fmla="*/ 156458 w 1261080"/>
                <a:gd name="connsiteY1" fmla="*/ 175979 h 449723"/>
                <a:gd name="connsiteX2" fmla="*/ 123830 w 1261080"/>
                <a:gd name="connsiteY2" fmla="*/ 220908 h 449723"/>
                <a:gd name="connsiteX3" fmla="*/ 122464 w 1261080"/>
                <a:gd name="connsiteY3" fmla="*/ 253545 h 449723"/>
                <a:gd name="connsiteX4" fmla="*/ 108881 w 1261080"/>
                <a:gd name="connsiteY4" fmla="*/ 275326 h 449723"/>
                <a:gd name="connsiteX5" fmla="*/ 66694 w 1261080"/>
                <a:gd name="connsiteY5" fmla="*/ 275326 h 449723"/>
                <a:gd name="connsiteX6" fmla="*/ 54476 w 1261080"/>
                <a:gd name="connsiteY6" fmla="*/ 280790 h 449723"/>
                <a:gd name="connsiteX7" fmla="*/ 55842 w 1261080"/>
                <a:gd name="connsiteY7" fmla="*/ 303937 h 449723"/>
                <a:gd name="connsiteX8" fmla="*/ 24507 w 1261080"/>
                <a:gd name="connsiteY8" fmla="*/ 328451 h 449723"/>
                <a:gd name="connsiteX9" fmla="*/ 0 w 1261080"/>
                <a:gd name="connsiteY9" fmla="*/ 343403 h 449723"/>
                <a:gd name="connsiteX10" fmla="*/ 9558 w 1261080"/>
                <a:gd name="connsiteY10" fmla="*/ 373380 h 449723"/>
                <a:gd name="connsiteX11" fmla="*/ 50380 w 1261080"/>
                <a:gd name="connsiteY11" fmla="*/ 414212 h 449723"/>
                <a:gd name="connsiteX12" fmla="*/ 93933 w 1261080"/>
                <a:gd name="connsiteY12" fmla="*/ 440091 h 449723"/>
                <a:gd name="connsiteX13" fmla="*/ 134754 w 1261080"/>
                <a:gd name="connsiteY13" fmla="*/ 441457 h 449723"/>
                <a:gd name="connsiteX14" fmla="*/ 170113 w 1261080"/>
                <a:gd name="connsiteY14" fmla="*/ 423773 h 449723"/>
                <a:gd name="connsiteX15" fmla="*/ 221859 w 1261080"/>
                <a:gd name="connsiteY15" fmla="*/ 397893 h 449723"/>
                <a:gd name="connsiteX16" fmla="*/ 295381 w 1261080"/>
                <a:gd name="connsiteY16" fmla="*/ 385673 h 449723"/>
                <a:gd name="connsiteX17" fmla="*/ 325350 w 1261080"/>
                <a:gd name="connsiteY17" fmla="*/ 362525 h 449723"/>
                <a:gd name="connsiteX18" fmla="*/ 378461 w 1261080"/>
                <a:gd name="connsiteY18" fmla="*/ 381575 h 449723"/>
                <a:gd name="connsiteX19" fmla="*/ 428841 w 1261080"/>
                <a:gd name="connsiteY19" fmla="*/ 380209 h 449723"/>
                <a:gd name="connsiteX20" fmla="*/ 477855 w 1261080"/>
                <a:gd name="connsiteY20" fmla="*/ 351598 h 449723"/>
                <a:gd name="connsiteX21" fmla="*/ 514580 w 1261080"/>
                <a:gd name="connsiteY21" fmla="*/ 338012 h 449723"/>
                <a:gd name="connsiteX22" fmla="*/ 578543 w 1261080"/>
                <a:gd name="connsiteY22" fmla="*/ 363891 h 449723"/>
                <a:gd name="connsiteX23" fmla="*/ 635679 w 1261080"/>
                <a:gd name="connsiteY23" fmla="*/ 370720 h 449723"/>
                <a:gd name="connsiteX24" fmla="*/ 692815 w 1261080"/>
                <a:gd name="connsiteY24" fmla="*/ 377549 h 449723"/>
                <a:gd name="connsiteX25" fmla="*/ 773092 w 1261080"/>
                <a:gd name="connsiteY25" fmla="*/ 374818 h 449723"/>
                <a:gd name="connsiteX26" fmla="*/ 797599 w 1261080"/>
                <a:gd name="connsiteY26" fmla="*/ 366623 h 449723"/>
                <a:gd name="connsiteX27" fmla="*/ 834324 w 1261080"/>
                <a:gd name="connsiteY27" fmla="*/ 342109 h 449723"/>
                <a:gd name="connsiteX28" fmla="*/ 905115 w 1261080"/>
                <a:gd name="connsiteY28" fmla="*/ 329889 h 449723"/>
                <a:gd name="connsiteX29" fmla="*/ 951399 w 1261080"/>
                <a:gd name="connsiteY29" fmla="*/ 328523 h 449723"/>
                <a:gd name="connsiteX30" fmla="*/ 984027 w 1261080"/>
                <a:gd name="connsiteY30" fmla="*/ 357134 h 449723"/>
                <a:gd name="connsiteX31" fmla="*/ 1011265 w 1261080"/>
                <a:gd name="connsiteY31" fmla="*/ 378915 h 449723"/>
                <a:gd name="connsiteX32" fmla="*/ 1031676 w 1261080"/>
                <a:gd name="connsiteY32" fmla="*/ 402063 h 449723"/>
                <a:gd name="connsiteX33" fmla="*/ 1064376 w 1261080"/>
                <a:gd name="connsiteY33" fmla="*/ 429308 h 449723"/>
                <a:gd name="connsiteX34" fmla="*/ 1101101 w 1261080"/>
                <a:gd name="connsiteY34" fmla="*/ 446992 h 449723"/>
                <a:gd name="connsiteX35" fmla="*/ 1159602 w 1261080"/>
                <a:gd name="connsiteY35" fmla="*/ 449724 h 449723"/>
                <a:gd name="connsiteX36" fmla="*/ 1205886 w 1261080"/>
                <a:gd name="connsiteY36" fmla="*/ 440163 h 449723"/>
                <a:gd name="connsiteX37" fmla="*/ 1246707 w 1261080"/>
                <a:gd name="connsiteY37" fmla="*/ 415650 h 449723"/>
                <a:gd name="connsiteX38" fmla="*/ 1261081 w 1261080"/>
                <a:gd name="connsiteY38" fmla="*/ 398900 h 449723"/>
                <a:gd name="connsiteX39" fmla="*/ 1257990 w 1261080"/>
                <a:gd name="connsiteY39" fmla="*/ 393149 h 449723"/>
                <a:gd name="connsiteX40" fmla="*/ 1248791 w 1261080"/>
                <a:gd name="connsiteY40" fmla="*/ 393149 h 449723"/>
                <a:gd name="connsiteX41" fmla="*/ 962969 w 1261080"/>
                <a:gd name="connsiteY41" fmla="*/ 57222 h 449723"/>
                <a:gd name="connsiteX42" fmla="*/ 874140 w 1261080"/>
                <a:gd name="connsiteY42" fmla="*/ 74547 h 449723"/>
                <a:gd name="connsiteX43" fmla="*/ 815926 w 1261080"/>
                <a:gd name="connsiteY43" fmla="*/ 45936 h 449723"/>
                <a:gd name="connsiteX44" fmla="*/ 758790 w 1261080"/>
                <a:gd name="connsiteY44" fmla="*/ 15312 h 449723"/>
                <a:gd name="connsiteX45" fmla="*/ 712866 w 1261080"/>
                <a:gd name="connsiteY45" fmla="*/ 0 h 449723"/>
                <a:gd name="connsiteX46" fmla="*/ 629139 w 1261080"/>
                <a:gd name="connsiteY46" fmla="*/ 15312 h 449723"/>
                <a:gd name="connsiteX47" fmla="*/ 583215 w 1261080"/>
                <a:gd name="connsiteY47" fmla="*/ 46942 h 449723"/>
                <a:gd name="connsiteX48" fmla="*/ 556695 w 1261080"/>
                <a:gd name="connsiteY48" fmla="*/ 59163 h 449723"/>
                <a:gd name="connsiteX49" fmla="*/ 521983 w 1261080"/>
                <a:gd name="connsiteY49" fmla="*/ 34649 h 449723"/>
                <a:gd name="connsiteX50" fmla="*/ 430135 w 1261080"/>
                <a:gd name="connsiteY50" fmla="*/ 37741 h 449723"/>
                <a:gd name="connsiteX51" fmla="*/ 355607 w 1261080"/>
                <a:gd name="connsiteY51" fmla="*/ 45936 h 449723"/>
                <a:gd name="connsiteX52" fmla="*/ 329087 w 1261080"/>
                <a:gd name="connsiteY52" fmla="*/ 24513 h 449723"/>
                <a:gd name="connsiteX53" fmla="*/ 281079 w 1261080"/>
                <a:gd name="connsiteY53" fmla="*/ 30624 h 449723"/>
                <a:gd name="connsiteX54" fmla="*/ 251469 w 1261080"/>
                <a:gd name="connsiteY54" fmla="*/ 37741 h 449723"/>
                <a:gd name="connsiteX55" fmla="*/ 198717 w 1261080"/>
                <a:gd name="connsiteY55" fmla="*/ 42269 h 449723"/>
                <a:gd name="connsiteX56" fmla="*/ 198717 w 1261080"/>
                <a:gd name="connsiteY56" fmla="*/ 53412 h 449723"/>
                <a:gd name="connsiteX57" fmla="*/ 186499 w 1261080"/>
                <a:gd name="connsiteY57" fmla="*/ 98341 h 449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261080" h="449723">
                  <a:moveTo>
                    <a:pt x="186428" y="98413"/>
                  </a:moveTo>
                  <a:lnTo>
                    <a:pt x="156458" y="175979"/>
                  </a:lnTo>
                  <a:lnTo>
                    <a:pt x="123830" y="220908"/>
                  </a:lnTo>
                  <a:cubicBezTo>
                    <a:pt x="123830" y="220908"/>
                    <a:pt x="126561" y="245422"/>
                    <a:pt x="122464" y="253545"/>
                  </a:cubicBezTo>
                  <a:cubicBezTo>
                    <a:pt x="118368" y="261740"/>
                    <a:pt x="108881" y="275326"/>
                    <a:pt x="108881" y="275326"/>
                  </a:cubicBezTo>
                  <a:lnTo>
                    <a:pt x="66694" y="275326"/>
                  </a:lnTo>
                  <a:lnTo>
                    <a:pt x="54476" y="280790"/>
                  </a:lnTo>
                  <a:cubicBezTo>
                    <a:pt x="54476" y="280790"/>
                    <a:pt x="57207" y="295742"/>
                    <a:pt x="55842" y="303937"/>
                  </a:cubicBezTo>
                  <a:cubicBezTo>
                    <a:pt x="54476" y="312133"/>
                    <a:pt x="24507" y="328451"/>
                    <a:pt x="24507" y="328451"/>
                  </a:cubicBezTo>
                  <a:cubicBezTo>
                    <a:pt x="24507" y="328451"/>
                    <a:pt x="0" y="327085"/>
                    <a:pt x="0" y="343403"/>
                  </a:cubicBezTo>
                  <a:cubicBezTo>
                    <a:pt x="0" y="359722"/>
                    <a:pt x="9558" y="373380"/>
                    <a:pt x="9558" y="373380"/>
                  </a:cubicBezTo>
                  <a:lnTo>
                    <a:pt x="50380" y="414212"/>
                  </a:lnTo>
                  <a:lnTo>
                    <a:pt x="93933" y="440091"/>
                  </a:lnTo>
                  <a:lnTo>
                    <a:pt x="134754" y="441457"/>
                  </a:lnTo>
                  <a:lnTo>
                    <a:pt x="170113" y="423773"/>
                  </a:lnTo>
                  <a:lnTo>
                    <a:pt x="221859" y="397893"/>
                  </a:lnTo>
                  <a:cubicBezTo>
                    <a:pt x="221859" y="397893"/>
                    <a:pt x="265411" y="408748"/>
                    <a:pt x="295381" y="385673"/>
                  </a:cubicBezTo>
                  <a:cubicBezTo>
                    <a:pt x="325350" y="362525"/>
                    <a:pt x="311695" y="357062"/>
                    <a:pt x="325350" y="362525"/>
                  </a:cubicBezTo>
                  <a:cubicBezTo>
                    <a:pt x="338933" y="367989"/>
                    <a:pt x="378461" y="381575"/>
                    <a:pt x="378461" y="381575"/>
                  </a:cubicBezTo>
                  <a:cubicBezTo>
                    <a:pt x="378461" y="381575"/>
                    <a:pt x="416551" y="384307"/>
                    <a:pt x="428841" y="380209"/>
                  </a:cubicBezTo>
                  <a:cubicBezTo>
                    <a:pt x="441130" y="376112"/>
                    <a:pt x="477855" y="351598"/>
                    <a:pt x="477855" y="351598"/>
                  </a:cubicBezTo>
                  <a:lnTo>
                    <a:pt x="514580" y="338012"/>
                  </a:lnTo>
                  <a:lnTo>
                    <a:pt x="578543" y="363891"/>
                  </a:lnTo>
                  <a:lnTo>
                    <a:pt x="635679" y="370720"/>
                  </a:lnTo>
                  <a:lnTo>
                    <a:pt x="692815" y="377549"/>
                  </a:lnTo>
                  <a:lnTo>
                    <a:pt x="773092" y="374818"/>
                  </a:lnTo>
                  <a:cubicBezTo>
                    <a:pt x="773092" y="374818"/>
                    <a:pt x="786675" y="374818"/>
                    <a:pt x="797599" y="366623"/>
                  </a:cubicBezTo>
                  <a:cubicBezTo>
                    <a:pt x="808451" y="358428"/>
                    <a:pt x="834324" y="342109"/>
                    <a:pt x="834324" y="342109"/>
                  </a:cubicBezTo>
                  <a:lnTo>
                    <a:pt x="905115" y="329889"/>
                  </a:lnTo>
                  <a:lnTo>
                    <a:pt x="951399" y="328523"/>
                  </a:lnTo>
                  <a:lnTo>
                    <a:pt x="984027" y="357134"/>
                  </a:lnTo>
                  <a:cubicBezTo>
                    <a:pt x="984027" y="357134"/>
                    <a:pt x="1004438" y="370720"/>
                    <a:pt x="1011265" y="378915"/>
                  </a:cubicBezTo>
                  <a:cubicBezTo>
                    <a:pt x="1018093" y="387110"/>
                    <a:pt x="1031676" y="402063"/>
                    <a:pt x="1031676" y="402063"/>
                  </a:cubicBezTo>
                  <a:cubicBezTo>
                    <a:pt x="1031676" y="402063"/>
                    <a:pt x="1057549" y="423844"/>
                    <a:pt x="1064376" y="429308"/>
                  </a:cubicBezTo>
                  <a:cubicBezTo>
                    <a:pt x="1071204" y="434771"/>
                    <a:pt x="1101101" y="446992"/>
                    <a:pt x="1101101" y="446992"/>
                  </a:cubicBezTo>
                  <a:lnTo>
                    <a:pt x="1159602" y="449724"/>
                  </a:lnTo>
                  <a:lnTo>
                    <a:pt x="1205886" y="440163"/>
                  </a:lnTo>
                  <a:lnTo>
                    <a:pt x="1246707" y="415650"/>
                  </a:lnTo>
                  <a:lnTo>
                    <a:pt x="1261081" y="398900"/>
                  </a:lnTo>
                  <a:lnTo>
                    <a:pt x="1257990" y="393149"/>
                  </a:lnTo>
                  <a:lnTo>
                    <a:pt x="1248791" y="393149"/>
                  </a:lnTo>
                  <a:lnTo>
                    <a:pt x="962969" y="57222"/>
                  </a:lnTo>
                  <a:lnTo>
                    <a:pt x="874140" y="74547"/>
                  </a:lnTo>
                  <a:lnTo>
                    <a:pt x="815926" y="45936"/>
                  </a:lnTo>
                  <a:lnTo>
                    <a:pt x="758790" y="15312"/>
                  </a:lnTo>
                  <a:lnTo>
                    <a:pt x="712866" y="0"/>
                  </a:lnTo>
                  <a:lnTo>
                    <a:pt x="629139" y="15312"/>
                  </a:lnTo>
                  <a:lnTo>
                    <a:pt x="583215" y="46942"/>
                  </a:lnTo>
                  <a:lnTo>
                    <a:pt x="556695" y="59163"/>
                  </a:lnTo>
                  <a:lnTo>
                    <a:pt x="521983" y="34649"/>
                  </a:lnTo>
                  <a:lnTo>
                    <a:pt x="430135" y="37741"/>
                  </a:lnTo>
                  <a:lnTo>
                    <a:pt x="355607" y="45936"/>
                  </a:lnTo>
                  <a:lnTo>
                    <a:pt x="329087" y="24513"/>
                  </a:lnTo>
                  <a:lnTo>
                    <a:pt x="281079" y="30624"/>
                  </a:lnTo>
                  <a:lnTo>
                    <a:pt x="251469" y="37741"/>
                  </a:lnTo>
                  <a:lnTo>
                    <a:pt x="198717" y="42269"/>
                  </a:lnTo>
                  <a:lnTo>
                    <a:pt x="198717" y="53412"/>
                  </a:lnTo>
                  <a:lnTo>
                    <a:pt x="186499" y="98341"/>
                  </a:lnTo>
                  <a:close/>
                </a:path>
              </a:pathLst>
            </a:custGeom>
            <a:grpFill/>
            <a:ln w="12700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9" name="Vichada">
              <a:extLst>
                <a:ext uri="{FF2B5EF4-FFF2-40B4-BE49-F238E27FC236}">
                  <a16:creationId xmlns:a16="http://schemas.microsoft.com/office/drawing/2014/main" id="{60F3073D-347E-A0EC-045D-25726E6CDD81}"/>
                </a:ext>
              </a:extLst>
            </p:cNvPr>
            <p:cNvSpPr/>
            <p:nvPr/>
          </p:nvSpPr>
          <p:spPr>
            <a:xfrm>
              <a:off x="7243741" y="2551104"/>
              <a:ext cx="1501481" cy="1479286"/>
            </a:xfrm>
            <a:custGeom>
              <a:avLst/>
              <a:gdLst>
                <a:gd name="connsiteX0" fmla="*/ 502219 w 1501481"/>
                <a:gd name="connsiteY0" fmla="*/ 157360 h 1479286"/>
                <a:gd name="connsiteX1" fmla="*/ 491295 w 1501481"/>
                <a:gd name="connsiteY1" fmla="*/ 194094 h 1479286"/>
                <a:gd name="connsiteX2" fmla="*/ 431428 w 1501481"/>
                <a:gd name="connsiteY2" fmla="*/ 237658 h 1479286"/>
                <a:gd name="connsiteX3" fmla="*/ 416479 w 1501481"/>
                <a:gd name="connsiteY3" fmla="*/ 270294 h 1479286"/>
                <a:gd name="connsiteX4" fmla="*/ 377023 w 1501481"/>
                <a:gd name="connsiteY4" fmla="*/ 294808 h 1479286"/>
                <a:gd name="connsiteX5" fmla="*/ 333471 w 1501481"/>
                <a:gd name="connsiteY5" fmla="*/ 308394 h 1479286"/>
                <a:gd name="connsiteX6" fmla="*/ 308964 w 1501481"/>
                <a:gd name="connsiteY6" fmla="*/ 312492 h 1479286"/>
                <a:gd name="connsiteX7" fmla="*/ 254559 w 1501481"/>
                <a:gd name="connsiteY7" fmla="*/ 320687 h 1479286"/>
                <a:gd name="connsiteX8" fmla="*/ 219200 w 1501481"/>
                <a:gd name="connsiteY8" fmla="*/ 347932 h 1479286"/>
                <a:gd name="connsiteX9" fmla="*/ 185206 w 1501481"/>
                <a:gd name="connsiteY9" fmla="*/ 381935 h 1479286"/>
                <a:gd name="connsiteX10" fmla="*/ 163429 w 1501481"/>
                <a:gd name="connsiteY10" fmla="*/ 403716 h 1479286"/>
                <a:gd name="connsiteX11" fmla="*/ 159333 w 1501481"/>
                <a:gd name="connsiteY11" fmla="*/ 441816 h 1479286"/>
                <a:gd name="connsiteX12" fmla="*/ 106222 w 1501481"/>
                <a:gd name="connsiteY12" fmla="*/ 471793 h 1479286"/>
                <a:gd name="connsiteX13" fmla="*/ 57207 w 1501481"/>
                <a:gd name="connsiteY13" fmla="*/ 490843 h 1479286"/>
                <a:gd name="connsiteX14" fmla="*/ 47649 w 1501481"/>
                <a:gd name="connsiteY14" fmla="*/ 522186 h 1479286"/>
                <a:gd name="connsiteX15" fmla="*/ 0 w 1501481"/>
                <a:gd name="connsiteY15" fmla="*/ 594360 h 1479286"/>
                <a:gd name="connsiteX16" fmla="*/ 0 w 1501481"/>
                <a:gd name="connsiteY16" fmla="*/ 1443846 h 1479286"/>
                <a:gd name="connsiteX17" fmla="*/ 46283 w 1501481"/>
                <a:gd name="connsiteY17" fmla="*/ 1462896 h 1479286"/>
                <a:gd name="connsiteX18" fmla="*/ 77618 w 1501481"/>
                <a:gd name="connsiteY18" fmla="*/ 1461530 h 1479286"/>
                <a:gd name="connsiteX19" fmla="*/ 122536 w 1501481"/>
                <a:gd name="connsiteY19" fmla="*/ 1472457 h 1479286"/>
                <a:gd name="connsiteX20" fmla="*/ 166089 w 1501481"/>
                <a:gd name="connsiteY20" fmla="*/ 1479286 h 1479286"/>
                <a:gd name="connsiteX21" fmla="*/ 201448 w 1501481"/>
                <a:gd name="connsiteY21" fmla="*/ 1462968 h 1479286"/>
                <a:gd name="connsiteX22" fmla="*/ 249097 w 1501481"/>
                <a:gd name="connsiteY22" fmla="*/ 1468431 h 1479286"/>
                <a:gd name="connsiteX23" fmla="*/ 284456 w 1501481"/>
                <a:gd name="connsiteY23" fmla="*/ 1452113 h 1479286"/>
                <a:gd name="connsiteX24" fmla="*/ 318450 w 1501481"/>
                <a:gd name="connsiteY24" fmla="*/ 1423502 h 1479286"/>
                <a:gd name="connsiteX25" fmla="*/ 348420 w 1501481"/>
                <a:gd name="connsiteY25" fmla="*/ 1407184 h 1479286"/>
                <a:gd name="connsiteX26" fmla="*/ 345689 w 1501481"/>
                <a:gd name="connsiteY26" fmla="*/ 1363620 h 1479286"/>
                <a:gd name="connsiteX27" fmla="*/ 336130 w 1501481"/>
                <a:gd name="connsiteY27" fmla="*/ 1330984 h 1479286"/>
                <a:gd name="connsiteX28" fmla="*/ 382414 w 1501481"/>
                <a:gd name="connsiteY28" fmla="*/ 1309202 h 1479286"/>
                <a:gd name="connsiteX29" fmla="*/ 416407 w 1501481"/>
                <a:gd name="connsiteY29" fmla="*/ 1267005 h 1479286"/>
                <a:gd name="connsiteX30" fmla="*/ 409580 w 1501481"/>
                <a:gd name="connsiteY30" fmla="*/ 1242491 h 1479286"/>
                <a:gd name="connsiteX31" fmla="*/ 413677 w 1501481"/>
                <a:gd name="connsiteY31" fmla="*/ 1216612 h 1479286"/>
                <a:gd name="connsiteX32" fmla="*/ 469447 w 1501481"/>
                <a:gd name="connsiteY32" fmla="*/ 1211149 h 1479286"/>
                <a:gd name="connsiteX33" fmla="*/ 487126 w 1501481"/>
                <a:gd name="connsiteY33" fmla="*/ 1213881 h 1479286"/>
                <a:gd name="connsiteX34" fmla="*/ 517096 w 1501481"/>
                <a:gd name="connsiteY34" fmla="*/ 1193465 h 1479286"/>
                <a:gd name="connsiteX35" fmla="*/ 525289 w 1501481"/>
                <a:gd name="connsiteY35" fmla="*/ 1178512 h 1479286"/>
                <a:gd name="connsiteX36" fmla="*/ 555258 w 1501481"/>
                <a:gd name="connsiteY36" fmla="*/ 1151267 h 1479286"/>
                <a:gd name="connsiteX37" fmla="*/ 571572 w 1501481"/>
                <a:gd name="connsiteY37" fmla="*/ 1156730 h 1479286"/>
                <a:gd name="connsiteX38" fmla="*/ 621952 w 1501481"/>
                <a:gd name="connsiteY38" fmla="*/ 1155365 h 1479286"/>
                <a:gd name="connsiteX39" fmla="*/ 627414 w 1501481"/>
                <a:gd name="connsiteY39" fmla="*/ 1141778 h 1479286"/>
                <a:gd name="connsiteX40" fmla="*/ 631511 w 1501481"/>
                <a:gd name="connsiteY40" fmla="*/ 1113167 h 1479286"/>
                <a:gd name="connsiteX41" fmla="*/ 636973 w 1501481"/>
                <a:gd name="connsiteY41" fmla="*/ 1102312 h 1479286"/>
                <a:gd name="connsiteX42" fmla="*/ 677794 w 1501481"/>
                <a:gd name="connsiteY42" fmla="*/ 1091385 h 1479286"/>
                <a:gd name="connsiteX43" fmla="*/ 721347 w 1501481"/>
                <a:gd name="connsiteY43" fmla="*/ 1098215 h 1479286"/>
                <a:gd name="connsiteX44" fmla="*/ 753975 w 1501481"/>
                <a:gd name="connsiteY44" fmla="*/ 1088654 h 1479286"/>
                <a:gd name="connsiteX45" fmla="*/ 797528 w 1501481"/>
                <a:gd name="connsiteY45" fmla="*/ 1114533 h 1479286"/>
                <a:gd name="connsiteX46" fmla="*/ 836983 w 1501481"/>
                <a:gd name="connsiteY46" fmla="*/ 1126754 h 1479286"/>
                <a:gd name="connsiteX47" fmla="*/ 864222 w 1501481"/>
                <a:gd name="connsiteY47" fmla="*/ 1114533 h 1479286"/>
                <a:gd name="connsiteX48" fmla="*/ 906409 w 1501481"/>
                <a:gd name="connsiteY48" fmla="*/ 1098215 h 1479286"/>
                <a:gd name="connsiteX49" fmla="*/ 935012 w 1501481"/>
                <a:gd name="connsiteY49" fmla="*/ 1083262 h 1479286"/>
                <a:gd name="connsiteX50" fmla="*/ 981296 w 1501481"/>
                <a:gd name="connsiteY50" fmla="*/ 1080530 h 1479286"/>
                <a:gd name="connsiteX51" fmla="*/ 1030310 w 1501481"/>
                <a:gd name="connsiteY51" fmla="*/ 1080530 h 1479286"/>
                <a:gd name="connsiteX52" fmla="*/ 1056183 w 1501481"/>
                <a:gd name="connsiteY52" fmla="*/ 1068310 h 1479286"/>
                <a:gd name="connsiteX53" fmla="*/ 1075228 w 1501481"/>
                <a:gd name="connsiteY53" fmla="*/ 1042430 h 1479286"/>
                <a:gd name="connsiteX54" fmla="*/ 1117415 w 1501481"/>
                <a:gd name="connsiteY54" fmla="*/ 1024746 h 1479286"/>
                <a:gd name="connsiteX55" fmla="*/ 1137826 w 1501481"/>
                <a:gd name="connsiteY55" fmla="*/ 1004330 h 1479286"/>
                <a:gd name="connsiteX56" fmla="*/ 1158237 w 1501481"/>
                <a:gd name="connsiteY56" fmla="*/ 989378 h 1479286"/>
                <a:gd name="connsiteX57" fmla="*/ 1227662 w 1501481"/>
                <a:gd name="connsiteY57" fmla="*/ 971694 h 1479286"/>
                <a:gd name="connsiteX58" fmla="*/ 1276676 w 1501481"/>
                <a:gd name="connsiteY58" fmla="*/ 981255 h 1479286"/>
                <a:gd name="connsiteX59" fmla="*/ 1301184 w 1501481"/>
                <a:gd name="connsiteY59" fmla="*/ 988084 h 1479286"/>
                <a:gd name="connsiteX60" fmla="*/ 1331153 w 1501481"/>
                <a:gd name="connsiteY60" fmla="*/ 1001671 h 1479286"/>
                <a:gd name="connsiteX61" fmla="*/ 1350198 w 1501481"/>
                <a:gd name="connsiteY61" fmla="*/ 1009866 h 1479286"/>
                <a:gd name="connsiteX62" fmla="*/ 1377436 w 1501481"/>
                <a:gd name="connsiteY62" fmla="*/ 990816 h 1479286"/>
                <a:gd name="connsiteX63" fmla="*/ 1393751 w 1501481"/>
                <a:gd name="connsiteY63" fmla="*/ 970400 h 1479286"/>
                <a:gd name="connsiteX64" fmla="*/ 1405394 w 1501481"/>
                <a:gd name="connsiteY64" fmla="*/ 962923 h 1479286"/>
                <a:gd name="connsiteX65" fmla="*/ 1395476 w 1501481"/>
                <a:gd name="connsiteY65" fmla="*/ 916988 h 1479286"/>
                <a:gd name="connsiteX66" fmla="*/ 1359757 w 1501481"/>
                <a:gd name="connsiteY66" fmla="*/ 888377 h 1479286"/>
                <a:gd name="connsiteX67" fmla="*/ 1366872 w 1501481"/>
                <a:gd name="connsiteY67" fmla="*/ 828136 h 1479286"/>
                <a:gd name="connsiteX68" fmla="*/ 1343371 w 1501481"/>
                <a:gd name="connsiteY68" fmla="*/ 759700 h 1479286"/>
                <a:gd name="connsiteX69" fmla="*/ 1322960 w 1501481"/>
                <a:gd name="connsiteY69" fmla="*/ 730082 h 1479286"/>
                <a:gd name="connsiteX70" fmla="*/ 1340280 w 1501481"/>
                <a:gd name="connsiteY70" fmla="*/ 668835 h 1479286"/>
                <a:gd name="connsiteX71" fmla="*/ 1335178 w 1501481"/>
                <a:gd name="connsiteY71" fmla="*/ 594288 h 1479286"/>
                <a:gd name="connsiteX72" fmla="*/ 1346389 w 1501481"/>
                <a:gd name="connsiteY72" fmla="*/ 538144 h 1479286"/>
                <a:gd name="connsiteX73" fmla="*/ 1351492 w 1501481"/>
                <a:gd name="connsiteY73" fmla="*/ 499326 h 1479286"/>
                <a:gd name="connsiteX74" fmla="*/ 1336184 w 1501481"/>
                <a:gd name="connsiteY74" fmla="*/ 440091 h 1479286"/>
                <a:gd name="connsiteX75" fmla="*/ 1354582 w 1501481"/>
                <a:gd name="connsiteY75" fmla="*/ 410474 h 1479286"/>
                <a:gd name="connsiteX76" fmla="*/ 1432128 w 1501481"/>
                <a:gd name="connsiteY76" fmla="*/ 342037 h 1479286"/>
                <a:gd name="connsiteX77" fmla="*/ 1431122 w 1501481"/>
                <a:gd name="connsiteY77" fmla="*/ 269575 h 1479286"/>
                <a:gd name="connsiteX78" fmla="*/ 1443340 w 1501481"/>
                <a:gd name="connsiteY78" fmla="*/ 195029 h 1479286"/>
                <a:gd name="connsiteX79" fmla="*/ 1490271 w 1501481"/>
                <a:gd name="connsiteY79" fmla="*/ 163399 h 1479286"/>
                <a:gd name="connsiteX80" fmla="*/ 1501482 w 1501481"/>
                <a:gd name="connsiteY80" fmla="*/ 105170 h 1479286"/>
                <a:gd name="connsiteX81" fmla="*/ 1485168 w 1501481"/>
                <a:gd name="connsiteY81" fmla="*/ 78644 h 1479286"/>
                <a:gd name="connsiteX82" fmla="*/ 1489264 w 1501481"/>
                <a:gd name="connsiteY82" fmla="*/ 36806 h 1479286"/>
                <a:gd name="connsiteX83" fmla="*/ 1406615 w 1501481"/>
                <a:gd name="connsiteY83" fmla="*/ 3091 h 1479286"/>
                <a:gd name="connsiteX84" fmla="*/ 1307580 w 1501481"/>
                <a:gd name="connsiteY84" fmla="*/ 0 h 1479286"/>
                <a:gd name="connsiteX85" fmla="*/ 1261656 w 1501481"/>
                <a:gd name="connsiteY85" fmla="*/ 44929 h 1479286"/>
                <a:gd name="connsiteX86" fmla="*/ 1209623 w 1501481"/>
                <a:gd name="connsiteY86" fmla="*/ 29617 h 1479286"/>
                <a:gd name="connsiteX87" fmla="*/ 1175917 w 1501481"/>
                <a:gd name="connsiteY87" fmla="*/ 42916 h 1479286"/>
                <a:gd name="connsiteX88" fmla="*/ 1139191 w 1501481"/>
                <a:gd name="connsiteY88" fmla="*/ 58228 h 1479286"/>
                <a:gd name="connsiteX89" fmla="*/ 1079972 w 1501481"/>
                <a:gd name="connsiteY89" fmla="*/ 48020 h 1479286"/>
                <a:gd name="connsiteX90" fmla="*/ 999335 w 1501481"/>
                <a:gd name="connsiteY90" fmla="*/ 79650 h 1479286"/>
                <a:gd name="connsiteX91" fmla="*/ 979930 w 1501481"/>
                <a:gd name="connsiteY91" fmla="*/ 84755 h 1479286"/>
                <a:gd name="connsiteX92" fmla="*/ 939109 w 1501481"/>
                <a:gd name="connsiteY92" fmla="*/ 57222 h 1479286"/>
                <a:gd name="connsiteX93" fmla="*/ 868678 w 1501481"/>
                <a:gd name="connsiteY93" fmla="*/ 46008 h 1479286"/>
                <a:gd name="connsiteX94" fmla="*/ 826850 w 1501481"/>
                <a:gd name="connsiteY94" fmla="*/ 57222 h 1479286"/>
                <a:gd name="connsiteX95" fmla="*/ 783944 w 1501481"/>
                <a:gd name="connsiteY95" fmla="*/ 54131 h 1479286"/>
                <a:gd name="connsiteX96" fmla="*/ 722712 w 1501481"/>
                <a:gd name="connsiteY96" fmla="*/ 102151 h 1479286"/>
                <a:gd name="connsiteX97" fmla="*/ 705392 w 1501481"/>
                <a:gd name="connsiteY97" fmla="*/ 99060 h 1479286"/>
                <a:gd name="connsiteX98" fmla="*/ 696264 w 1501481"/>
                <a:gd name="connsiteY98" fmla="*/ 82310 h 1479286"/>
                <a:gd name="connsiteX99" fmla="*/ 681891 w 1501481"/>
                <a:gd name="connsiteY99" fmla="*/ 99060 h 1479286"/>
                <a:gd name="connsiteX100" fmla="*/ 641069 w 1501481"/>
                <a:gd name="connsiteY100" fmla="*/ 123573 h 1479286"/>
                <a:gd name="connsiteX101" fmla="*/ 594786 w 1501481"/>
                <a:gd name="connsiteY101" fmla="*/ 133134 h 1479286"/>
                <a:gd name="connsiteX102" fmla="*/ 536285 w 1501481"/>
                <a:gd name="connsiteY102" fmla="*/ 130403 h 1479286"/>
                <a:gd name="connsiteX103" fmla="*/ 522989 w 1501481"/>
                <a:gd name="connsiteY103" fmla="*/ 124724 h 1479286"/>
                <a:gd name="connsiteX104" fmla="*/ 517239 w 1501481"/>
                <a:gd name="connsiteY104" fmla="*/ 131768 h 1479286"/>
                <a:gd name="connsiteX105" fmla="*/ 502291 w 1501481"/>
                <a:gd name="connsiteY105" fmla="*/ 157648 h 1479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1501481" h="1479286">
                  <a:moveTo>
                    <a:pt x="502219" y="157360"/>
                  </a:moveTo>
                  <a:cubicBezTo>
                    <a:pt x="502219" y="157360"/>
                    <a:pt x="498122" y="183239"/>
                    <a:pt x="491295" y="194094"/>
                  </a:cubicBezTo>
                  <a:cubicBezTo>
                    <a:pt x="484467" y="205021"/>
                    <a:pt x="431428" y="237658"/>
                    <a:pt x="431428" y="237658"/>
                  </a:cubicBezTo>
                  <a:lnTo>
                    <a:pt x="416479" y="270294"/>
                  </a:lnTo>
                  <a:lnTo>
                    <a:pt x="377023" y="294808"/>
                  </a:lnTo>
                  <a:lnTo>
                    <a:pt x="333471" y="308394"/>
                  </a:lnTo>
                  <a:lnTo>
                    <a:pt x="308964" y="312492"/>
                  </a:lnTo>
                  <a:lnTo>
                    <a:pt x="254559" y="320687"/>
                  </a:lnTo>
                  <a:lnTo>
                    <a:pt x="219200" y="347932"/>
                  </a:lnTo>
                  <a:lnTo>
                    <a:pt x="185206" y="381935"/>
                  </a:lnTo>
                  <a:lnTo>
                    <a:pt x="163429" y="403716"/>
                  </a:lnTo>
                  <a:lnTo>
                    <a:pt x="159333" y="441816"/>
                  </a:lnTo>
                  <a:cubicBezTo>
                    <a:pt x="159333" y="441816"/>
                    <a:pt x="110319" y="470427"/>
                    <a:pt x="106222" y="471793"/>
                  </a:cubicBezTo>
                  <a:cubicBezTo>
                    <a:pt x="102125" y="473159"/>
                    <a:pt x="57207" y="490843"/>
                    <a:pt x="57207" y="490843"/>
                  </a:cubicBezTo>
                  <a:lnTo>
                    <a:pt x="47649" y="522186"/>
                  </a:lnTo>
                  <a:lnTo>
                    <a:pt x="0" y="594360"/>
                  </a:lnTo>
                  <a:lnTo>
                    <a:pt x="0" y="1443846"/>
                  </a:lnTo>
                  <a:lnTo>
                    <a:pt x="46283" y="1462896"/>
                  </a:lnTo>
                  <a:cubicBezTo>
                    <a:pt x="46283" y="1462896"/>
                    <a:pt x="73522" y="1461530"/>
                    <a:pt x="77618" y="1461530"/>
                  </a:cubicBezTo>
                  <a:cubicBezTo>
                    <a:pt x="81715" y="1461530"/>
                    <a:pt x="122536" y="1472457"/>
                    <a:pt x="122536" y="1472457"/>
                  </a:cubicBezTo>
                  <a:lnTo>
                    <a:pt x="166089" y="1479286"/>
                  </a:lnTo>
                  <a:lnTo>
                    <a:pt x="201448" y="1462968"/>
                  </a:lnTo>
                  <a:lnTo>
                    <a:pt x="249097" y="1468431"/>
                  </a:lnTo>
                  <a:lnTo>
                    <a:pt x="284456" y="1452113"/>
                  </a:lnTo>
                  <a:cubicBezTo>
                    <a:pt x="284456" y="1452113"/>
                    <a:pt x="307598" y="1427600"/>
                    <a:pt x="318450" y="1423502"/>
                  </a:cubicBezTo>
                  <a:cubicBezTo>
                    <a:pt x="329303" y="1419405"/>
                    <a:pt x="348420" y="1407184"/>
                    <a:pt x="348420" y="1407184"/>
                  </a:cubicBezTo>
                  <a:lnTo>
                    <a:pt x="345689" y="1363620"/>
                  </a:lnTo>
                  <a:lnTo>
                    <a:pt x="336130" y="1330984"/>
                  </a:lnTo>
                  <a:lnTo>
                    <a:pt x="382414" y="1309202"/>
                  </a:lnTo>
                  <a:lnTo>
                    <a:pt x="416407" y="1267005"/>
                  </a:lnTo>
                  <a:lnTo>
                    <a:pt x="409580" y="1242491"/>
                  </a:lnTo>
                  <a:lnTo>
                    <a:pt x="413677" y="1216612"/>
                  </a:lnTo>
                  <a:lnTo>
                    <a:pt x="469447" y="1211149"/>
                  </a:lnTo>
                  <a:lnTo>
                    <a:pt x="487126" y="1213881"/>
                  </a:lnTo>
                  <a:lnTo>
                    <a:pt x="517096" y="1193465"/>
                  </a:lnTo>
                  <a:lnTo>
                    <a:pt x="525289" y="1178512"/>
                  </a:lnTo>
                  <a:lnTo>
                    <a:pt x="555258" y="1151267"/>
                  </a:lnTo>
                  <a:cubicBezTo>
                    <a:pt x="555258" y="1151267"/>
                    <a:pt x="563451" y="1156730"/>
                    <a:pt x="571572" y="1156730"/>
                  </a:cubicBezTo>
                  <a:cubicBezTo>
                    <a:pt x="579693" y="1156730"/>
                    <a:pt x="621952" y="1155365"/>
                    <a:pt x="621952" y="1155365"/>
                  </a:cubicBezTo>
                  <a:cubicBezTo>
                    <a:pt x="621952" y="1155365"/>
                    <a:pt x="623318" y="1170317"/>
                    <a:pt x="627414" y="1141778"/>
                  </a:cubicBezTo>
                  <a:lnTo>
                    <a:pt x="631511" y="1113167"/>
                  </a:lnTo>
                  <a:cubicBezTo>
                    <a:pt x="631511" y="1113167"/>
                    <a:pt x="621952" y="1106338"/>
                    <a:pt x="636973" y="1102312"/>
                  </a:cubicBezTo>
                  <a:cubicBezTo>
                    <a:pt x="651921" y="1098215"/>
                    <a:pt x="677794" y="1091385"/>
                    <a:pt x="677794" y="1091385"/>
                  </a:cubicBezTo>
                  <a:lnTo>
                    <a:pt x="721347" y="1098215"/>
                  </a:lnTo>
                  <a:lnTo>
                    <a:pt x="753975" y="1088654"/>
                  </a:lnTo>
                  <a:lnTo>
                    <a:pt x="797528" y="1114533"/>
                  </a:lnTo>
                  <a:lnTo>
                    <a:pt x="836983" y="1126754"/>
                  </a:lnTo>
                  <a:cubicBezTo>
                    <a:pt x="836983" y="1126754"/>
                    <a:pt x="845177" y="1122656"/>
                    <a:pt x="864222" y="1114533"/>
                  </a:cubicBezTo>
                  <a:cubicBezTo>
                    <a:pt x="883267" y="1106338"/>
                    <a:pt x="906409" y="1098215"/>
                    <a:pt x="906409" y="1098215"/>
                  </a:cubicBezTo>
                  <a:lnTo>
                    <a:pt x="935012" y="1083262"/>
                  </a:lnTo>
                  <a:cubicBezTo>
                    <a:pt x="935012" y="1083262"/>
                    <a:pt x="955423" y="1073701"/>
                    <a:pt x="981296" y="1080530"/>
                  </a:cubicBezTo>
                  <a:cubicBezTo>
                    <a:pt x="1007169" y="1087360"/>
                    <a:pt x="1030310" y="1080530"/>
                    <a:pt x="1030310" y="1080530"/>
                  </a:cubicBezTo>
                  <a:lnTo>
                    <a:pt x="1056183" y="1068310"/>
                  </a:lnTo>
                  <a:cubicBezTo>
                    <a:pt x="1056183" y="1068310"/>
                    <a:pt x="1065742" y="1046528"/>
                    <a:pt x="1075228" y="1042430"/>
                  </a:cubicBezTo>
                  <a:cubicBezTo>
                    <a:pt x="1084787" y="1038333"/>
                    <a:pt x="1117415" y="1024746"/>
                    <a:pt x="1117415" y="1024746"/>
                  </a:cubicBezTo>
                  <a:lnTo>
                    <a:pt x="1137826" y="1004330"/>
                  </a:lnTo>
                  <a:cubicBezTo>
                    <a:pt x="1137826" y="1004330"/>
                    <a:pt x="1151409" y="996135"/>
                    <a:pt x="1158237" y="989378"/>
                  </a:cubicBezTo>
                  <a:cubicBezTo>
                    <a:pt x="1165064" y="982549"/>
                    <a:pt x="1223566" y="971694"/>
                    <a:pt x="1227662" y="971694"/>
                  </a:cubicBezTo>
                  <a:cubicBezTo>
                    <a:pt x="1231758" y="971694"/>
                    <a:pt x="1265753" y="977157"/>
                    <a:pt x="1276676" y="981255"/>
                  </a:cubicBezTo>
                  <a:cubicBezTo>
                    <a:pt x="1287601" y="985352"/>
                    <a:pt x="1301184" y="988084"/>
                    <a:pt x="1301184" y="988084"/>
                  </a:cubicBezTo>
                  <a:cubicBezTo>
                    <a:pt x="1301184" y="988084"/>
                    <a:pt x="1318863" y="994913"/>
                    <a:pt x="1331153" y="1001671"/>
                  </a:cubicBezTo>
                  <a:cubicBezTo>
                    <a:pt x="1343371" y="1008500"/>
                    <a:pt x="1333884" y="1016623"/>
                    <a:pt x="1350198" y="1009866"/>
                  </a:cubicBezTo>
                  <a:cubicBezTo>
                    <a:pt x="1366512" y="1003036"/>
                    <a:pt x="1370609" y="1003036"/>
                    <a:pt x="1377436" y="990816"/>
                  </a:cubicBezTo>
                  <a:cubicBezTo>
                    <a:pt x="1384264" y="978595"/>
                    <a:pt x="1381533" y="978595"/>
                    <a:pt x="1393751" y="970400"/>
                  </a:cubicBezTo>
                  <a:cubicBezTo>
                    <a:pt x="1396410" y="968603"/>
                    <a:pt x="1400650" y="965943"/>
                    <a:pt x="1405394" y="962923"/>
                  </a:cubicBezTo>
                  <a:lnTo>
                    <a:pt x="1395476" y="916988"/>
                  </a:lnTo>
                  <a:lnTo>
                    <a:pt x="1359757" y="888377"/>
                  </a:lnTo>
                  <a:lnTo>
                    <a:pt x="1366872" y="828136"/>
                  </a:lnTo>
                  <a:lnTo>
                    <a:pt x="1343371" y="759700"/>
                  </a:lnTo>
                  <a:cubicBezTo>
                    <a:pt x="1343371" y="759700"/>
                    <a:pt x="1322960" y="734180"/>
                    <a:pt x="1322960" y="730082"/>
                  </a:cubicBezTo>
                  <a:cubicBezTo>
                    <a:pt x="1322960" y="725985"/>
                    <a:pt x="1340280" y="668835"/>
                    <a:pt x="1340280" y="668835"/>
                  </a:cubicBezTo>
                  <a:lnTo>
                    <a:pt x="1335178" y="594288"/>
                  </a:lnTo>
                  <a:cubicBezTo>
                    <a:pt x="1335178" y="594288"/>
                    <a:pt x="1342293" y="544255"/>
                    <a:pt x="1346389" y="538144"/>
                  </a:cubicBezTo>
                  <a:cubicBezTo>
                    <a:pt x="1350486" y="532034"/>
                    <a:pt x="1351492" y="499326"/>
                    <a:pt x="1351492" y="499326"/>
                  </a:cubicBezTo>
                  <a:lnTo>
                    <a:pt x="1336184" y="440091"/>
                  </a:lnTo>
                  <a:lnTo>
                    <a:pt x="1354582" y="410474"/>
                  </a:lnTo>
                  <a:lnTo>
                    <a:pt x="1432128" y="342037"/>
                  </a:lnTo>
                  <a:lnTo>
                    <a:pt x="1431122" y="269575"/>
                  </a:lnTo>
                  <a:lnTo>
                    <a:pt x="1443340" y="195029"/>
                  </a:lnTo>
                  <a:lnTo>
                    <a:pt x="1490271" y="163399"/>
                  </a:lnTo>
                  <a:lnTo>
                    <a:pt x="1501482" y="105170"/>
                  </a:lnTo>
                  <a:lnTo>
                    <a:pt x="1485168" y="78644"/>
                  </a:lnTo>
                  <a:lnTo>
                    <a:pt x="1489264" y="36806"/>
                  </a:lnTo>
                  <a:cubicBezTo>
                    <a:pt x="1489264" y="36806"/>
                    <a:pt x="1415743" y="5176"/>
                    <a:pt x="1406615" y="3091"/>
                  </a:cubicBezTo>
                  <a:cubicBezTo>
                    <a:pt x="1397416" y="1078"/>
                    <a:pt x="1307580" y="0"/>
                    <a:pt x="1307580" y="0"/>
                  </a:cubicBezTo>
                  <a:lnTo>
                    <a:pt x="1261656" y="44929"/>
                  </a:lnTo>
                  <a:lnTo>
                    <a:pt x="1209623" y="29617"/>
                  </a:lnTo>
                  <a:lnTo>
                    <a:pt x="1175917" y="42916"/>
                  </a:lnTo>
                  <a:lnTo>
                    <a:pt x="1139191" y="58228"/>
                  </a:lnTo>
                  <a:lnTo>
                    <a:pt x="1079972" y="48020"/>
                  </a:lnTo>
                  <a:lnTo>
                    <a:pt x="999335" y="79650"/>
                  </a:lnTo>
                  <a:lnTo>
                    <a:pt x="979930" y="84755"/>
                  </a:lnTo>
                  <a:lnTo>
                    <a:pt x="939109" y="57222"/>
                  </a:lnTo>
                  <a:cubicBezTo>
                    <a:pt x="939109" y="57222"/>
                    <a:pt x="877877" y="46008"/>
                    <a:pt x="868678" y="46008"/>
                  </a:cubicBezTo>
                  <a:cubicBezTo>
                    <a:pt x="859478" y="46008"/>
                    <a:pt x="826850" y="57222"/>
                    <a:pt x="826850" y="57222"/>
                  </a:cubicBezTo>
                  <a:lnTo>
                    <a:pt x="783944" y="54131"/>
                  </a:lnTo>
                  <a:lnTo>
                    <a:pt x="722712" y="102151"/>
                  </a:lnTo>
                  <a:lnTo>
                    <a:pt x="705392" y="99060"/>
                  </a:lnTo>
                  <a:lnTo>
                    <a:pt x="696264" y="82310"/>
                  </a:lnTo>
                  <a:lnTo>
                    <a:pt x="681891" y="99060"/>
                  </a:lnTo>
                  <a:lnTo>
                    <a:pt x="641069" y="123573"/>
                  </a:lnTo>
                  <a:lnTo>
                    <a:pt x="594786" y="133134"/>
                  </a:lnTo>
                  <a:lnTo>
                    <a:pt x="536285" y="130403"/>
                  </a:lnTo>
                  <a:cubicBezTo>
                    <a:pt x="536285" y="130403"/>
                    <a:pt x="530176" y="127887"/>
                    <a:pt x="522989" y="124724"/>
                  </a:cubicBezTo>
                  <a:lnTo>
                    <a:pt x="517239" y="131768"/>
                  </a:lnTo>
                  <a:lnTo>
                    <a:pt x="502291" y="157648"/>
                  </a:lnTo>
                  <a:close/>
                </a:path>
              </a:pathLst>
            </a:custGeom>
            <a:grpFill/>
            <a:ln w="12700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0" name="Guainía">
              <a:extLst>
                <a:ext uri="{FF2B5EF4-FFF2-40B4-BE49-F238E27FC236}">
                  <a16:creationId xmlns:a16="http://schemas.microsoft.com/office/drawing/2014/main" id="{E83DC41A-3A31-51EF-CA7C-C3D8B934BE0B}"/>
                </a:ext>
              </a:extLst>
            </p:cNvPr>
            <p:cNvSpPr/>
            <p:nvPr/>
          </p:nvSpPr>
          <p:spPr>
            <a:xfrm>
              <a:off x="7339542" y="3513668"/>
              <a:ext cx="1658874" cy="1193320"/>
            </a:xfrm>
            <a:custGeom>
              <a:avLst/>
              <a:gdLst>
                <a:gd name="connsiteX0" fmla="*/ 1658875 w 1658874"/>
                <a:gd name="connsiteY0" fmla="*/ 1103750 h 1193320"/>
                <a:gd name="connsiteX1" fmla="*/ 1622150 w 1658874"/>
                <a:gd name="connsiteY1" fmla="*/ 1000664 h 1193320"/>
                <a:gd name="connsiteX2" fmla="*/ 1544603 w 1658874"/>
                <a:gd name="connsiteY2" fmla="*/ 849558 h 1193320"/>
                <a:gd name="connsiteX3" fmla="*/ 1551718 w 1658874"/>
                <a:gd name="connsiteY3" fmla="*/ 810739 h 1193320"/>
                <a:gd name="connsiteX4" fmla="*/ 1533320 w 1658874"/>
                <a:gd name="connsiteY4" fmla="*/ 787232 h 1193320"/>
                <a:gd name="connsiteX5" fmla="*/ 1514922 w 1658874"/>
                <a:gd name="connsiteY5" fmla="*/ 740290 h 1193320"/>
                <a:gd name="connsiteX6" fmla="*/ 1520024 w 1658874"/>
                <a:gd name="connsiteY6" fmla="*/ 696367 h 1193320"/>
                <a:gd name="connsiteX7" fmla="*/ 1420989 w 1658874"/>
                <a:gd name="connsiteY7" fmla="*/ 593210 h 1193320"/>
                <a:gd name="connsiteX8" fmla="*/ 1364860 w 1658874"/>
                <a:gd name="connsiteY8" fmla="*/ 559495 h 1193320"/>
                <a:gd name="connsiteX9" fmla="*/ 1345455 w 1658874"/>
                <a:gd name="connsiteY9" fmla="*/ 504358 h 1193320"/>
                <a:gd name="connsiteX10" fmla="*/ 1293422 w 1658874"/>
                <a:gd name="connsiteY10" fmla="*/ 491059 h 1193320"/>
                <a:gd name="connsiteX11" fmla="*/ 1253607 w 1658874"/>
                <a:gd name="connsiteY11" fmla="*/ 487968 h 1193320"/>
                <a:gd name="connsiteX12" fmla="*/ 1265824 w 1658874"/>
                <a:gd name="connsiteY12" fmla="*/ 466545 h 1193320"/>
                <a:gd name="connsiteX13" fmla="*/ 1461811 w 1658874"/>
                <a:gd name="connsiteY13" fmla="*/ 278705 h 1193320"/>
                <a:gd name="connsiteX14" fmla="*/ 1467919 w 1658874"/>
                <a:gd name="connsiteY14" fmla="*/ 248081 h 1193320"/>
                <a:gd name="connsiteX15" fmla="*/ 1444418 w 1658874"/>
                <a:gd name="connsiteY15" fmla="*/ 220549 h 1193320"/>
                <a:gd name="connsiteX16" fmla="*/ 1423001 w 1658874"/>
                <a:gd name="connsiteY16" fmla="*/ 170515 h 1193320"/>
                <a:gd name="connsiteX17" fmla="*/ 1389295 w 1658874"/>
                <a:gd name="connsiteY17" fmla="*/ 94962 h 1193320"/>
                <a:gd name="connsiteX18" fmla="*/ 1344377 w 1658874"/>
                <a:gd name="connsiteY18" fmla="*/ 100067 h 1193320"/>
                <a:gd name="connsiteX19" fmla="*/ 1331081 w 1658874"/>
                <a:gd name="connsiteY19" fmla="*/ 73540 h 1193320"/>
                <a:gd name="connsiteX20" fmla="*/ 1315773 w 1658874"/>
                <a:gd name="connsiteY20" fmla="*/ 29617 h 1193320"/>
                <a:gd name="connsiteX21" fmla="*/ 1309377 w 1658874"/>
                <a:gd name="connsiteY21" fmla="*/ 0 h 1193320"/>
                <a:gd name="connsiteX22" fmla="*/ 1297734 w 1658874"/>
                <a:gd name="connsiteY22" fmla="*/ 7476 h 1193320"/>
                <a:gd name="connsiteX23" fmla="*/ 1281420 w 1658874"/>
                <a:gd name="connsiteY23" fmla="*/ 27892 h 1193320"/>
                <a:gd name="connsiteX24" fmla="*/ 1254182 w 1658874"/>
                <a:gd name="connsiteY24" fmla="*/ 46942 h 1193320"/>
                <a:gd name="connsiteX25" fmla="*/ 1235136 w 1658874"/>
                <a:gd name="connsiteY25" fmla="*/ 38747 h 1193320"/>
                <a:gd name="connsiteX26" fmla="*/ 1205167 w 1658874"/>
                <a:gd name="connsiteY26" fmla="*/ 25160 h 1193320"/>
                <a:gd name="connsiteX27" fmla="*/ 1180660 w 1658874"/>
                <a:gd name="connsiteY27" fmla="*/ 18331 h 1193320"/>
                <a:gd name="connsiteX28" fmla="*/ 1131646 w 1658874"/>
                <a:gd name="connsiteY28" fmla="*/ 8770 h 1193320"/>
                <a:gd name="connsiteX29" fmla="*/ 1062220 w 1658874"/>
                <a:gd name="connsiteY29" fmla="*/ 26454 h 1193320"/>
                <a:gd name="connsiteX30" fmla="*/ 1041810 w 1658874"/>
                <a:gd name="connsiteY30" fmla="*/ 41407 h 1193320"/>
                <a:gd name="connsiteX31" fmla="*/ 1021399 w 1658874"/>
                <a:gd name="connsiteY31" fmla="*/ 61823 h 1193320"/>
                <a:gd name="connsiteX32" fmla="*/ 979212 w 1658874"/>
                <a:gd name="connsiteY32" fmla="*/ 79507 h 1193320"/>
                <a:gd name="connsiteX33" fmla="*/ 960167 w 1658874"/>
                <a:gd name="connsiteY33" fmla="*/ 105386 h 1193320"/>
                <a:gd name="connsiteX34" fmla="*/ 934294 w 1658874"/>
                <a:gd name="connsiteY34" fmla="*/ 117607 h 1193320"/>
                <a:gd name="connsiteX35" fmla="*/ 885279 w 1658874"/>
                <a:gd name="connsiteY35" fmla="*/ 117607 h 1193320"/>
                <a:gd name="connsiteX36" fmla="*/ 838996 w 1658874"/>
                <a:gd name="connsiteY36" fmla="*/ 120338 h 1193320"/>
                <a:gd name="connsiteX37" fmla="*/ 810392 w 1658874"/>
                <a:gd name="connsiteY37" fmla="*/ 135291 h 1193320"/>
                <a:gd name="connsiteX38" fmla="*/ 768205 w 1658874"/>
                <a:gd name="connsiteY38" fmla="*/ 151609 h 1193320"/>
                <a:gd name="connsiteX39" fmla="*/ 740967 w 1658874"/>
                <a:gd name="connsiteY39" fmla="*/ 163830 h 1193320"/>
                <a:gd name="connsiteX40" fmla="*/ 701511 w 1658874"/>
                <a:gd name="connsiteY40" fmla="*/ 151609 h 1193320"/>
                <a:gd name="connsiteX41" fmla="*/ 657958 w 1658874"/>
                <a:gd name="connsiteY41" fmla="*/ 125730 h 1193320"/>
                <a:gd name="connsiteX42" fmla="*/ 625330 w 1658874"/>
                <a:gd name="connsiteY42" fmla="*/ 135291 h 1193320"/>
                <a:gd name="connsiteX43" fmla="*/ 581778 w 1658874"/>
                <a:gd name="connsiteY43" fmla="*/ 128462 h 1193320"/>
                <a:gd name="connsiteX44" fmla="*/ 540956 w 1658874"/>
                <a:gd name="connsiteY44" fmla="*/ 139389 h 1193320"/>
                <a:gd name="connsiteX45" fmla="*/ 535494 w 1658874"/>
                <a:gd name="connsiteY45" fmla="*/ 150243 h 1193320"/>
                <a:gd name="connsiteX46" fmla="*/ 531398 w 1658874"/>
                <a:gd name="connsiteY46" fmla="*/ 178854 h 1193320"/>
                <a:gd name="connsiteX47" fmla="*/ 525935 w 1658874"/>
                <a:gd name="connsiteY47" fmla="*/ 192441 h 1193320"/>
                <a:gd name="connsiteX48" fmla="*/ 475556 w 1658874"/>
                <a:gd name="connsiteY48" fmla="*/ 193807 h 1193320"/>
                <a:gd name="connsiteX49" fmla="*/ 459241 w 1658874"/>
                <a:gd name="connsiteY49" fmla="*/ 188343 h 1193320"/>
                <a:gd name="connsiteX50" fmla="*/ 429272 w 1658874"/>
                <a:gd name="connsiteY50" fmla="*/ 215588 h 1193320"/>
                <a:gd name="connsiteX51" fmla="*/ 421079 w 1658874"/>
                <a:gd name="connsiteY51" fmla="*/ 230541 h 1193320"/>
                <a:gd name="connsiteX52" fmla="*/ 391110 w 1658874"/>
                <a:gd name="connsiteY52" fmla="*/ 250957 h 1193320"/>
                <a:gd name="connsiteX53" fmla="*/ 373430 w 1658874"/>
                <a:gd name="connsiteY53" fmla="*/ 248225 h 1193320"/>
                <a:gd name="connsiteX54" fmla="*/ 317660 w 1658874"/>
                <a:gd name="connsiteY54" fmla="*/ 253688 h 1193320"/>
                <a:gd name="connsiteX55" fmla="*/ 313563 w 1658874"/>
                <a:gd name="connsiteY55" fmla="*/ 279568 h 1193320"/>
                <a:gd name="connsiteX56" fmla="*/ 320391 w 1658874"/>
                <a:gd name="connsiteY56" fmla="*/ 304081 h 1193320"/>
                <a:gd name="connsiteX57" fmla="*/ 286397 w 1658874"/>
                <a:gd name="connsiteY57" fmla="*/ 346279 h 1193320"/>
                <a:gd name="connsiteX58" fmla="*/ 240114 w 1658874"/>
                <a:gd name="connsiteY58" fmla="*/ 368060 h 1193320"/>
                <a:gd name="connsiteX59" fmla="*/ 249672 w 1658874"/>
                <a:gd name="connsiteY59" fmla="*/ 400697 h 1193320"/>
                <a:gd name="connsiteX60" fmla="*/ 252403 w 1658874"/>
                <a:gd name="connsiteY60" fmla="*/ 444260 h 1193320"/>
                <a:gd name="connsiteX61" fmla="*/ 222434 w 1658874"/>
                <a:gd name="connsiteY61" fmla="*/ 460579 h 1193320"/>
                <a:gd name="connsiteX62" fmla="*/ 188440 w 1658874"/>
                <a:gd name="connsiteY62" fmla="*/ 489190 h 1193320"/>
                <a:gd name="connsiteX63" fmla="*/ 153081 w 1658874"/>
                <a:gd name="connsiteY63" fmla="*/ 505508 h 1193320"/>
                <a:gd name="connsiteX64" fmla="*/ 152146 w 1658874"/>
                <a:gd name="connsiteY64" fmla="*/ 505364 h 1193320"/>
                <a:gd name="connsiteX65" fmla="*/ 141869 w 1658874"/>
                <a:gd name="connsiteY65" fmla="*/ 524558 h 1193320"/>
                <a:gd name="connsiteX66" fmla="*/ 0 w 1658874"/>
                <a:gd name="connsiteY66" fmla="*/ 597020 h 1193320"/>
                <a:gd name="connsiteX67" fmla="*/ 13296 w 1658874"/>
                <a:gd name="connsiteY67" fmla="*/ 614345 h 1193320"/>
                <a:gd name="connsiteX68" fmla="*/ 44918 w 1658874"/>
                <a:gd name="connsiteY68" fmla="*/ 610247 h 1193320"/>
                <a:gd name="connsiteX69" fmla="*/ 65329 w 1658874"/>
                <a:gd name="connsiteY69" fmla="*/ 650072 h 1193320"/>
                <a:gd name="connsiteX70" fmla="*/ 113337 w 1658874"/>
                <a:gd name="connsiteY70" fmla="*/ 695001 h 1193320"/>
                <a:gd name="connsiteX71" fmla="*/ 116427 w 1658874"/>
                <a:gd name="connsiteY71" fmla="*/ 726632 h 1193320"/>
                <a:gd name="connsiteX72" fmla="*/ 178666 w 1658874"/>
                <a:gd name="connsiteY72" fmla="*/ 745035 h 1193320"/>
                <a:gd name="connsiteX73" fmla="*/ 225596 w 1658874"/>
                <a:gd name="connsiteY73" fmla="*/ 743022 h 1193320"/>
                <a:gd name="connsiteX74" fmla="*/ 273604 w 1658874"/>
                <a:gd name="connsiteY74" fmla="*/ 728716 h 1193320"/>
                <a:gd name="connsiteX75" fmla="*/ 294015 w 1658874"/>
                <a:gd name="connsiteY75" fmla="*/ 718509 h 1193320"/>
                <a:gd name="connsiteX76" fmla="*/ 340945 w 1658874"/>
                <a:gd name="connsiteY76" fmla="*/ 716496 h 1193320"/>
                <a:gd name="connsiteX77" fmla="*/ 363368 w 1658874"/>
                <a:gd name="connsiteY77" fmla="*/ 738924 h 1193320"/>
                <a:gd name="connsiteX78" fmla="*/ 360278 w 1658874"/>
                <a:gd name="connsiteY78" fmla="*/ 759340 h 1193320"/>
                <a:gd name="connsiteX79" fmla="*/ 325565 w 1658874"/>
                <a:gd name="connsiteY79" fmla="*/ 774652 h 1193320"/>
                <a:gd name="connsiteX80" fmla="*/ 318450 w 1658874"/>
                <a:gd name="connsiteY80" fmla="*/ 812465 h 1193320"/>
                <a:gd name="connsiteX81" fmla="*/ 314354 w 1658874"/>
                <a:gd name="connsiteY81" fmla="*/ 847186 h 1193320"/>
                <a:gd name="connsiteX82" fmla="*/ 279641 w 1658874"/>
                <a:gd name="connsiteY82" fmla="*/ 862498 h 1193320"/>
                <a:gd name="connsiteX83" fmla="*/ 278635 w 1658874"/>
                <a:gd name="connsiteY83" fmla="*/ 878816 h 1193320"/>
                <a:gd name="connsiteX84" fmla="*/ 293943 w 1658874"/>
                <a:gd name="connsiteY84" fmla="*/ 895135 h 1193320"/>
                <a:gd name="connsiteX85" fmla="*/ 327650 w 1658874"/>
                <a:gd name="connsiteY85" fmla="*/ 922667 h 1193320"/>
                <a:gd name="connsiteX86" fmla="*/ 369477 w 1658874"/>
                <a:gd name="connsiteY86" fmla="*/ 950200 h 1193320"/>
                <a:gd name="connsiteX87" fmla="*/ 392978 w 1658874"/>
                <a:gd name="connsiteY87" fmla="*/ 947109 h 1193320"/>
                <a:gd name="connsiteX88" fmla="*/ 411377 w 1658874"/>
                <a:gd name="connsiteY88" fmla="*/ 945095 h 1193320"/>
                <a:gd name="connsiteX89" fmla="*/ 438903 w 1658874"/>
                <a:gd name="connsiteY89" fmla="*/ 968171 h 1193320"/>
                <a:gd name="connsiteX90" fmla="*/ 487917 w 1658874"/>
                <a:gd name="connsiteY90" fmla="*/ 959401 h 1193320"/>
                <a:gd name="connsiteX91" fmla="*/ 543040 w 1658874"/>
                <a:gd name="connsiteY91" fmla="*/ 922667 h 1193320"/>
                <a:gd name="connsiteX92" fmla="*/ 632876 w 1658874"/>
                <a:gd name="connsiteY92" fmla="*/ 957388 h 1193320"/>
                <a:gd name="connsiteX93" fmla="*/ 1116697 w 1658874"/>
                <a:gd name="connsiteY93" fmla="*/ 957388 h 1193320"/>
                <a:gd name="connsiteX94" fmla="*/ 1093195 w 1658874"/>
                <a:gd name="connsiteY94" fmla="*/ 928777 h 1193320"/>
                <a:gd name="connsiteX95" fmla="*/ 1072785 w 1658874"/>
                <a:gd name="connsiteY95" fmla="*/ 902251 h 1193320"/>
                <a:gd name="connsiteX96" fmla="*/ 1119715 w 1658874"/>
                <a:gd name="connsiteY96" fmla="*/ 841004 h 1193320"/>
                <a:gd name="connsiteX97" fmla="*/ 1166646 w 1658874"/>
                <a:gd name="connsiteY97" fmla="*/ 878816 h 1193320"/>
                <a:gd name="connsiteX98" fmla="*/ 1167652 w 1658874"/>
                <a:gd name="connsiteY98" fmla="*/ 927843 h 1193320"/>
                <a:gd name="connsiteX99" fmla="*/ 1238083 w 1658874"/>
                <a:gd name="connsiteY99" fmla="*/ 965583 h 1193320"/>
                <a:gd name="connsiteX100" fmla="*/ 1251379 w 1658874"/>
                <a:gd name="connsiteY100" fmla="*/ 932947 h 1193320"/>
                <a:gd name="connsiteX101" fmla="*/ 1238083 w 1658874"/>
                <a:gd name="connsiteY101" fmla="*/ 901317 h 1193320"/>
                <a:gd name="connsiteX102" fmla="*/ 1277898 w 1658874"/>
                <a:gd name="connsiteY102" fmla="*/ 871699 h 1193320"/>
                <a:gd name="connsiteX103" fmla="*/ 1307508 w 1658874"/>
                <a:gd name="connsiteY103" fmla="*/ 871699 h 1193320"/>
                <a:gd name="connsiteX104" fmla="*/ 1414665 w 1658874"/>
                <a:gd name="connsiteY104" fmla="*/ 778822 h 1193320"/>
                <a:gd name="connsiteX105" fmla="*/ 1454480 w 1658874"/>
                <a:gd name="connsiteY105" fmla="*/ 790036 h 1193320"/>
                <a:gd name="connsiteX106" fmla="*/ 1456492 w 1658874"/>
                <a:gd name="connsiteY106" fmla="*/ 831874 h 1193320"/>
                <a:gd name="connsiteX107" fmla="*/ 1464685 w 1658874"/>
                <a:gd name="connsiteY107" fmla="*/ 887011 h 1193320"/>
                <a:gd name="connsiteX108" fmla="*/ 1511616 w 1658874"/>
                <a:gd name="connsiteY108" fmla="*/ 953363 h 1193320"/>
                <a:gd name="connsiteX109" fmla="*/ 1535117 w 1658874"/>
                <a:gd name="connsiteY109" fmla="*/ 981973 h 1193320"/>
                <a:gd name="connsiteX110" fmla="*/ 1547334 w 1658874"/>
                <a:gd name="connsiteY110" fmla="*/ 1028916 h 1193320"/>
                <a:gd name="connsiteX111" fmla="*/ 1564655 w 1658874"/>
                <a:gd name="connsiteY111" fmla="*/ 1076936 h 1193320"/>
                <a:gd name="connsiteX112" fmla="*/ 1561564 w 1658874"/>
                <a:gd name="connsiteY112" fmla="*/ 1139190 h 1193320"/>
                <a:gd name="connsiteX113" fmla="*/ 1562571 w 1658874"/>
                <a:gd name="connsiteY113" fmla="*/ 1174918 h 1193320"/>
                <a:gd name="connsiteX114" fmla="*/ 1590096 w 1658874"/>
                <a:gd name="connsiteY114" fmla="*/ 1193321 h 1193320"/>
                <a:gd name="connsiteX115" fmla="*/ 1634008 w 1658874"/>
                <a:gd name="connsiteY115" fmla="*/ 1187211 h 1193320"/>
                <a:gd name="connsiteX116" fmla="*/ 1657509 w 1658874"/>
                <a:gd name="connsiteY116" fmla="*/ 1150476 h 1193320"/>
                <a:gd name="connsiteX117" fmla="*/ 1658515 w 1658874"/>
                <a:gd name="connsiteY117" fmla="*/ 1103534 h 1193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1658874" h="1193320">
                  <a:moveTo>
                    <a:pt x="1658875" y="1103750"/>
                  </a:moveTo>
                  <a:cubicBezTo>
                    <a:pt x="1657868" y="1096633"/>
                    <a:pt x="1622150" y="1000664"/>
                    <a:pt x="1622150" y="1000664"/>
                  </a:cubicBezTo>
                  <a:lnTo>
                    <a:pt x="1544603" y="849558"/>
                  </a:lnTo>
                  <a:lnTo>
                    <a:pt x="1551718" y="810739"/>
                  </a:lnTo>
                  <a:lnTo>
                    <a:pt x="1533320" y="787232"/>
                  </a:lnTo>
                  <a:lnTo>
                    <a:pt x="1514922" y="740290"/>
                  </a:lnTo>
                  <a:lnTo>
                    <a:pt x="1520024" y="696367"/>
                  </a:lnTo>
                  <a:lnTo>
                    <a:pt x="1420989" y="593210"/>
                  </a:lnTo>
                  <a:lnTo>
                    <a:pt x="1364860" y="559495"/>
                  </a:lnTo>
                  <a:lnTo>
                    <a:pt x="1345455" y="504358"/>
                  </a:lnTo>
                  <a:lnTo>
                    <a:pt x="1293422" y="491059"/>
                  </a:lnTo>
                  <a:lnTo>
                    <a:pt x="1253607" y="487968"/>
                  </a:lnTo>
                  <a:lnTo>
                    <a:pt x="1265824" y="466545"/>
                  </a:lnTo>
                  <a:lnTo>
                    <a:pt x="1461811" y="278705"/>
                  </a:lnTo>
                  <a:lnTo>
                    <a:pt x="1467919" y="248081"/>
                  </a:lnTo>
                  <a:lnTo>
                    <a:pt x="1444418" y="220549"/>
                  </a:lnTo>
                  <a:cubicBezTo>
                    <a:pt x="1444418" y="220549"/>
                    <a:pt x="1429110" y="184821"/>
                    <a:pt x="1423001" y="170515"/>
                  </a:cubicBezTo>
                  <a:cubicBezTo>
                    <a:pt x="1416893" y="156210"/>
                    <a:pt x="1389295" y="94962"/>
                    <a:pt x="1389295" y="94962"/>
                  </a:cubicBezTo>
                  <a:lnTo>
                    <a:pt x="1344377" y="100067"/>
                  </a:lnTo>
                  <a:lnTo>
                    <a:pt x="1331081" y="73540"/>
                  </a:lnTo>
                  <a:lnTo>
                    <a:pt x="1315773" y="29617"/>
                  </a:lnTo>
                  <a:lnTo>
                    <a:pt x="1309377" y="0"/>
                  </a:lnTo>
                  <a:cubicBezTo>
                    <a:pt x="1304634" y="3019"/>
                    <a:pt x="1300393" y="5679"/>
                    <a:pt x="1297734" y="7476"/>
                  </a:cubicBezTo>
                  <a:cubicBezTo>
                    <a:pt x="1285516" y="15671"/>
                    <a:pt x="1288175" y="15671"/>
                    <a:pt x="1281420" y="27892"/>
                  </a:cubicBezTo>
                  <a:cubicBezTo>
                    <a:pt x="1274593" y="40113"/>
                    <a:pt x="1270568" y="40113"/>
                    <a:pt x="1254182" y="46942"/>
                  </a:cubicBezTo>
                  <a:cubicBezTo>
                    <a:pt x="1237867" y="53771"/>
                    <a:pt x="1247354" y="45576"/>
                    <a:pt x="1235136" y="38747"/>
                  </a:cubicBezTo>
                  <a:cubicBezTo>
                    <a:pt x="1222919" y="31918"/>
                    <a:pt x="1205167" y="25160"/>
                    <a:pt x="1205167" y="25160"/>
                  </a:cubicBezTo>
                  <a:cubicBezTo>
                    <a:pt x="1205167" y="25160"/>
                    <a:pt x="1191584" y="22429"/>
                    <a:pt x="1180660" y="18331"/>
                  </a:cubicBezTo>
                  <a:cubicBezTo>
                    <a:pt x="1169808" y="14234"/>
                    <a:pt x="1135742" y="8770"/>
                    <a:pt x="1131646" y="8770"/>
                  </a:cubicBezTo>
                  <a:cubicBezTo>
                    <a:pt x="1127549" y="8770"/>
                    <a:pt x="1069048" y="19625"/>
                    <a:pt x="1062220" y="26454"/>
                  </a:cubicBezTo>
                  <a:cubicBezTo>
                    <a:pt x="1055393" y="33284"/>
                    <a:pt x="1041810" y="41407"/>
                    <a:pt x="1041810" y="41407"/>
                  </a:cubicBezTo>
                  <a:lnTo>
                    <a:pt x="1021399" y="61823"/>
                  </a:lnTo>
                  <a:cubicBezTo>
                    <a:pt x="1021399" y="61823"/>
                    <a:pt x="988770" y="75409"/>
                    <a:pt x="979212" y="79507"/>
                  </a:cubicBezTo>
                  <a:cubicBezTo>
                    <a:pt x="969653" y="83604"/>
                    <a:pt x="960167" y="105386"/>
                    <a:pt x="960167" y="105386"/>
                  </a:cubicBezTo>
                  <a:lnTo>
                    <a:pt x="934294" y="117607"/>
                  </a:lnTo>
                  <a:cubicBezTo>
                    <a:pt x="934294" y="117607"/>
                    <a:pt x="911152" y="124436"/>
                    <a:pt x="885279" y="117607"/>
                  </a:cubicBezTo>
                  <a:cubicBezTo>
                    <a:pt x="859407" y="110778"/>
                    <a:pt x="838996" y="120338"/>
                    <a:pt x="838996" y="120338"/>
                  </a:cubicBezTo>
                  <a:lnTo>
                    <a:pt x="810392" y="135291"/>
                  </a:lnTo>
                  <a:cubicBezTo>
                    <a:pt x="810392" y="135291"/>
                    <a:pt x="787251" y="143486"/>
                    <a:pt x="768205" y="151609"/>
                  </a:cubicBezTo>
                  <a:cubicBezTo>
                    <a:pt x="749160" y="159804"/>
                    <a:pt x="740967" y="163830"/>
                    <a:pt x="740967" y="163830"/>
                  </a:cubicBezTo>
                  <a:lnTo>
                    <a:pt x="701511" y="151609"/>
                  </a:lnTo>
                  <a:lnTo>
                    <a:pt x="657958" y="125730"/>
                  </a:lnTo>
                  <a:lnTo>
                    <a:pt x="625330" y="135291"/>
                  </a:lnTo>
                  <a:lnTo>
                    <a:pt x="581778" y="128462"/>
                  </a:lnTo>
                  <a:cubicBezTo>
                    <a:pt x="581778" y="128462"/>
                    <a:pt x="555905" y="135291"/>
                    <a:pt x="540956" y="139389"/>
                  </a:cubicBezTo>
                  <a:cubicBezTo>
                    <a:pt x="526007" y="143486"/>
                    <a:pt x="535494" y="150243"/>
                    <a:pt x="535494" y="150243"/>
                  </a:cubicBezTo>
                  <a:lnTo>
                    <a:pt x="531398" y="178854"/>
                  </a:lnTo>
                  <a:cubicBezTo>
                    <a:pt x="527301" y="207465"/>
                    <a:pt x="525935" y="192441"/>
                    <a:pt x="525935" y="192441"/>
                  </a:cubicBezTo>
                  <a:cubicBezTo>
                    <a:pt x="525935" y="192441"/>
                    <a:pt x="483749" y="193807"/>
                    <a:pt x="475556" y="193807"/>
                  </a:cubicBezTo>
                  <a:cubicBezTo>
                    <a:pt x="467363" y="193807"/>
                    <a:pt x="459241" y="188343"/>
                    <a:pt x="459241" y="188343"/>
                  </a:cubicBezTo>
                  <a:lnTo>
                    <a:pt x="429272" y="215588"/>
                  </a:lnTo>
                  <a:lnTo>
                    <a:pt x="421079" y="230541"/>
                  </a:lnTo>
                  <a:lnTo>
                    <a:pt x="391110" y="250957"/>
                  </a:lnTo>
                  <a:lnTo>
                    <a:pt x="373430" y="248225"/>
                  </a:lnTo>
                  <a:lnTo>
                    <a:pt x="317660" y="253688"/>
                  </a:lnTo>
                  <a:lnTo>
                    <a:pt x="313563" y="279568"/>
                  </a:lnTo>
                  <a:lnTo>
                    <a:pt x="320391" y="304081"/>
                  </a:lnTo>
                  <a:lnTo>
                    <a:pt x="286397" y="346279"/>
                  </a:lnTo>
                  <a:lnTo>
                    <a:pt x="240114" y="368060"/>
                  </a:lnTo>
                  <a:lnTo>
                    <a:pt x="249672" y="400697"/>
                  </a:lnTo>
                  <a:lnTo>
                    <a:pt x="252403" y="444260"/>
                  </a:lnTo>
                  <a:cubicBezTo>
                    <a:pt x="252403" y="444260"/>
                    <a:pt x="233358" y="456481"/>
                    <a:pt x="222434" y="460579"/>
                  </a:cubicBezTo>
                  <a:cubicBezTo>
                    <a:pt x="211510" y="464676"/>
                    <a:pt x="188440" y="489190"/>
                    <a:pt x="188440" y="489190"/>
                  </a:cubicBezTo>
                  <a:lnTo>
                    <a:pt x="153081" y="505508"/>
                  </a:lnTo>
                  <a:lnTo>
                    <a:pt x="152146" y="505364"/>
                  </a:lnTo>
                  <a:lnTo>
                    <a:pt x="141869" y="524558"/>
                  </a:lnTo>
                  <a:lnTo>
                    <a:pt x="0" y="597020"/>
                  </a:lnTo>
                  <a:lnTo>
                    <a:pt x="13296" y="614345"/>
                  </a:lnTo>
                  <a:lnTo>
                    <a:pt x="44918" y="610247"/>
                  </a:lnTo>
                  <a:lnTo>
                    <a:pt x="65329" y="650072"/>
                  </a:lnTo>
                  <a:lnTo>
                    <a:pt x="113337" y="695001"/>
                  </a:lnTo>
                  <a:lnTo>
                    <a:pt x="116427" y="726632"/>
                  </a:lnTo>
                  <a:lnTo>
                    <a:pt x="178666" y="745035"/>
                  </a:lnTo>
                  <a:lnTo>
                    <a:pt x="225596" y="743022"/>
                  </a:lnTo>
                  <a:lnTo>
                    <a:pt x="273604" y="728716"/>
                  </a:lnTo>
                  <a:lnTo>
                    <a:pt x="294015" y="718509"/>
                  </a:lnTo>
                  <a:lnTo>
                    <a:pt x="340945" y="716496"/>
                  </a:lnTo>
                  <a:lnTo>
                    <a:pt x="363368" y="738924"/>
                  </a:lnTo>
                  <a:lnTo>
                    <a:pt x="360278" y="759340"/>
                  </a:lnTo>
                  <a:lnTo>
                    <a:pt x="325565" y="774652"/>
                  </a:lnTo>
                  <a:lnTo>
                    <a:pt x="318450" y="812465"/>
                  </a:lnTo>
                  <a:lnTo>
                    <a:pt x="314354" y="847186"/>
                  </a:lnTo>
                  <a:lnTo>
                    <a:pt x="279641" y="862498"/>
                  </a:lnTo>
                  <a:cubicBezTo>
                    <a:pt x="279641" y="862498"/>
                    <a:pt x="277629" y="875797"/>
                    <a:pt x="278635" y="878816"/>
                  </a:cubicBezTo>
                  <a:cubicBezTo>
                    <a:pt x="279641" y="881907"/>
                    <a:pt x="293943" y="895135"/>
                    <a:pt x="293943" y="895135"/>
                  </a:cubicBezTo>
                  <a:cubicBezTo>
                    <a:pt x="293943" y="895135"/>
                    <a:pt x="316366" y="908433"/>
                    <a:pt x="327650" y="922667"/>
                  </a:cubicBezTo>
                  <a:cubicBezTo>
                    <a:pt x="338861" y="936973"/>
                    <a:pt x="369477" y="950200"/>
                    <a:pt x="369477" y="950200"/>
                  </a:cubicBezTo>
                  <a:lnTo>
                    <a:pt x="392978" y="947109"/>
                  </a:lnTo>
                  <a:lnTo>
                    <a:pt x="411377" y="945095"/>
                  </a:lnTo>
                  <a:lnTo>
                    <a:pt x="438903" y="968171"/>
                  </a:lnTo>
                  <a:lnTo>
                    <a:pt x="487917" y="959401"/>
                  </a:lnTo>
                  <a:lnTo>
                    <a:pt x="543040" y="922667"/>
                  </a:lnTo>
                  <a:lnTo>
                    <a:pt x="632876" y="957388"/>
                  </a:lnTo>
                  <a:lnTo>
                    <a:pt x="1116697" y="957388"/>
                  </a:lnTo>
                  <a:lnTo>
                    <a:pt x="1093195" y="928777"/>
                  </a:lnTo>
                  <a:lnTo>
                    <a:pt x="1072785" y="902251"/>
                  </a:lnTo>
                  <a:lnTo>
                    <a:pt x="1119715" y="841004"/>
                  </a:lnTo>
                  <a:lnTo>
                    <a:pt x="1166646" y="878816"/>
                  </a:lnTo>
                  <a:lnTo>
                    <a:pt x="1167652" y="927843"/>
                  </a:lnTo>
                  <a:lnTo>
                    <a:pt x="1238083" y="965583"/>
                  </a:lnTo>
                  <a:lnTo>
                    <a:pt x="1251379" y="932947"/>
                  </a:lnTo>
                  <a:lnTo>
                    <a:pt x="1238083" y="901317"/>
                  </a:lnTo>
                  <a:lnTo>
                    <a:pt x="1277898" y="871699"/>
                  </a:lnTo>
                  <a:lnTo>
                    <a:pt x="1307508" y="871699"/>
                  </a:lnTo>
                  <a:lnTo>
                    <a:pt x="1414665" y="778822"/>
                  </a:lnTo>
                  <a:lnTo>
                    <a:pt x="1454480" y="790036"/>
                  </a:lnTo>
                  <a:lnTo>
                    <a:pt x="1456492" y="831874"/>
                  </a:lnTo>
                  <a:lnTo>
                    <a:pt x="1464685" y="887011"/>
                  </a:lnTo>
                  <a:lnTo>
                    <a:pt x="1511616" y="953363"/>
                  </a:lnTo>
                  <a:lnTo>
                    <a:pt x="1535117" y="981973"/>
                  </a:lnTo>
                  <a:lnTo>
                    <a:pt x="1547334" y="1028916"/>
                  </a:lnTo>
                  <a:cubicBezTo>
                    <a:pt x="1547334" y="1028916"/>
                    <a:pt x="1564655" y="1069747"/>
                    <a:pt x="1564655" y="1076936"/>
                  </a:cubicBezTo>
                  <a:cubicBezTo>
                    <a:pt x="1564655" y="1084125"/>
                    <a:pt x="1561564" y="1135164"/>
                    <a:pt x="1561564" y="1139190"/>
                  </a:cubicBezTo>
                  <a:cubicBezTo>
                    <a:pt x="1561564" y="1143216"/>
                    <a:pt x="1562571" y="1174918"/>
                    <a:pt x="1562571" y="1174918"/>
                  </a:cubicBezTo>
                  <a:cubicBezTo>
                    <a:pt x="1562571" y="1174918"/>
                    <a:pt x="1586071" y="1193321"/>
                    <a:pt x="1590096" y="1193321"/>
                  </a:cubicBezTo>
                  <a:cubicBezTo>
                    <a:pt x="1594121" y="1193321"/>
                    <a:pt x="1629912" y="1188217"/>
                    <a:pt x="1634008" y="1187211"/>
                  </a:cubicBezTo>
                  <a:cubicBezTo>
                    <a:pt x="1638104" y="1186204"/>
                    <a:pt x="1657509" y="1150476"/>
                    <a:pt x="1657509" y="1150476"/>
                  </a:cubicBezTo>
                  <a:cubicBezTo>
                    <a:pt x="1657509" y="1150476"/>
                    <a:pt x="1659522" y="1110651"/>
                    <a:pt x="1658515" y="1103534"/>
                  </a:cubicBezTo>
                  <a:close/>
                </a:path>
              </a:pathLst>
            </a:custGeom>
            <a:grpFill/>
            <a:ln w="12700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1" name="Amazonas">
              <a:extLst>
                <a:ext uri="{FF2B5EF4-FFF2-40B4-BE49-F238E27FC236}">
                  <a16:creationId xmlns:a16="http://schemas.microsoft.com/office/drawing/2014/main" id="{EF932109-4444-C557-F42F-EB4C8BF3ED67}"/>
                </a:ext>
              </a:extLst>
            </p:cNvPr>
            <p:cNvSpPr/>
            <p:nvPr/>
          </p:nvSpPr>
          <p:spPr>
            <a:xfrm>
              <a:off x="5874714" y="5132918"/>
              <a:ext cx="2073485" cy="1761945"/>
            </a:xfrm>
            <a:custGeom>
              <a:avLst/>
              <a:gdLst>
                <a:gd name="connsiteX0" fmla="*/ 2026339 w 2073485"/>
                <a:gd name="connsiteY0" fmla="*/ 533759 h 1761945"/>
                <a:gd name="connsiteX1" fmla="*/ 1997736 w 2073485"/>
                <a:gd name="connsiteY1" fmla="*/ 520173 h 1761945"/>
                <a:gd name="connsiteX2" fmla="*/ 1974594 w 2073485"/>
                <a:gd name="connsiteY2" fmla="*/ 544686 h 1761945"/>
                <a:gd name="connsiteX3" fmla="*/ 1966401 w 2073485"/>
                <a:gd name="connsiteY3" fmla="*/ 544686 h 1761945"/>
                <a:gd name="connsiteX4" fmla="*/ 1951452 w 2073485"/>
                <a:gd name="connsiteY4" fmla="*/ 511978 h 1761945"/>
                <a:gd name="connsiteX5" fmla="*/ 1929676 w 2073485"/>
                <a:gd name="connsiteY5" fmla="*/ 483367 h 1761945"/>
                <a:gd name="connsiteX6" fmla="*/ 1905169 w 2073485"/>
                <a:gd name="connsiteY6" fmla="*/ 480635 h 1761945"/>
                <a:gd name="connsiteX7" fmla="*/ 1894244 w 2073485"/>
                <a:gd name="connsiteY7" fmla="*/ 496953 h 1761945"/>
                <a:gd name="connsiteX8" fmla="*/ 1879296 w 2073485"/>
                <a:gd name="connsiteY8" fmla="*/ 505149 h 1761945"/>
                <a:gd name="connsiteX9" fmla="*/ 1860251 w 2073485"/>
                <a:gd name="connsiteY9" fmla="*/ 486098 h 1761945"/>
                <a:gd name="connsiteX10" fmla="*/ 1860251 w 2073485"/>
                <a:gd name="connsiteY10" fmla="*/ 461585 h 1761945"/>
                <a:gd name="connsiteX11" fmla="*/ 1848033 w 2073485"/>
                <a:gd name="connsiteY11" fmla="*/ 431608 h 1761945"/>
                <a:gd name="connsiteX12" fmla="*/ 1827622 w 2073485"/>
                <a:gd name="connsiteY12" fmla="*/ 431608 h 1761945"/>
                <a:gd name="connsiteX13" fmla="*/ 1812674 w 2073485"/>
                <a:gd name="connsiteY13" fmla="*/ 435706 h 1761945"/>
                <a:gd name="connsiteX14" fmla="*/ 1792263 w 2073485"/>
                <a:gd name="connsiteY14" fmla="*/ 438437 h 1761945"/>
                <a:gd name="connsiteX15" fmla="*/ 1792263 w 2073485"/>
                <a:gd name="connsiteY15" fmla="*/ 472440 h 1761945"/>
                <a:gd name="connsiteX16" fmla="*/ 1780045 w 2073485"/>
                <a:gd name="connsiteY16" fmla="*/ 496953 h 1761945"/>
                <a:gd name="connsiteX17" fmla="*/ 1762365 w 2073485"/>
                <a:gd name="connsiteY17" fmla="*/ 495588 h 1761945"/>
                <a:gd name="connsiteX18" fmla="*/ 1725640 w 2073485"/>
                <a:gd name="connsiteY18" fmla="*/ 473806 h 1761945"/>
                <a:gd name="connsiteX19" fmla="*/ 1705230 w 2073485"/>
                <a:gd name="connsiteY19" fmla="*/ 443829 h 1761945"/>
                <a:gd name="connsiteX20" fmla="*/ 1717448 w 2073485"/>
                <a:gd name="connsiteY20" fmla="*/ 443829 h 1761945"/>
                <a:gd name="connsiteX21" fmla="*/ 1722909 w 2073485"/>
                <a:gd name="connsiteY21" fmla="*/ 400266 h 1761945"/>
                <a:gd name="connsiteX22" fmla="*/ 1705230 w 2073485"/>
                <a:gd name="connsiteY22" fmla="*/ 364897 h 1761945"/>
                <a:gd name="connsiteX23" fmla="*/ 1721544 w 2073485"/>
                <a:gd name="connsiteY23" fmla="*/ 336287 h 1761945"/>
                <a:gd name="connsiteX24" fmla="*/ 1718813 w 2073485"/>
                <a:gd name="connsiteY24" fmla="*/ 304944 h 1761945"/>
                <a:gd name="connsiteX25" fmla="*/ 1713351 w 2073485"/>
                <a:gd name="connsiteY25" fmla="*/ 287260 h 1761945"/>
                <a:gd name="connsiteX26" fmla="*/ 1717448 w 2073485"/>
                <a:gd name="connsiteY26" fmla="*/ 277699 h 1761945"/>
                <a:gd name="connsiteX27" fmla="*/ 1748782 w 2073485"/>
                <a:gd name="connsiteY27" fmla="*/ 260014 h 1761945"/>
                <a:gd name="connsiteX28" fmla="*/ 1761000 w 2073485"/>
                <a:gd name="connsiteY28" fmla="*/ 239599 h 1761945"/>
                <a:gd name="connsiteX29" fmla="*/ 1733762 w 2073485"/>
                <a:gd name="connsiteY29" fmla="*/ 231404 h 1761945"/>
                <a:gd name="connsiteX30" fmla="*/ 1694306 w 2073485"/>
                <a:gd name="connsiteY30" fmla="*/ 247722 h 1761945"/>
                <a:gd name="connsiteX31" fmla="*/ 1665702 w 2073485"/>
                <a:gd name="connsiteY31" fmla="*/ 251820 h 1761945"/>
                <a:gd name="connsiteX32" fmla="*/ 1638464 w 2073485"/>
                <a:gd name="connsiteY32" fmla="*/ 239599 h 1761945"/>
                <a:gd name="connsiteX33" fmla="*/ 1635733 w 2073485"/>
                <a:gd name="connsiteY33" fmla="*/ 224646 h 1761945"/>
                <a:gd name="connsiteX34" fmla="*/ 1618053 w 2073485"/>
                <a:gd name="connsiteY34" fmla="*/ 221915 h 1761945"/>
                <a:gd name="connsiteX35" fmla="*/ 1593546 w 2073485"/>
                <a:gd name="connsiteY35" fmla="*/ 204230 h 1761945"/>
                <a:gd name="connsiteX36" fmla="*/ 1577232 w 2073485"/>
                <a:gd name="connsiteY36" fmla="*/ 183815 h 1761945"/>
                <a:gd name="connsiteX37" fmla="*/ 1522827 w 2073485"/>
                <a:gd name="connsiteY37" fmla="*/ 170228 h 1761945"/>
                <a:gd name="connsiteX38" fmla="*/ 1511903 w 2073485"/>
                <a:gd name="connsiteY38" fmla="*/ 181083 h 1761945"/>
                <a:gd name="connsiteX39" fmla="*/ 1495589 w 2073485"/>
                <a:gd name="connsiteY39" fmla="*/ 197401 h 1761945"/>
                <a:gd name="connsiteX40" fmla="*/ 1480640 w 2073485"/>
                <a:gd name="connsiteY40" fmla="*/ 197401 h 1761945"/>
                <a:gd name="connsiteX41" fmla="*/ 1462960 w 2073485"/>
                <a:gd name="connsiteY41" fmla="*/ 186546 h 1761945"/>
                <a:gd name="connsiteX42" fmla="*/ 1458864 w 2073485"/>
                <a:gd name="connsiteY42" fmla="*/ 153909 h 1761945"/>
                <a:gd name="connsiteX43" fmla="*/ 1441184 w 2073485"/>
                <a:gd name="connsiteY43" fmla="*/ 129396 h 1761945"/>
                <a:gd name="connsiteX44" fmla="*/ 1442550 w 2073485"/>
                <a:gd name="connsiteY44" fmla="*/ 113078 h 1761945"/>
                <a:gd name="connsiteX45" fmla="*/ 1441184 w 2073485"/>
                <a:gd name="connsiteY45" fmla="*/ 91296 h 1761945"/>
                <a:gd name="connsiteX46" fmla="*/ 1430332 w 2073485"/>
                <a:gd name="connsiteY46" fmla="*/ 69514 h 1761945"/>
                <a:gd name="connsiteX47" fmla="*/ 1393607 w 2073485"/>
                <a:gd name="connsiteY47" fmla="*/ 46367 h 1761945"/>
                <a:gd name="connsiteX48" fmla="*/ 1386779 w 2073485"/>
                <a:gd name="connsiteY48" fmla="*/ 38172 h 1761945"/>
                <a:gd name="connsiteX49" fmla="*/ 1358175 w 2073485"/>
                <a:gd name="connsiteY49" fmla="*/ 21853 h 1761945"/>
                <a:gd name="connsiteX50" fmla="*/ 1341861 w 2073485"/>
                <a:gd name="connsiteY50" fmla="*/ 19122 h 1761945"/>
                <a:gd name="connsiteX51" fmla="*/ 1325547 w 2073485"/>
                <a:gd name="connsiteY51" fmla="*/ 31343 h 1761945"/>
                <a:gd name="connsiteX52" fmla="*/ 1272436 w 2073485"/>
                <a:gd name="connsiteY52" fmla="*/ 0 h 1761945"/>
                <a:gd name="connsiteX53" fmla="*/ 1260219 w 2073485"/>
                <a:gd name="connsiteY53" fmla="*/ 19050 h 1761945"/>
                <a:gd name="connsiteX54" fmla="*/ 1215301 w 2073485"/>
                <a:gd name="connsiteY54" fmla="*/ 28611 h 1761945"/>
                <a:gd name="connsiteX55" fmla="*/ 1175845 w 2073485"/>
                <a:gd name="connsiteY55" fmla="*/ 49027 h 1761945"/>
                <a:gd name="connsiteX56" fmla="*/ 1109150 w 2073485"/>
                <a:gd name="connsiteY56" fmla="*/ 99420 h 1761945"/>
                <a:gd name="connsiteX57" fmla="*/ 1096933 w 2073485"/>
                <a:gd name="connsiteY57" fmla="*/ 129396 h 1761945"/>
                <a:gd name="connsiteX58" fmla="*/ 1081984 w 2073485"/>
                <a:gd name="connsiteY58" fmla="*/ 163399 h 1761945"/>
                <a:gd name="connsiteX59" fmla="*/ 1037066 w 2073485"/>
                <a:gd name="connsiteY59" fmla="*/ 149812 h 1761945"/>
                <a:gd name="connsiteX60" fmla="*/ 974468 w 2073485"/>
                <a:gd name="connsiteY60" fmla="*/ 156641 h 1761945"/>
                <a:gd name="connsiteX61" fmla="*/ 966275 w 2073485"/>
                <a:gd name="connsiteY61" fmla="*/ 192010 h 1761945"/>
                <a:gd name="connsiteX62" fmla="*/ 958082 w 2073485"/>
                <a:gd name="connsiteY62" fmla="*/ 200205 h 1761945"/>
                <a:gd name="connsiteX63" fmla="*/ 921357 w 2073485"/>
                <a:gd name="connsiteY63" fmla="*/ 227450 h 1761945"/>
                <a:gd name="connsiteX64" fmla="*/ 900947 w 2073485"/>
                <a:gd name="connsiteY64" fmla="*/ 273745 h 1761945"/>
                <a:gd name="connsiteX65" fmla="*/ 885998 w 2073485"/>
                <a:gd name="connsiteY65" fmla="*/ 302356 h 1761945"/>
                <a:gd name="connsiteX66" fmla="*/ 854663 w 2073485"/>
                <a:gd name="connsiteY66" fmla="*/ 302356 h 1761945"/>
                <a:gd name="connsiteX67" fmla="*/ 828790 w 2073485"/>
                <a:gd name="connsiteY67" fmla="*/ 264256 h 1761945"/>
                <a:gd name="connsiteX68" fmla="*/ 759365 w 2073485"/>
                <a:gd name="connsiteY68" fmla="*/ 333698 h 1761945"/>
                <a:gd name="connsiteX69" fmla="*/ 715813 w 2073485"/>
                <a:gd name="connsiteY69" fmla="*/ 292867 h 1761945"/>
                <a:gd name="connsiteX70" fmla="*/ 681819 w 2073485"/>
                <a:gd name="connsiteY70" fmla="*/ 273817 h 1761945"/>
                <a:gd name="connsiteX71" fmla="*/ 645094 w 2073485"/>
                <a:gd name="connsiteY71" fmla="*/ 294233 h 1761945"/>
                <a:gd name="connsiteX72" fmla="*/ 613759 w 2073485"/>
                <a:gd name="connsiteY72" fmla="*/ 301062 h 1761945"/>
                <a:gd name="connsiteX73" fmla="*/ 602835 w 2073485"/>
                <a:gd name="connsiteY73" fmla="*/ 286109 h 1761945"/>
                <a:gd name="connsiteX74" fmla="*/ 582424 w 2073485"/>
                <a:gd name="connsiteY74" fmla="*/ 260230 h 1761945"/>
                <a:gd name="connsiteX75" fmla="*/ 557917 w 2073485"/>
                <a:gd name="connsiteY75" fmla="*/ 261596 h 1761945"/>
                <a:gd name="connsiteX76" fmla="*/ 552455 w 2073485"/>
                <a:gd name="connsiteY76" fmla="*/ 291573 h 1761945"/>
                <a:gd name="connsiteX77" fmla="*/ 541531 w 2073485"/>
                <a:gd name="connsiteY77" fmla="*/ 307891 h 1761945"/>
                <a:gd name="connsiteX78" fmla="*/ 497978 w 2073485"/>
                <a:gd name="connsiteY78" fmla="*/ 305160 h 1761945"/>
                <a:gd name="connsiteX79" fmla="*/ 481664 w 2073485"/>
                <a:gd name="connsiteY79" fmla="*/ 286109 h 1761945"/>
                <a:gd name="connsiteX80" fmla="*/ 435381 w 2073485"/>
                <a:gd name="connsiteY80" fmla="*/ 267060 h 1761945"/>
                <a:gd name="connsiteX81" fmla="*/ 401387 w 2073485"/>
                <a:gd name="connsiteY81" fmla="*/ 260230 h 1761945"/>
                <a:gd name="connsiteX82" fmla="*/ 363296 w 2073485"/>
                <a:gd name="connsiteY82" fmla="*/ 271085 h 1761945"/>
                <a:gd name="connsiteX83" fmla="*/ 341520 w 2073485"/>
                <a:gd name="connsiteY83" fmla="*/ 260230 h 1761945"/>
                <a:gd name="connsiteX84" fmla="*/ 340155 w 2073485"/>
                <a:gd name="connsiteY84" fmla="*/ 248009 h 1761945"/>
                <a:gd name="connsiteX85" fmla="*/ 325206 w 2073485"/>
                <a:gd name="connsiteY85" fmla="*/ 234423 h 1761945"/>
                <a:gd name="connsiteX86" fmla="*/ 293871 w 2073485"/>
                <a:gd name="connsiteY86" fmla="*/ 207178 h 1761945"/>
                <a:gd name="connsiteX87" fmla="*/ 274826 w 2073485"/>
                <a:gd name="connsiteY87" fmla="*/ 203080 h 1761945"/>
                <a:gd name="connsiteX88" fmla="*/ 247588 w 2073485"/>
                <a:gd name="connsiteY88" fmla="*/ 226228 h 1761945"/>
                <a:gd name="connsiteX89" fmla="*/ 225811 w 2073485"/>
                <a:gd name="connsiteY89" fmla="*/ 222130 h 1761945"/>
                <a:gd name="connsiteX90" fmla="*/ 0 w 2073485"/>
                <a:gd name="connsiteY90" fmla="*/ 287188 h 1761945"/>
                <a:gd name="connsiteX91" fmla="*/ 25729 w 2073485"/>
                <a:gd name="connsiteY91" fmla="*/ 329673 h 1761945"/>
                <a:gd name="connsiteX92" fmla="*/ 35288 w 2073485"/>
                <a:gd name="connsiteY92" fmla="*/ 384163 h 1761945"/>
                <a:gd name="connsiteX93" fmla="*/ 51602 w 2073485"/>
                <a:gd name="connsiteY93" fmla="*/ 444045 h 1761945"/>
                <a:gd name="connsiteX94" fmla="*/ 58429 w 2073485"/>
                <a:gd name="connsiteY94" fmla="*/ 468558 h 1761945"/>
                <a:gd name="connsiteX95" fmla="*/ 170041 w 2073485"/>
                <a:gd name="connsiteY95" fmla="*/ 525708 h 1761945"/>
                <a:gd name="connsiteX96" fmla="*/ 248953 w 2073485"/>
                <a:gd name="connsiteY96" fmla="*/ 559710 h 1761945"/>
                <a:gd name="connsiteX97" fmla="*/ 289775 w 2073485"/>
                <a:gd name="connsiteY97" fmla="*/ 608737 h 1761945"/>
                <a:gd name="connsiteX98" fmla="*/ 312916 w 2073485"/>
                <a:gd name="connsiteY98" fmla="*/ 606006 h 1761945"/>
                <a:gd name="connsiteX99" fmla="*/ 367321 w 2073485"/>
                <a:gd name="connsiteY99" fmla="*/ 652301 h 1761945"/>
                <a:gd name="connsiteX100" fmla="*/ 375514 w 2073485"/>
                <a:gd name="connsiteY100" fmla="*/ 716280 h 1761945"/>
                <a:gd name="connsiteX101" fmla="*/ 353738 w 2073485"/>
                <a:gd name="connsiteY101" fmla="*/ 765307 h 1761945"/>
                <a:gd name="connsiteX102" fmla="*/ 413605 w 2073485"/>
                <a:gd name="connsiteY102" fmla="*/ 793918 h 1761945"/>
                <a:gd name="connsiteX103" fmla="*/ 474837 w 2073485"/>
                <a:gd name="connsiteY103" fmla="*/ 817065 h 1761945"/>
                <a:gd name="connsiteX104" fmla="*/ 497978 w 2073485"/>
                <a:gd name="connsiteY104" fmla="*/ 804845 h 1761945"/>
                <a:gd name="connsiteX105" fmla="*/ 527948 w 2073485"/>
                <a:gd name="connsiteY105" fmla="*/ 848408 h 1761945"/>
                <a:gd name="connsiteX106" fmla="*/ 532044 w 2073485"/>
                <a:gd name="connsiteY106" fmla="*/ 942364 h 1761945"/>
                <a:gd name="connsiteX107" fmla="*/ 514364 w 2073485"/>
                <a:gd name="connsiteY107" fmla="*/ 957316 h 1761945"/>
                <a:gd name="connsiteX108" fmla="*/ 502147 w 2073485"/>
                <a:gd name="connsiteY108" fmla="*/ 984562 h 1761945"/>
                <a:gd name="connsiteX109" fmla="*/ 536141 w 2073485"/>
                <a:gd name="connsiteY109" fmla="*/ 1039052 h 1761945"/>
                <a:gd name="connsiteX110" fmla="*/ 611028 w 2073485"/>
                <a:gd name="connsiteY110" fmla="*/ 1060834 h 1761945"/>
                <a:gd name="connsiteX111" fmla="*/ 691306 w 2073485"/>
                <a:gd name="connsiteY111" fmla="*/ 1067663 h 1761945"/>
                <a:gd name="connsiteX112" fmla="*/ 793359 w 2073485"/>
                <a:gd name="connsiteY112" fmla="*/ 1066297 h 1761945"/>
                <a:gd name="connsiteX113" fmla="*/ 895413 w 2073485"/>
                <a:gd name="connsiteY113" fmla="*/ 1079883 h 1761945"/>
                <a:gd name="connsiteX114" fmla="*/ 979787 w 2073485"/>
                <a:gd name="connsiteY114" fmla="*/ 1056736 h 1761945"/>
                <a:gd name="connsiteX115" fmla="*/ 1081840 w 2073485"/>
                <a:gd name="connsiteY115" fmla="*/ 992756 h 1761945"/>
                <a:gd name="connsiteX116" fmla="*/ 1119931 w 2073485"/>
                <a:gd name="connsiteY116" fmla="*/ 950559 h 1761945"/>
                <a:gd name="connsiteX117" fmla="*/ 1201574 w 2073485"/>
                <a:gd name="connsiteY117" fmla="*/ 996854 h 1761945"/>
                <a:gd name="connsiteX118" fmla="*/ 1228812 w 2073485"/>
                <a:gd name="connsiteY118" fmla="*/ 1024099 h 1761945"/>
                <a:gd name="connsiteX119" fmla="*/ 1325475 w 2073485"/>
                <a:gd name="connsiteY119" fmla="*/ 1044515 h 1761945"/>
                <a:gd name="connsiteX120" fmla="*/ 1332303 w 2073485"/>
                <a:gd name="connsiteY120" fmla="*/ 1040417 h 1761945"/>
                <a:gd name="connsiteX121" fmla="*/ 1373124 w 2073485"/>
                <a:gd name="connsiteY121" fmla="*/ 1010441 h 1761945"/>
                <a:gd name="connsiteX122" fmla="*/ 1423504 w 2073485"/>
                <a:gd name="connsiteY122" fmla="*/ 981830 h 1761945"/>
                <a:gd name="connsiteX123" fmla="*/ 1507878 w 2073485"/>
                <a:gd name="connsiteY123" fmla="*/ 1013173 h 1761945"/>
                <a:gd name="connsiteX124" fmla="*/ 1573207 w 2073485"/>
                <a:gd name="connsiteY124" fmla="*/ 1060834 h 1761945"/>
                <a:gd name="connsiteX125" fmla="*/ 1717448 w 2073485"/>
                <a:gd name="connsiteY125" fmla="*/ 1104397 h 1761945"/>
                <a:gd name="connsiteX126" fmla="*/ 1784141 w 2073485"/>
                <a:gd name="connsiteY126" fmla="*/ 1135739 h 1761945"/>
                <a:gd name="connsiteX127" fmla="*/ 1801821 w 2073485"/>
                <a:gd name="connsiteY127" fmla="*/ 1172473 h 1761945"/>
                <a:gd name="connsiteX128" fmla="*/ 1550065 w 2073485"/>
                <a:gd name="connsiteY128" fmla="*/ 1591789 h 1761945"/>
                <a:gd name="connsiteX129" fmla="*/ 1603176 w 2073485"/>
                <a:gd name="connsiteY129" fmla="*/ 1625792 h 1761945"/>
                <a:gd name="connsiteX130" fmla="*/ 1643998 w 2073485"/>
                <a:gd name="connsiteY130" fmla="*/ 1636647 h 1761945"/>
                <a:gd name="connsiteX131" fmla="*/ 1672601 w 2073485"/>
                <a:gd name="connsiteY131" fmla="*/ 1618963 h 1761945"/>
                <a:gd name="connsiteX132" fmla="*/ 1720250 w 2073485"/>
                <a:gd name="connsiteY132" fmla="*/ 1618963 h 1761945"/>
                <a:gd name="connsiteX133" fmla="*/ 1762437 w 2073485"/>
                <a:gd name="connsiteY133" fmla="*/ 1650305 h 1761945"/>
                <a:gd name="connsiteX134" fmla="*/ 1857735 w 2073485"/>
                <a:gd name="connsiteY134" fmla="*/ 1761945 h 1761945"/>
                <a:gd name="connsiteX135" fmla="*/ 2056452 w 2073485"/>
                <a:gd name="connsiteY135" fmla="*/ 657908 h 1761945"/>
                <a:gd name="connsiteX136" fmla="*/ 2073485 w 2073485"/>
                <a:gd name="connsiteY136" fmla="*/ 531315 h 1761945"/>
                <a:gd name="connsiteX137" fmla="*/ 2073485 w 2073485"/>
                <a:gd name="connsiteY137" fmla="*/ 515716 h 1761945"/>
                <a:gd name="connsiteX138" fmla="*/ 2046966 w 2073485"/>
                <a:gd name="connsiteY138" fmla="*/ 538144 h 1761945"/>
                <a:gd name="connsiteX139" fmla="*/ 2026555 w 2073485"/>
                <a:gd name="connsiteY139" fmla="*/ 534047 h 176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073485" h="1761945">
                  <a:moveTo>
                    <a:pt x="2026339" y="533759"/>
                  </a:moveTo>
                  <a:lnTo>
                    <a:pt x="1997736" y="520173"/>
                  </a:lnTo>
                  <a:lnTo>
                    <a:pt x="1974594" y="544686"/>
                  </a:lnTo>
                  <a:lnTo>
                    <a:pt x="1966401" y="544686"/>
                  </a:lnTo>
                  <a:lnTo>
                    <a:pt x="1951452" y="511978"/>
                  </a:lnTo>
                  <a:cubicBezTo>
                    <a:pt x="1951452" y="511978"/>
                    <a:pt x="1937869" y="491562"/>
                    <a:pt x="1929676" y="483367"/>
                  </a:cubicBezTo>
                  <a:cubicBezTo>
                    <a:pt x="1921483" y="475172"/>
                    <a:pt x="1911996" y="480635"/>
                    <a:pt x="1905169" y="480635"/>
                  </a:cubicBezTo>
                  <a:cubicBezTo>
                    <a:pt x="1898341" y="480635"/>
                    <a:pt x="1894244" y="496953"/>
                    <a:pt x="1894244" y="496953"/>
                  </a:cubicBezTo>
                  <a:lnTo>
                    <a:pt x="1879296" y="505149"/>
                  </a:lnTo>
                  <a:lnTo>
                    <a:pt x="1860251" y="486098"/>
                  </a:lnTo>
                  <a:lnTo>
                    <a:pt x="1860251" y="461585"/>
                  </a:lnTo>
                  <a:lnTo>
                    <a:pt x="1848033" y="431608"/>
                  </a:lnTo>
                  <a:lnTo>
                    <a:pt x="1827622" y="431608"/>
                  </a:lnTo>
                  <a:lnTo>
                    <a:pt x="1812674" y="435706"/>
                  </a:lnTo>
                  <a:lnTo>
                    <a:pt x="1792263" y="438437"/>
                  </a:lnTo>
                  <a:lnTo>
                    <a:pt x="1792263" y="472440"/>
                  </a:lnTo>
                  <a:cubicBezTo>
                    <a:pt x="1792263" y="480635"/>
                    <a:pt x="1780045" y="496953"/>
                    <a:pt x="1780045" y="496953"/>
                  </a:cubicBezTo>
                  <a:lnTo>
                    <a:pt x="1762365" y="495588"/>
                  </a:lnTo>
                  <a:cubicBezTo>
                    <a:pt x="1762365" y="495588"/>
                    <a:pt x="1732396" y="477903"/>
                    <a:pt x="1725640" y="473806"/>
                  </a:cubicBezTo>
                  <a:cubicBezTo>
                    <a:pt x="1718813" y="469709"/>
                    <a:pt x="1705230" y="457488"/>
                    <a:pt x="1705230" y="443829"/>
                  </a:cubicBezTo>
                  <a:cubicBezTo>
                    <a:pt x="1705230" y="430171"/>
                    <a:pt x="1717448" y="443829"/>
                    <a:pt x="1717448" y="443829"/>
                  </a:cubicBezTo>
                  <a:lnTo>
                    <a:pt x="1722909" y="400266"/>
                  </a:lnTo>
                  <a:lnTo>
                    <a:pt x="1705230" y="364897"/>
                  </a:lnTo>
                  <a:lnTo>
                    <a:pt x="1721544" y="336287"/>
                  </a:lnTo>
                  <a:cubicBezTo>
                    <a:pt x="1721544" y="336287"/>
                    <a:pt x="1720179" y="325432"/>
                    <a:pt x="1718813" y="304944"/>
                  </a:cubicBezTo>
                  <a:cubicBezTo>
                    <a:pt x="1717448" y="284528"/>
                    <a:pt x="1714716" y="300846"/>
                    <a:pt x="1713351" y="287260"/>
                  </a:cubicBezTo>
                  <a:cubicBezTo>
                    <a:pt x="1711985" y="273673"/>
                    <a:pt x="1717448" y="277699"/>
                    <a:pt x="1717448" y="277699"/>
                  </a:cubicBezTo>
                  <a:lnTo>
                    <a:pt x="1748782" y="260014"/>
                  </a:lnTo>
                  <a:cubicBezTo>
                    <a:pt x="1748782" y="260014"/>
                    <a:pt x="1761000" y="243696"/>
                    <a:pt x="1761000" y="239599"/>
                  </a:cubicBezTo>
                  <a:cubicBezTo>
                    <a:pt x="1761000" y="235501"/>
                    <a:pt x="1733762" y="231404"/>
                    <a:pt x="1733762" y="231404"/>
                  </a:cubicBezTo>
                  <a:lnTo>
                    <a:pt x="1694306" y="247722"/>
                  </a:lnTo>
                  <a:lnTo>
                    <a:pt x="1665702" y="251820"/>
                  </a:lnTo>
                  <a:lnTo>
                    <a:pt x="1638464" y="239599"/>
                  </a:lnTo>
                  <a:lnTo>
                    <a:pt x="1635733" y="224646"/>
                  </a:lnTo>
                  <a:cubicBezTo>
                    <a:pt x="1633002" y="209694"/>
                    <a:pt x="1618053" y="221915"/>
                    <a:pt x="1618053" y="221915"/>
                  </a:cubicBezTo>
                  <a:lnTo>
                    <a:pt x="1593546" y="204230"/>
                  </a:lnTo>
                  <a:lnTo>
                    <a:pt x="1577232" y="183815"/>
                  </a:lnTo>
                  <a:cubicBezTo>
                    <a:pt x="1577232" y="183815"/>
                    <a:pt x="1536410" y="172888"/>
                    <a:pt x="1522827" y="170228"/>
                  </a:cubicBezTo>
                  <a:cubicBezTo>
                    <a:pt x="1509244" y="167496"/>
                    <a:pt x="1511903" y="181083"/>
                    <a:pt x="1511903" y="181083"/>
                  </a:cubicBezTo>
                  <a:lnTo>
                    <a:pt x="1495589" y="197401"/>
                  </a:lnTo>
                  <a:lnTo>
                    <a:pt x="1480640" y="197401"/>
                  </a:lnTo>
                  <a:lnTo>
                    <a:pt x="1462960" y="186546"/>
                  </a:lnTo>
                  <a:lnTo>
                    <a:pt x="1458864" y="153909"/>
                  </a:lnTo>
                  <a:lnTo>
                    <a:pt x="1441184" y="129396"/>
                  </a:lnTo>
                  <a:lnTo>
                    <a:pt x="1442550" y="113078"/>
                  </a:lnTo>
                  <a:lnTo>
                    <a:pt x="1441184" y="91296"/>
                  </a:lnTo>
                  <a:lnTo>
                    <a:pt x="1430332" y="69514"/>
                  </a:lnTo>
                  <a:lnTo>
                    <a:pt x="1393607" y="46367"/>
                  </a:lnTo>
                  <a:lnTo>
                    <a:pt x="1386779" y="38172"/>
                  </a:lnTo>
                  <a:lnTo>
                    <a:pt x="1358175" y="21853"/>
                  </a:lnTo>
                  <a:lnTo>
                    <a:pt x="1341861" y="19122"/>
                  </a:lnTo>
                  <a:lnTo>
                    <a:pt x="1325547" y="31343"/>
                  </a:lnTo>
                  <a:lnTo>
                    <a:pt x="1272436" y="0"/>
                  </a:lnTo>
                  <a:lnTo>
                    <a:pt x="1260219" y="19050"/>
                  </a:lnTo>
                  <a:lnTo>
                    <a:pt x="1215301" y="28611"/>
                  </a:lnTo>
                  <a:lnTo>
                    <a:pt x="1175845" y="49027"/>
                  </a:lnTo>
                  <a:lnTo>
                    <a:pt x="1109150" y="99420"/>
                  </a:lnTo>
                  <a:lnTo>
                    <a:pt x="1096933" y="129396"/>
                  </a:lnTo>
                  <a:lnTo>
                    <a:pt x="1081984" y="163399"/>
                  </a:lnTo>
                  <a:lnTo>
                    <a:pt x="1037066" y="149812"/>
                  </a:lnTo>
                  <a:lnTo>
                    <a:pt x="974468" y="156641"/>
                  </a:lnTo>
                  <a:lnTo>
                    <a:pt x="966275" y="192010"/>
                  </a:lnTo>
                  <a:lnTo>
                    <a:pt x="958082" y="200205"/>
                  </a:lnTo>
                  <a:lnTo>
                    <a:pt x="921357" y="227450"/>
                  </a:lnTo>
                  <a:lnTo>
                    <a:pt x="900947" y="273745"/>
                  </a:lnTo>
                  <a:lnTo>
                    <a:pt x="885998" y="302356"/>
                  </a:lnTo>
                  <a:lnTo>
                    <a:pt x="854663" y="302356"/>
                  </a:lnTo>
                  <a:lnTo>
                    <a:pt x="828790" y="264256"/>
                  </a:lnTo>
                  <a:lnTo>
                    <a:pt x="759365" y="333698"/>
                  </a:lnTo>
                  <a:lnTo>
                    <a:pt x="715813" y="292867"/>
                  </a:lnTo>
                  <a:lnTo>
                    <a:pt x="681819" y="273817"/>
                  </a:lnTo>
                  <a:lnTo>
                    <a:pt x="645094" y="294233"/>
                  </a:lnTo>
                  <a:lnTo>
                    <a:pt x="613759" y="301062"/>
                  </a:lnTo>
                  <a:lnTo>
                    <a:pt x="602835" y="286109"/>
                  </a:lnTo>
                  <a:lnTo>
                    <a:pt x="582424" y="260230"/>
                  </a:lnTo>
                  <a:lnTo>
                    <a:pt x="557917" y="261596"/>
                  </a:lnTo>
                  <a:lnTo>
                    <a:pt x="552455" y="291573"/>
                  </a:lnTo>
                  <a:lnTo>
                    <a:pt x="541531" y="307891"/>
                  </a:lnTo>
                  <a:cubicBezTo>
                    <a:pt x="541531" y="307891"/>
                    <a:pt x="504806" y="309257"/>
                    <a:pt x="497978" y="305160"/>
                  </a:cubicBezTo>
                  <a:cubicBezTo>
                    <a:pt x="491151" y="301062"/>
                    <a:pt x="481664" y="286109"/>
                    <a:pt x="481664" y="286109"/>
                  </a:cubicBezTo>
                  <a:lnTo>
                    <a:pt x="435381" y="267060"/>
                  </a:lnTo>
                  <a:cubicBezTo>
                    <a:pt x="435381" y="267060"/>
                    <a:pt x="413605" y="257499"/>
                    <a:pt x="401387" y="260230"/>
                  </a:cubicBezTo>
                  <a:cubicBezTo>
                    <a:pt x="389169" y="262962"/>
                    <a:pt x="370052" y="269791"/>
                    <a:pt x="363296" y="271085"/>
                  </a:cubicBezTo>
                  <a:cubicBezTo>
                    <a:pt x="356469" y="272451"/>
                    <a:pt x="341520" y="260230"/>
                    <a:pt x="341520" y="260230"/>
                  </a:cubicBezTo>
                  <a:lnTo>
                    <a:pt x="340155" y="248009"/>
                  </a:lnTo>
                  <a:lnTo>
                    <a:pt x="325206" y="234423"/>
                  </a:lnTo>
                  <a:cubicBezTo>
                    <a:pt x="325206" y="234423"/>
                    <a:pt x="300699" y="215373"/>
                    <a:pt x="293871" y="207178"/>
                  </a:cubicBezTo>
                  <a:cubicBezTo>
                    <a:pt x="287044" y="198983"/>
                    <a:pt x="274826" y="203080"/>
                    <a:pt x="274826" y="203080"/>
                  </a:cubicBezTo>
                  <a:lnTo>
                    <a:pt x="247588" y="226228"/>
                  </a:lnTo>
                  <a:lnTo>
                    <a:pt x="225811" y="222130"/>
                  </a:lnTo>
                  <a:lnTo>
                    <a:pt x="0" y="287188"/>
                  </a:lnTo>
                  <a:lnTo>
                    <a:pt x="25729" y="329673"/>
                  </a:lnTo>
                  <a:lnTo>
                    <a:pt x="35288" y="384163"/>
                  </a:lnTo>
                  <a:lnTo>
                    <a:pt x="51602" y="444045"/>
                  </a:lnTo>
                  <a:lnTo>
                    <a:pt x="58429" y="468558"/>
                  </a:lnTo>
                  <a:lnTo>
                    <a:pt x="170041" y="525708"/>
                  </a:lnTo>
                  <a:lnTo>
                    <a:pt x="248953" y="559710"/>
                  </a:lnTo>
                  <a:lnTo>
                    <a:pt x="289775" y="608737"/>
                  </a:lnTo>
                  <a:lnTo>
                    <a:pt x="312916" y="606006"/>
                  </a:lnTo>
                  <a:lnTo>
                    <a:pt x="367321" y="652301"/>
                  </a:lnTo>
                  <a:lnTo>
                    <a:pt x="375514" y="716280"/>
                  </a:lnTo>
                  <a:lnTo>
                    <a:pt x="353738" y="765307"/>
                  </a:lnTo>
                  <a:lnTo>
                    <a:pt x="413605" y="793918"/>
                  </a:lnTo>
                  <a:lnTo>
                    <a:pt x="474837" y="817065"/>
                  </a:lnTo>
                  <a:lnTo>
                    <a:pt x="497978" y="804845"/>
                  </a:lnTo>
                  <a:lnTo>
                    <a:pt x="527948" y="848408"/>
                  </a:lnTo>
                  <a:lnTo>
                    <a:pt x="532044" y="942364"/>
                  </a:lnTo>
                  <a:cubicBezTo>
                    <a:pt x="532044" y="942364"/>
                    <a:pt x="519827" y="945095"/>
                    <a:pt x="514364" y="957316"/>
                  </a:cubicBezTo>
                  <a:cubicBezTo>
                    <a:pt x="508903" y="969537"/>
                    <a:pt x="502147" y="984562"/>
                    <a:pt x="502147" y="984562"/>
                  </a:cubicBezTo>
                  <a:lnTo>
                    <a:pt x="536141" y="1039052"/>
                  </a:lnTo>
                  <a:lnTo>
                    <a:pt x="611028" y="1060834"/>
                  </a:lnTo>
                  <a:cubicBezTo>
                    <a:pt x="611028" y="1060834"/>
                    <a:pt x="687209" y="1067663"/>
                    <a:pt x="691306" y="1067663"/>
                  </a:cubicBezTo>
                  <a:cubicBezTo>
                    <a:pt x="695402" y="1067663"/>
                    <a:pt x="793359" y="1066297"/>
                    <a:pt x="793359" y="1066297"/>
                  </a:cubicBezTo>
                  <a:lnTo>
                    <a:pt x="895413" y="1079883"/>
                  </a:lnTo>
                  <a:lnTo>
                    <a:pt x="979787" y="1056736"/>
                  </a:lnTo>
                  <a:lnTo>
                    <a:pt x="1081840" y="992756"/>
                  </a:lnTo>
                  <a:lnTo>
                    <a:pt x="1119931" y="950559"/>
                  </a:lnTo>
                  <a:lnTo>
                    <a:pt x="1201574" y="996854"/>
                  </a:lnTo>
                  <a:lnTo>
                    <a:pt x="1228812" y="1024099"/>
                  </a:lnTo>
                  <a:lnTo>
                    <a:pt x="1325475" y="1044515"/>
                  </a:lnTo>
                  <a:cubicBezTo>
                    <a:pt x="1325475" y="1044515"/>
                    <a:pt x="1326841" y="1043149"/>
                    <a:pt x="1332303" y="1040417"/>
                  </a:cubicBezTo>
                  <a:cubicBezTo>
                    <a:pt x="1337765" y="1037686"/>
                    <a:pt x="1373124" y="1010441"/>
                    <a:pt x="1373124" y="1010441"/>
                  </a:cubicBezTo>
                  <a:lnTo>
                    <a:pt x="1423504" y="981830"/>
                  </a:lnTo>
                  <a:lnTo>
                    <a:pt x="1507878" y="1013173"/>
                  </a:lnTo>
                  <a:cubicBezTo>
                    <a:pt x="1507878" y="1013173"/>
                    <a:pt x="1567745" y="1058102"/>
                    <a:pt x="1573207" y="1060834"/>
                  </a:cubicBezTo>
                  <a:cubicBezTo>
                    <a:pt x="1578669" y="1063565"/>
                    <a:pt x="1717448" y="1104397"/>
                    <a:pt x="1717448" y="1104397"/>
                  </a:cubicBezTo>
                  <a:lnTo>
                    <a:pt x="1784141" y="1135739"/>
                  </a:lnTo>
                  <a:lnTo>
                    <a:pt x="1801821" y="1172473"/>
                  </a:lnTo>
                  <a:lnTo>
                    <a:pt x="1550065" y="1591789"/>
                  </a:lnTo>
                  <a:lnTo>
                    <a:pt x="1603176" y="1625792"/>
                  </a:lnTo>
                  <a:lnTo>
                    <a:pt x="1643998" y="1636647"/>
                  </a:lnTo>
                  <a:lnTo>
                    <a:pt x="1672601" y="1618963"/>
                  </a:lnTo>
                  <a:lnTo>
                    <a:pt x="1720250" y="1618963"/>
                  </a:lnTo>
                  <a:lnTo>
                    <a:pt x="1762437" y="1650305"/>
                  </a:lnTo>
                  <a:lnTo>
                    <a:pt x="1857735" y="1761945"/>
                  </a:lnTo>
                  <a:lnTo>
                    <a:pt x="2056452" y="657908"/>
                  </a:lnTo>
                  <a:lnTo>
                    <a:pt x="2073485" y="531315"/>
                  </a:lnTo>
                  <a:lnTo>
                    <a:pt x="2073485" y="515716"/>
                  </a:lnTo>
                  <a:lnTo>
                    <a:pt x="2046966" y="538144"/>
                  </a:lnTo>
                  <a:lnTo>
                    <a:pt x="2026555" y="534047"/>
                  </a:lnTo>
                  <a:close/>
                </a:path>
              </a:pathLst>
            </a:custGeom>
            <a:grpFill/>
            <a:ln w="12700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2" name="Vaupés">
              <a:extLst>
                <a:ext uri="{FF2B5EF4-FFF2-40B4-BE49-F238E27FC236}">
                  <a16:creationId xmlns:a16="http://schemas.microsoft.com/office/drawing/2014/main" id="{A0137846-7DFB-0C14-A365-8C07351574EC}"/>
                </a:ext>
              </a:extLst>
            </p:cNvPr>
            <p:cNvSpPr/>
            <p:nvPr/>
          </p:nvSpPr>
          <p:spPr>
            <a:xfrm>
              <a:off x="6854572" y="4320453"/>
              <a:ext cx="1183247" cy="1357366"/>
            </a:xfrm>
            <a:custGeom>
              <a:avLst/>
              <a:gdLst>
                <a:gd name="connsiteX0" fmla="*/ 924017 w 1183247"/>
                <a:gd name="connsiteY0" fmla="*/ 614489 h 1357366"/>
                <a:gd name="connsiteX1" fmla="*/ 979140 w 1183247"/>
                <a:gd name="connsiteY1" fmla="*/ 583865 h 1357366"/>
                <a:gd name="connsiteX2" fmla="*/ 1046481 w 1183247"/>
                <a:gd name="connsiteY2" fmla="*/ 555254 h 1357366"/>
                <a:gd name="connsiteX3" fmla="*/ 1079109 w 1183247"/>
                <a:gd name="connsiteY3" fmla="*/ 596086 h 1357366"/>
                <a:gd name="connsiteX4" fmla="*/ 1154643 w 1183247"/>
                <a:gd name="connsiteY4" fmla="*/ 608306 h 1357366"/>
                <a:gd name="connsiteX5" fmla="*/ 1183247 w 1183247"/>
                <a:gd name="connsiteY5" fmla="*/ 596086 h 1357366"/>
                <a:gd name="connsiteX6" fmla="*/ 1181235 w 1183247"/>
                <a:gd name="connsiteY6" fmla="*/ 559351 h 1357366"/>
                <a:gd name="connsiteX7" fmla="*/ 1156728 w 1183247"/>
                <a:gd name="connsiteY7" fmla="*/ 461369 h 1357366"/>
                <a:gd name="connsiteX8" fmla="*/ 1144510 w 1183247"/>
                <a:gd name="connsiteY8" fmla="*/ 414428 h 1357366"/>
                <a:gd name="connsiteX9" fmla="*/ 1095495 w 1183247"/>
                <a:gd name="connsiteY9" fmla="*/ 406232 h 1357366"/>
                <a:gd name="connsiteX10" fmla="*/ 1054674 w 1183247"/>
                <a:gd name="connsiteY10" fmla="*/ 424635 h 1357366"/>
                <a:gd name="connsiteX11" fmla="*/ 1005659 w 1183247"/>
                <a:gd name="connsiteY11" fmla="*/ 418525 h 1357366"/>
                <a:gd name="connsiteX12" fmla="*/ 948524 w 1183247"/>
                <a:gd name="connsiteY12" fmla="*/ 394012 h 1357366"/>
                <a:gd name="connsiteX13" fmla="*/ 915895 w 1183247"/>
                <a:gd name="connsiteY13" fmla="*/ 394012 h 1357366"/>
                <a:gd name="connsiteX14" fmla="*/ 915895 w 1183247"/>
                <a:gd name="connsiteY14" fmla="*/ 163255 h 1357366"/>
                <a:gd name="connsiteX15" fmla="*/ 924017 w 1183247"/>
                <a:gd name="connsiteY15" fmla="*/ 161817 h 1357366"/>
                <a:gd name="connsiteX16" fmla="*/ 896491 w 1183247"/>
                <a:gd name="connsiteY16" fmla="*/ 138742 h 1357366"/>
                <a:gd name="connsiteX17" fmla="*/ 878092 w 1183247"/>
                <a:gd name="connsiteY17" fmla="*/ 140754 h 1357366"/>
                <a:gd name="connsiteX18" fmla="*/ 854591 w 1183247"/>
                <a:gd name="connsiteY18" fmla="*/ 143846 h 1357366"/>
                <a:gd name="connsiteX19" fmla="*/ 812763 w 1183247"/>
                <a:gd name="connsiteY19" fmla="*/ 116313 h 1357366"/>
                <a:gd name="connsiteX20" fmla="*/ 779057 w 1183247"/>
                <a:gd name="connsiteY20" fmla="*/ 88780 h 1357366"/>
                <a:gd name="connsiteX21" fmla="*/ 763749 w 1183247"/>
                <a:gd name="connsiteY21" fmla="*/ 72462 h 1357366"/>
                <a:gd name="connsiteX22" fmla="*/ 764755 w 1183247"/>
                <a:gd name="connsiteY22" fmla="*/ 56144 h 1357366"/>
                <a:gd name="connsiteX23" fmla="*/ 799468 w 1183247"/>
                <a:gd name="connsiteY23" fmla="*/ 40832 h 1357366"/>
                <a:gd name="connsiteX24" fmla="*/ 802846 w 1183247"/>
                <a:gd name="connsiteY24" fmla="*/ 11933 h 1357366"/>
                <a:gd name="connsiteX25" fmla="*/ 782435 w 1183247"/>
                <a:gd name="connsiteY25" fmla="*/ 0 h 1357366"/>
                <a:gd name="connsiteX26" fmla="*/ 745710 w 1183247"/>
                <a:gd name="connsiteY26" fmla="*/ 14953 h 1357366"/>
                <a:gd name="connsiteX27" fmla="*/ 702158 w 1183247"/>
                <a:gd name="connsiteY27" fmla="*/ 38100 h 1357366"/>
                <a:gd name="connsiteX28" fmla="*/ 649047 w 1183247"/>
                <a:gd name="connsiteY28" fmla="*/ 55784 h 1357366"/>
                <a:gd name="connsiteX29" fmla="*/ 583718 w 1183247"/>
                <a:gd name="connsiteY29" fmla="*/ 80298 h 1357366"/>
                <a:gd name="connsiteX30" fmla="*/ 566038 w 1183247"/>
                <a:gd name="connsiteY30" fmla="*/ 78932 h 1357366"/>
                <a:gd name="connsiteX31" fmla="*/ 510268 w 1183247"/>
                <a:gd name="connsiteY31" fmla="*/ 68077 h 1357366"/>
                <a:gd name="connsiteX32" fmla="*/ 454498 w 1183247"/>
                <a:gd name="connsiteY32" fmla="*/ 72175 h 1357366"/>
                <a:gd name="connsiteX33" fmla="*/ 413677 w 1183247"/>
                <a:gd name="connsiteY33" fmla="*/ 125299 h 1357366"/>
                <a:gd name="connsiteX34" fmla="*/ 352444 w 1183247"/>
                <a:gd name="connsiteY34" fmla="*/ 148446 h 1357366"/>
                <a:gd name="connsiteX35" fmla="*/ 312988 w 1183247"/>
                <a:gd name="connsiteY35" fmla="*/ 138885 h 1357366"/>
                <a:gd name="connsiteX36" fmla="*/ 280360 w 1183247"/>
                <a:gd name="connsiteY36" fmla="*/ 123933 h 1357366"/>
                <a:gd name="connsiteX37" fmla="*/ 273532 w 1183247"/>
                <a:gd name="connsiteY37" fmla="*/ 156570 h 1357366"/>
                <a:gd name="connsiteX38" fmla="*/ 253122 w 1183247"/>
                <a:gd name="connsiteY38" fmla="*/ 197401 h 1357366"/>
                <a:gd name="connsiteX39" fmla="*/ 234077 w 1183247"/>
                <a:gd name="connsiteY39" fmla="*/ 238233 h 1357366"/>
                <a:gd name="connsiteX40" fmla="*/ 219128 w 1183247"/>
                <a:gd name="connsiteY40" fmla="*/ 283162 h 1357366"/>
                <a:gd name="connsiteX41" fmla="*/ 220493 w 1183247"/>
                <a:gd name="connsiteY41" fmla="*/ 329457 h 1357366"/>
                <a:gd name="connsiteX42" fmla="*/ 223224 w 1183247"/>
                <a:gd name="connsiteY42" fmla="*/ 374387 h 1357366"/>
                <a:gd name="connsiteX43" fmla="*/ 221859 w 1183247"/>
                <a:gd name="connsiteY43" fmla="*/ 392071 h 1357366"/>
                <a:gd name="connsiteX44" fmla="*/ 178306 w 1183247"/>
                <a:gd name="connsiteY44" fmla="*/ 407023 h 1357366"/>
                <a:gd name="connsiteX45" fmla="*/ 152434 w 1183247"/>
                <a:gd name="connsiteY45" fmla="*/ 424707 h 1357366"/>
                <a:gd name="connsiteX46" fmla="*/ 133388 w 1183247"/>
                <a:gd name="connsiteY46" fmla="*/ 450586 h 1357366"/>
                <a:gd name="connsiteX47" fmla="*/ 122464 w 1183247"/>
                <a:gd name="connsiteY47" fmla="*/ 453318 h 1357366"/>
                <a:gd name="connsiteX48" fmla="*/ 117002 w 1183247"/>
                <a:gd name="connsiteY48" fmla="*/ 454684 h 1357366"/>
                <a:gd name="connsiteX49" fmla="*/ 104785 w 1183247"/>
                <a:gd name="connsiteY49" fmla="*/ 466905 h 1357366"/>
                <a:gd name="connsiteX50" fmla="*/ 102053 w 1183247"/>
                <a:gd name="connsiteY50" fmla="*/ 492784 h 1357366"/>
                <a:gd name="connsiteX51" fmla="*/ 0 w 1183247"/>
                <a:gd name="connsiteY51" fmla="*/ 584008 h 1357366"/>
                <a:gd name="connsiteX52" fmla="*/ 32700 w 1183247"/>
                <a:gd name="connsiteY52" fmla="*/ 626206 h 1357366"/>
                <a:gd name="connsiteX53" fmla="*/ 72156 w 1183247"/>
                <a:gd name="connsiteY53" fmla="*/ 658843 h 1357366"/>
                <a:gd name="connsiteX54" fmla="*/ 73522 w 1183247"/>
                <a:gd name="connsiteY54" fmla="*/ 699674 h 1357366"/>
                <a:gd name="connsiteX55" fmla="*/ 108881 w 1183247"/>
                <a:gd name="connsiteY55" fmla="*/ 735042 h 1357366"/>
                <a:gd name="connsiteX56" fmla="*/ 160627 w 1183247"/>
                <a:gd name="connsiteY56" fmla="*/ 765020 h 1357366"/>
                <a:gd name="connsiteX57" fmla="*/ 220493 w 1183247"/>
                <a:gd name="connsiteY57" fmla="*/ 790899 h 1357366"/>
                <a:gd name="connsiteX58" fmla="*/ 289919 w 1183247"/>
                <a:gd name="connsiteY58" fmla="*/ 793630 h 1357366"/>
                <a:gd name="connsiteX59" fmla="*/ 297680 w 1183247"/>
                <a:gd name="connsiteY59" fmla="*/ 815700 h 1357366"/>
                <a:gd name="connsiteX60" fmla="*/ 345689 w 1183247"/>
                <a:gd name="connsiteY60" fmla="*/ 844023 h 1357366"/>
                <a:gd name="connsiteX61" fmla="*/ 362003 w 1183247"/>
                <a:gd name="connsiteY61" fmla="*/ 831802 h 1357366"/>
                <a:gd name="connsiteX62" fmla="*/ 378317 w 1183247"/>
                <a:gd name="connsiteY62" fmla="*/ 834534 h 1357366"/>
                <a:gd name="connsiteX63" fmla="*/ 406921 w 1183247"/>
                <a:gd name="connsiteY63" fmla="*/ 850852 h 1357366"/>
                <a:gd name="connsiteX64" fmla="*/ 413748 w 1183247"/>
                <a:gd name="connsiteY64" fmla="*/ 859047 h 1357366"/>
                <a:gd name="connsiteX65" fmla="*/ 450473 w 1183247"/>
                <a:gd name="connsiteY65" fmla="*/ 882195 h 1357366"/>
                <a:gd name="connsiteX66" fmla="*/ 461326 w 1183247"/>
                <a:gd name="connsiteY66" fmla="*/ 903976 h 1357366"/>
                <a:gd name="connsiteX67" fmla="*/ 462691 w 1183247"/>
                <a:gd name="connsiteY67" fmla="*/ 925758 h 1357366"/>
                <a:gd name="connsiteX68" fmla="*/ 461326 w 1183247"/>
                <a:gd name="connsiteY68" fmla="*/ 942077 h 1357366"/>
                <a:gd name="connsiteX69" fmla="*/ 479005 w 1183247"/>
                <a:gd name="connsiteY69" fmla="*/ 966590 h 1357366"/>
                <a:gd name="connsiteX70" fmla="*/ 483102 w 1183247"/>
                <a:gd name="connsiteY70" fmla="*/ 999226 h 1357366"/>
                <a:gd name="connsiteX71" fmla="*/ 500781 w 1183247"/>
                <a:gd name="connsiteY71" fmla="*/ 1010081 h 1357366"/>
                <a:gd name="connsiteX72" fmla="*/ 515730 w 1183247"/>
                <a:gd name="connsiteY72" fmla="*/ 1010081 h 1357366"/>
                <a:gd name="connsiteX73" fmla="*/ 532044 w 1183247"/>
                <a:gd name="connsiteY73" fmla="*/ 993763 h 1357366"/>
                <a:gd name="connsiteX74" fmla="*/ 542968 w 1183247"/>
                <a:gd name="connsiteY74" fmla="*/ 982908 h 1357366"/>
                <a:gd name="connsiteX75" fmla="*/ 597373 w 1183247"/>
                <a:gd name="connsiteY75" fmla="*/ 996495 h 1357366"/>
                <a:gd name="connsiteX76" fmla="*/ 613687 w 1183247"/>
                <a:gd name="connsiteY76" fmla="*/ 1016911 h 1357366"/>
                <a:gd name="connsiteX77" fmla="*/ 638194 w 1183247"/>
                <a:gd name="connsiteY77" fmla="*/ 1034595 h 1357366"/>
                <a:gd name="connsiteX78" fmla="*/ 655874 w 1183247"/>
                <a:gd name="connsiteY78" fmla="*/ 1037327 h 1357366"/>
                <a:gd name="connsiteX79" fmla="*/ 658605 w 1183247"/>
                <a:gd name="connsiteY79" fmla="*/ 1052279 h 1357366"/>
                <a:gd name="connsiteX80" fmla="*/ 685843 w 1183247"/>
                <a:gd name="connsiteY80" fmla="*/ 1064500 h 1357366"/>
                <a:gd name="connsiteX81" fmla="*/ 714447 w 1183247"/>
                <a:gd name="connsiteY81" fmla="*/ 1060402 h 1357366"/>
                <a:gd name="connsiteX82" fmla="*/ 753903 w 1183247"/>
                <a:gd name="connsiteY82" fmla="*/ 1044084 h 1357366"/>
                <a:gd name="connsiteX83" fmla="*/ 781141 w 1183247"/>
                <a:gd name="connsiteY83" fmla="*/ 1052279 h 1357366"/>
                <a:gd name="connsiteX84" fmla="*/ 768924 w 1183247"/>
                <a:gd name="connsiteY84" fmla="*/ 1072695 h 1357366"/>
                <a:gd name="connsiteX85" fmla="*/ 737589 w 1183247"/>
                <a:gd name="connsiteY85" fmla="*/ 1090379 h 1357366"/>
                <a:gd name="connsiteX86" fmla="*/ 733492 w 1183247"/>
                <a:gd name="connsiteY86" fmla="*/ 1099940 h 1357366"/>
                <a:gd name="connsiteX87" fmla="*/ 738955 w 1183247"/>
                <a:gd name="connsiteY87" fmla="*/ 1117624 h 1357366"/>
                <a:gd name="connsiteX88" fmla="*/ 741685 w 1183247"/>
                <a:gd name="connsiteY88" fmla="*/ 1148967 h 1357366"/>
                <a:gd name="connsiteX89" fmla="*/ 725371 w 1183247"/>
                <a:gd name="connsiteY89" fmla="*/ 1177578 h 1357366"/>
                <a:gd name="connsiteX90" fmla="*/ 743051 w 1183247"/>
                <a:gd name="connsiteY90" fmla="*/ 1212946 h 1357366"/>
                <a:gd name="connsiteX91" fmla="*/ 737589 w 1183247"/>
                <a:gd name="connsiteY91" fmla="*/ 1256510 h 1357366"/>
                <a:gd name="connsiteX92" fmla="*/ 725371 w 1183247"/>
                <a:gd name="connsiteY92" fmla="*/ 1256510 h 1357366"/>
                <a:gd name="connsiteX93" fmla="*/ 745782 w 1183247"/>
                <a:gd name="connsiteY93" fmla="*/ 1286486 h 1357366"/>
                <a:gd name="connsiteX94" fmla="*/ 782507 w 1183247"/>
                <a:gd name="connsiteY94" fmla="*/ 1308268 h 1357366"/>
                <a:gd name="connsiteX95" fmla="*/ 800186 w 1183247"/>
                <a:gd name="connsiteY95" fmla="*/ 1309634 h 1357366"/>
                <a:gd name="connsiteX96" fmla="*/ 812404 w 1183247"/>
                <a:gd name="connsiteY96" fmla="*/ 1285120 h 1357366"/>
                <a:gd name="connsiteX97" fmla="*/ 812404 w 1183247"/>
                <a:gd name="connsiteY97" fmla="*/ 1251118 h 1357366"/>
                <a:gd name="connsiteX98" fmla="*/ 832815 w 1183247"/>
                <a:gd name="connsiteY98" fmla="*/ 1248386 h 1357366"/>
                <a:gd name="connsiteX99" fmla="*/ 847764 w 1183247"/>
                <a:gd name="connsiteY99" fmla="*/ 1244289 h 1357366"/>
                <a:gd name="connsiteX100" fmla="*/ 868174 w 1183247"/>
                <a:gd name="connsiteY100" fmla="*/ 1244289 h 1357366"/>
                <a:gd name="connsiteX101" fmla="*/ 880392 w 1183247"/>
                <a:gd name="connsiteY101" fmla="*/ 1274265 h 1357366"/>
                <a:gd name="connsiteX102" fmla="*/ 880392 w 1183247"/>
                <a:gd name="connsiteY102" fmla="*/ 1298779 h 1357366"/>
                <a:gd name="connsiteX103" fmla="*/ 899438 w 1183247"/>
                <a:gd name="connsiteY103" fmla="*/ 1317829 h 1357366"/>
                <a:gd name="connsiteX104" fmla="*/ 914386 w 1183247"/>
                <a:gd name="connsiteY104" fmla="*/ 1309634 h 1357366"/>
                <a:gd name="connsiteX105" fmla="*/ 925310 w 1183247"/>
                <a:gd name="connsiteY105" fmla="*/ 1293316 h 1357366"/>
                <a:gd name="connsiteX106" fmla="*/ 949817 w 1183247"/>
                <a:gd name="connsiteY106" fmla="*/ 1296047 h 1357366"/>
                <a:gd name="connsiteX107" fmla="*/ 971594 w 1183247"/>
                <a:gd name="connsiteY107" fmla="*/ 1324658 h 1357366"/>
                <a:gd name="connsiteX108" fmla="*/ 986542 w 1183247"/>
                <a:gd name="connsiteY108" fmla="*/ 1357367 h 1357366"/>
                <a:gd name="connsiteX109" fmla="*/ 994735 w 1183247"/>
                <a:gd name="connsiteY109" fmla="*/ 1357367 h 1357366"/>
                <a:gd name="connsiteX110" fmla="*/ 1017877 w 1183247"/>
                <a:gd name="connsiteY110" fmla="*/ 1332853 h 1357366"/>
                <a:gd name="connsiteX111" fmla="*/ 1046481 w 1183247"/>
                <a:gd name="connsiteY111" fmla="*/ 1346440 h 1357366"/>
                <a:gd name="connsiteX112" fmla="*/ 1066892 w 1183247"/>
                <a:gd name="connsiteY112" fmla="*/ 1350537 h 1357366"/>
                <a:gd name="connsiteX113" fmla="*/ 1093411 w 1183247"/>
                <a:gd name="connsiteY113" fmla="*/ 1328109 h 1357366"/>
                <a:gd name="connsiteX114" fmla="*/ 1093411 w 1183247"/>
                <a:gd name="connsiteY114" fmla="*/ 1315097 h 1357366"/>
                <a:gd name="connsiteX115" fmla="*/ 1062795 w 1183247"/>
                <a:gd name="connsiteY115" fmla="*/ 1251765 h 1357366"/>
                <a:gd name="connsiteX116" fmla="*/ 1026070 w 1183247"/>
                <a:gd name="connsiteY116" fmla="*/ 1186420 h 1357366"/>
                <a:gd name="connsiteX117" fmla="*/ 1009756 w 1183247"/>
                <a:gd name="connsiteY117" fmla="*/ 1139478 h 1357366"/>
                <a:gd name="connsiteX118" fmla="*/ 1019961 w 1183247"/>
                <a:gd name="connsiteY118" fmla="*/ 1094548 h 1357366"/>
                <a:gd name="connsiteX119" fmla="*/ 981152 w 1183247"/>
                <a:gd name="connsiteY119" fmla="*/ 1049619 h 1357366"/>
                <a:gd name="connsiteX120" fmla="*/ 897425 w 1183247"/>
                <a:gd name="connsiteY120" fmla="*/ 998580 h 1357366"/>
                <a:gd name="connsiteX121" fmla="*/ 848410 w 1183247"/>
                <a:gd name="connsiteY121" fmla="*/ 955663 h 1357366"/>
                <a:gd name="connsiteX122" fmla="*/ 823903 w 1183247"/>
                <a:gd name="connsiteY122" fmla="*/ 912747 h 1357366"/>
                <a:gd name="connsiteX123" fmla="*/ 823903 w 1183247"/>
                <a:gd name="connsiteY123" fmla="*/ 624840 h 1357366"/>
                <a:gd name="connsiteX124" fmla="*/ 923945 w 1183247"/>
                <a:gd name="connsiteY124" fmla="*/ 614632 h 1357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</a:cxnLst>
              <a:rect l="l" t="t" r="r" b="b"/>
              <a:pathLst>
                <a:path w="1183247" h="1357366">
                  <a:moveTo>
                    <a:pt x="924017" y="614489"/>
                  </a:moveTo>
                  <a:lnTo>
                    <a:pt x="979140" y="583865"/>
                  </a:lnTo>
                  <a:lnTo>
                    <a:pt x="1046481" y="555254"/>
                  </a:lnTo>
                  <a:lnTo>
                    <a:pt x="1079109" y="596086"/>
                  </a:lnTo>
                  <a:lnTo>
                    <a:pt x="1154643" y="608306"/>
                  </a:lnTo>
                  <a:lnTo>
                    <a:pt x="1183247" y="596086"/>
                  </a:lnTo>
                  <a:lnTo>
                    <a:pt x="1181235" y="559351"/>
                  </a:lnTo>
                  <a:lnTo>
                    <a:pt x="1156728" y="461369"/>
                  </a:lnTo>
                  <a:lnTo>
                    <a:pt x="1144510" y="414428"/>
                  </a:lnTo>
                  <a:lnTo>
                    <a:pt x="1095495" y="406232"/>
                  </a:lnTo>
                  <a:lnTo>
                    <a:pt x="1054674" y="424635"/>
                  </a:lnTo>
                  <a:lnTo>
                    <a:pt x="1005659" y="418525"/>
                  </a:lnTo>
                  <a:lnTo>
                    <a:pt x="948524" y="394012"/>
                  </a:lnTo>
                  <a:lnTo>
                    <a:pt x="915895" y="394012"/>
                  </a:lnTo>
                  <a:lnTo>
                    <a:pt x="915895" y="163255"/>
                  </a:lnTo>
                  <a:lnTo>
                    <a:pt x="924017" y="161817"/>
                  </a:lnTo>
                  <a:lnTo>
                    <a:pt x="896491" y="138742"/>
                  </a:lnTo>
                  <a:lnTo>
                    <a:pt x="878092" y="140754"/>
                  </a:lnTo>
                  <a:lnTo>
                    <a:pt x="854591" y="143846"/>
                  </a:lnTo>
                  <a:cubicBezTo>
                    <a:pt x="854591" y="143846"/>
                    <a:pt x="823975" y="130547"/>
                    <a:pt x="812763" y="116313"/>
                  </a:cubicBezTo>
                  <a:cubicBezTo>
                    <a:pt x="801552" y="102007"/>
                    <a:pt x="779057" y="88780"/>
                    <a:pt x="779057" y="88780"/>
                  </a:cubicBezTo>
                  <a:cubicBezTo>
                    <a:pt x="779057" y="88780"/>
                    <a:pt x="764755" y="75481"/>
                    <a:pt x="763749" y="72462"/>
                  </a:cubicBezTo>
                  <a:cubicBezTo>
                    <a:pt x="762743" y="69371"/>
                    <a:pt x="764755" y="56144"/>
                    <a:pt x="764755" y="56144"/>
                  </a:cubicBezTo>
                  <a:lnTo>
                    <a:pt x="799468" y="40832"/>
                  </a:lnTo>
                  <a:lnTo>
                    <a:pt x="802846" y="11933"/>
                  </a:lnTo>
                  <a:lnTo>
                    <a:pt x="782435" y="0"/>
                  </a:lnTo>
                  <a:lnTo>
                    <a:pt x="745710" y="14953"/>
                  </a:lnTo>
                  <a:lnTo>
                    <a:pt x="702158" y="38100"/>
                  </a:lnTo>
                  <a:lnTo>
                    <a:pt x="649047" y="55784"/>
                  </a:lnTo>
                  <a:lnTo>
                    <a:pt x="583718" y="80298"/>
                  </a:lnTo>
                  <a:cubicBezTo>
                    <a:pt x="583718" y="80298"/>
                    <a:pt x="571500" y="80298"/>
                    <a:pt x="566038" y="78932"/>
                  </a:cubicBezTo>
                  <a:cubicBezTo>
                    <a:pt x="560576" y="77566"/>
                    <a:pt x="510268" y="68077"/>
                    <a:pt x="510268" y="68077"/>
                  </a:cubicBezTo>
                  <a:cubicBezTo>
                    <a:pt x="510268" y="68077"/>
                    <a:pt x="462619" y="65345"/>
                    <a:pt x="454498" y="72175"/>
                  </a:cubicBezTo>
                  <a:cubicBezTo>
                    <a:pt x="446305" y="79004"/>
                    <a:pt x="413677" y="125299"/>
                    <a:pt x="413677" y="125299"/>
                  </a:cubicBezTo>
                  <a:lnTo>
                    <a:pt x="352444" y="148446"/>
                  </a:lnTo>
                  <a:lnTo>
                    <a:pt x="312988" y="138885"/>
                  </a:lnTo>
                  <a:lnTo>
                    <a:pt x="280360" y="123933"/>
                  </a:lnTo>
                  <a:lnTo>
                    <a:pt x="273532" y="156570"/>
                  </a:lnTo>
                  <a:lnTo>
                    <a:pt x="253122" y="197401"/>
                  </a:lnTo>
                  <a:lnTo>
                    <a:pt x="234077" y="238233"/>
                  </a:lnTo>
                  <a:cubicBezTo>
                    <a:pt x="234077" y="238233"/>
                    <a:pt x="219128" y="266844"/>
                    <a:pt x="219128" y="283162"/>
                  </a:cubicBezTo>
                  <a:cubicBezTo>
                    <a:pt x="219128" y="299481"/>
                    <a:pt x="220493" y="329457"/>
                    <a:pt x="220493" y="329457"/>
                  </a:cubicBezTo>
                  <a:cubicBezTo>
                    <a:pt x="220493" y="329457"/>
                    <a:pt x="223224" y="370289"/>
                    <a:pt x="223224" y="374387"/>
                  </a:cubicBezTo>
                  <a:cubicBezTo>
                    <a:pt x="223224" y="378484"/>
                    <a:pt x="221859" y="392071"/>
                    <a:pt x="221859" y="392071"/>
                  </a:cubicBezTo>
                  <a:lnTo>
                    <a:pt x="178306" y="407023"/>
                  </a:lnTo>
                  <a:lnTo>
                    <a:pt x="152434" y="424707"/>
                  </a:lnTo>
                  <a:lnTo>
                    <a:pt x="133388" y="450586"/>
                  </a:lnTo>
                  <a:lnTo>
                    <a:pt x="122464" y="453318"/>
                  </a:lnTo>
                  <a:lnTo>
                    <a:pt x="117002" y="454684"/>
                  </a:lnTo>
                  <a:lnTo>
                    <a:pt x="104785" y="466905"/>
                  </a:lnTo>
                  <a:lnTo>
                    <a:pt x="102053" y="492784"/>
                  </a:lnTo>
                  <a:lnTo>
                    <a:pt x="0" y="584008"/>
                  </a:lnTo>
                  <a:lnTo>
                    <a:pt x="32700" y="626206"/>
                  </a:lnTo>
                  <a:lnTo>
                    <a:pt x="72156" y="658843"/>
                  </a:lnTo>
                  <a:lnTo>
                    <a:pt x="73522" y="699674"/>
                  </a:lnTo>
                  <a:cubicBezTo>
                    <a:pt x="73522" y="699674"/>
                    <a:pt x="107516" y="729651"/>
                    <a:pt x="108881" y="735042"/>
                  </a:cubicBezTo>
                  <a:cubicBezTo>
                    <a:pt x="110247" y="740506"/>
                    <a:pt x="156530" y="762288"/>
                    <a:pt x="160627" y="765020"/>
                  </a:cubicBezTo>
                  <a:cubicBezTo>
                    <a:pt x="164723" y="767751"/>
                    <a:pt x="212372" y="790899"/>
                    <a:pt x="220493" y="790899"/>
                  </a:cubicBezTo>
                  <a:cubicBezTo>
                    <a:pt x="228614" y="790899"/>
                    <a:pt x="289919" y="793630"/>
                    <a:pt x="289919" y="793630"/>
                  </a:cubicBezTo>
                  <a:lnTo>
                    <a:pt x="297680" y="815700"/>
                  </a:lnTo>
                  <a:lnTo>
                    <a:pt x="345689" y="844023"/>
                  </a:lnTo>
                  <a:lnTo>
                    <a:pt x="362003" y="831802"/>
                  </a:lnTo>
                  <a:lnTo>
                    <a:pt x="378317" y="834534"/>
                  </a:lnTo>
                  <a:lnTo>
                    <a:pt x="406921" y="850852"/>
                  </a:lnTo>
                  <a:lnTo>
                    <a:pt x="413748" y="859047"/>
                  </a:lnTo>
                  <a:lnTo>
                    <a:pt x="450473" y="882195"/>
                  </a:lnTo>
                  <a:lnTo>
                    <a:pt x="461326" y="903976"/>
                  </a:lnTo>
                  <a:lnTo>
                    <a:pt x="462691" y="925758"/>
                  </a:lnTo>
                  <a:lnTo>
                    <a:pt x="461326" y="942077"/>
                  </a:lnTo>
                  <a:lnTo>
                    <a:pt x="479005" y="966590"/>
                  </a:lnTo>
                  <a:lnTo>
                    <a:pt x="483102" y="999226"/>
                  </a:lnTo>
                  <a:lnTo>
                    <a:pt x="500781" y="1010081"/>
                  </a:lnTo>
                  <a:lnTo>
                    <a:pt x="515730" y="1010081"/>
                  </a:lnTo>
                  <a:lnTo>
                    <a:pt x="532044" y="993763"/>
                  </a:lnTo>
                  <a:cubicBezTo>
                    <a:pt x="532044" y="993763"/>
                    <a:pt x="529313" y="980177"/>
                    <a:pt x="542968" y="982908"/>
                  </a:cubicBezTo>
                  <a:cubicBezTo>
                    <a:pt x="556552" y="985640"/>
                    <a:pt x="597373" y="996495"/>
                    <a:pt x="597373" y="996495"/>
                  </a:cubicBezTo>
                  <a:lnTo>
                    <a:pt x="613687" y="1016911"/>
                  </a:lnTo>
                  <a:lnTo>
                    <a:pt x="638194" y="1034595"/>
                  </a:lnTo>
                  <a:cubicBezTo>
                    <a:pt x="638194" y="1034595"/>
                    <a:pt x="653143" y="1022374"/>
                    <a:pt x="655874" y="1037327"/>
                  </a:cubicBezTo>
                  <a:lnTo>
                    <a:pt x="658605" y="1052279"/>
                  </a:lnTo>
                  <a:lnTo>
                    <a:pt x="685843" y="1064500"/>
                  </a:lnTo>
                  <a:lnTo>
                    <a:pt x="714447" y="1060402"/>
                  </a:lnTo>
                  <a:lnTo>
                    <a:pt x="753903" y="1044084"/>
                  </a:lnTo>
                  <a:cubicBezTo>
                    <a:pt x="753903" y="1044084"/>
                    <a:pt x="781141" y="1048181"/>
                    <a:pt x="781141" y="1052279"/>
                  </a:cubicBezTo>
                  <a:cubicBezTo>
                    <a:pt x="781141" y="1056377"/>
                    <a:pt x="768924" y="1072695"/>
                    <a:pt x="768924" y="1072695"/>
                  </a:cubicBezTo>
                  <a:lnTo>
                    <a:pt x="737589" y="1090379"/>
                  </a:lnTo>
                  <a:cubicBezTo>
                    <a:pt x="737589" y="1090379"/>
                    <a:pt x="732127" y="1086282"/>
                    <a:pt x="733492" y="1099940"/>
                  </a:cubicBezTo>
                  <a:cubicBezTo>
                    <a:pt x="734858" y="1113527"/>
                    <a:pt x="737589" y="1097208"/>
                    <a:pt x="738955" y="1117624"/>
                  </a:cubicBezTo>
                  <a:cubicBezTo>
                    <a:pt x="740320" y="1138040"/>
                    <a:pt x="741685" y="1148967"/>
                    <a:pt x="741685" y="1148967"/>
                  </a:cubicBezTo>
                  <a:lnTo>
                    <a:pt x="725371" y="1177578"/>
                  </a:lnTo>
                  <a:lnTo>
                    <a:pt x="743051" y="1212946"/>
                  </a:lnTo>
                  <a:lnTo>
                    <a:pt x="737589" y="1256510"/>
                  </a:lnTo>
                  <a:cubicBezTo>
                    <a:pt x="737589" y="1256510"/>
                    <a:pt x="725371" y="1242923"/>
                    <a:pt x="725371" y="1256510"/>
                  </a:cubicBezTo>
                  <a:cubicBezTo>
                    <a:pt x="725371" y="1270096"/>
                    <a:pt x="738955" y="1282389"/>
                    <a:pt x="745782" y="1286486"/>
                  </a:cubicBezTo>
                  <a:cubicBezTo>
                    <a:pt x="752610" y="1290584"/>
                    <a:pt x="782507" y="1308268"/>
                    <a:pt x="782507" y="1308268"/>
                  </a:cubicBezTo>
                  <a:lnTo>
                    <a:pt x="800186" y="1309634"/>
                  </a:lnTo>
                  <a:cubicBezTo>
                    <a:pt x="800186" y="1309634"/>
                    <a:pt x="812404" y="1293316"/>
                    <a:pt x="812404" y="1285120"/>
                  </a:cubicBezTo>
                  <a:lnTo>
                    <a:pt x="812404" y="1251118"/>
                  </a:lnTo>
                  <a:lnTo>
                    <a:pt x="832815" y="1248386"/>
                  </a:lnTo>
                  <a:lnTo>
                    <a:pt x="847764" y="1244289"/>
                  </a:lnTo>
                  <a:lnTo>
                    <a:pt x="868174" y="1244289"/>
                  </a:lnTo>
                  <a:lnTo>
                    <a:pt x="880392" y="1274265"/>
                  </a:lnTo>
                  <a:lnTo>
                    <a:pt x="880392" y="1298779"/>
                  </a:lnTo>
                  <a:lnTo>
                    <a:pt x="899438" y="1317829"/>
                  </a:lnTo>
                  <a:lnTo>
                    <a:pt x="914386" y="1309634"/>
                  </a:lnTo>
                  <a:cubicBezTo>
                    <a:pt x="914386" y="1309634"/>
                    <a:pt x="918483" y="1293316"/>
                    <a:pt x="925310" y="1293316"/>
                  </a:cubicBezTo>
                  <a:cubicBezTo>
                    <a:pt x="932138" y="1293316"/>
                    <a:pt x="941624" y="1287852"/>
                    <a:pt x="949817" y="1296047"/>
                  </a:cubicBezTo>
                  <a:cubicBezTo>
                    <a:pt x="958010" y="1304242"/>
                    <a:pt x="971594" y="1324658"/>
                    <a:pt x="971594" y="1324658"/>
                  </a:cubicBezTo>
                  <a:lnTo>
                    <a:pt x="986542" y="1357367"/>
                  </a:lnTo>
                  <a:lnTo>
                    <a:pt x="994735" y="1357367"/>
                  </a:lnTo>
                  <a:lnTo>
                    <a:pt x="1017877" y="1332853"/>
                  </a:lnTo>
                  <a:lnTo>
                    <a:pt x="1046481" y="1346440"/>
                  </a:lnTo>
                  <a:lnTo>
                    <a:pt x="1066892" y="1350537"/>
                  </a:lnTo>
                  <a:lnTo>
                    <a:pt x="1093411" y="1328109"/>
                  </a:lnTo>
                  <a:lnTo>
                    <a:pt x="1093411" y="1315097"/>
                  </a:lnTo>
                  <a:lnTo>
                    <a:pt x="1062795" y="1251765"/>
                  </a:lnTo>
                  <a:lnTo>
                    <a:pt x="1026070" y="1186420"/>
                  </a:lnTo>
                  <a:lnTo>
                    <a:pt x="1009756" y="1139478"/>
                  </a:lnTo>
                  <a:lnTo>
                    <a:pt x="1019961" y="1094548"/>
                  </a:lnTo>
                  <a:lnTo>
                    <a:pt x="981152" y="1049619"/>
                  </a:lnTo>
                  <a:lnTo>
                    <a:pt x="897425" y="998580"/>
                  </a:lnTo>
                  <a:lnTo>
                    <a:pt x="848410" y="955663"/>
                  </a:lnTo>
                  <a:lnTo>
                    <a:pt x="823903" y="912747"/>
                  </a:lnTo>
                  <a:lnTo>
                    <a:pt x="823903" y="624840"/>
                  </a:lnTo>
                  <a:lnTo>
                    <a:pt x="923945" y="614632"/>
                  </a:lnTo>
                  <a:close/>
                </a:path>
              </a:pathLst>
            </a:custGeom>
            <a:grpFill/>
            <a:ln w="12700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3" name="Nariño">
              <a:extLst>
                <a:ext uri="{FF2B5EF4-FFF2-40B4-BE49-F238E27FC236}">
                  <a16:creationId xmlns:a16="http://schemas.microsoft.com/office/drawing/2014/main" id="{BDC71C8F-BDC2-60A6-8168-9E77C94A82DC}"/>
                </a:ext>
              </a:extLst>
            </p:cNvPr>
            <p:cNvSpPr/>
            <p:nvPr/>
          </p:nvSpPr>
          <p:spPr>
            <a:xfrm>
              <a:off x="3955315" y="4067052"/>
              <a:ext cx="914745" cy="984345"/>
            </a:xfrm>
            <a:custGeom>
              <a:avLst/>
              <a:gdLst>
                <a:gd name="connsiteX0" fmla="*/ 781429 w 914745"/>
                <a:gd name="connsiteY0" fmla="*/ 880829 h 984345"/>
                <a:gd name="connsiteX1" fmla="*/ 754191 w 914745"/>
                <a:gd name="connsiteY1" fmla="*/ 850852 h 984345"/>
                <a:gd name="connsiteX2" fmla="*/ 754191 w 914745"/>
                <a:gd name="connsiteY2" fmla="*/ 830436 h 984345"/>
                <a:gd name="connsiteX3" fmla="*/ 775967 w 914745"/>
                <a:gd name="connsiteY3" fmla="*/ 793702 h 984345"/>
                <a:gd name="connsiteX4" fmla="*/ 819519 w 914745"/>
                <a:gd name="connsiteY4" fmla="*/ 752871 h 984345"/>
                <a:gd name="connsiteX5" fmla="*/ 827712 w 914745"/>
                <a:gd name="connsiteY5" fmla="*/ 720234 h 984345"/>
                <a:gd name="connsiteX6" fmla="*/ 826347 w 914745"/>
                <a:gd name="connsiteY6" fmla="*/ 701184 h 984345"/>
                <a:gd name="connsiteX7" fmla="*/ 805936 w 914745"/>
                <a:gd name="connsiteY7" fmla="*/ 649426 h 984345"/>
                <a:gd name="connsiteX8" fmla="*/ 831809 w 914745"/>
                <a:gd name="connsiteY8" fmla="*/ 618083 h 984345"/>
                <a:gd name="connsiteX9" fmla="*/ 890310 w 914745"/>
                <a:gd name="connsiteY9" fmla="*/ 590838 h 984345"/>
                <a:gd name="connsiteX10" fmla="*/ 910721 w 914745"/>
                <a:gd name="connsiteY10" fmla="*/ 574520 h 984345"/>
                <a:gd name="connsiteX11" fmla="*/ 899797 w 914745"/>
                <a:gd name="connsiteY11" fmla="*/ 548640 h 984345"/>
                <a:gd name="connsiteX12" fmla="*/ 892969 w 914745"/>
                <a:gd name="connsiteY12" fmla="*/ 522761 h 984345"/>
                <a:gd name="connsiteX13" fmla="*/ 901162 w 914745"/>
                <a:gd name="connsiteY13" fmla="*/ 479198 h 984345"/>
                <a:gd name="connsiteX14" fmla="*/ 914745 w 914745"/>
                <a:gd name="connsiteY14" fmla="*/ 465611 h 984345"/>
                <a:gd name="connsiteX15" fmla="*/ 910649 w 914745"/>
                <a:gd name="connsiteY15" fmla="*/ 442464 h 984345"/>
                <a:gd name="connsiteX16" fmla="*/ 876655 w 914745"/>
                <a:gd name="connsiteY16" fmla="*/ 419316 h 984345"/>
                <a:gd name="connsiteX17" fmla="*/ 861706 w 914745"/>
                <a:gd name="connsiteY17" fmla="*/ 401631 h 984345"/>
                <a:gd name="connsiteX18" fmla="*/ 811326 w 914745"/>
                <a:gd name="connsiteY18" fmla="*/ 404363 h 984345"/>
                <a:gd name="connsiteX19" fmla="*/ 781357 w 914745"/>
                <a:gd name="connsiteY19" fmla="*/ 426145 h 984345"/>
                <a:gd name="connsiteX20" fmla="*/ 748729 w 914745"/>
                <a:gd name="connsiteY20" fmla="*/ 424779 h 984345"/>
                <a:gd name="connsiteX21" fmla="*/ 714735 w 914745"/>
                <a:gd name="connsiteY21" fmla="*/ 419316 h 984345"/>
                <a:gd name="connsiteX22" fmla="*/ 705176 w 914745"/>
                <a:gd name="connsiteY22" fmla="*/ 397534 h 984345"/>
                <a:gd name="connsiteX23" fmla="*/ 716028 w 914745"/>
                <a:gd name="connsiteY23" fmla="*/ 379850 h 984345"/>
                <a:gd name="connsiteX24" fmla="*/ 733708 w 914745"/>
                <a:gd name="connsiteY24" fmla="*/ 349873 h 984345"/>
                <a:gd name="connsiteX25" fmla="*/ 754119 w 914745"/>
                <a:gd name="connsiteY25" fmla="*/ 326726 h 984345"/>
                <a:gd name="connsiteX26" fmla="*/ 762312 w 914745"/>
                <a:gd name="connsiteY26" fmla="*/ 299481 h 984345"/>
                <a:gd name="connsiteX27" fmla="*/ 759581 w 914745"/>
                <a:gd name="connsiteY27" fmla="*/ 284528 h 984345"/>
                <a:gd name="connsiteX28" fmla="*/ 740536 w 914745"/>
                <a:gd name="connsiteY28" fmla="*/ 276333 h 984345"/>
                <a:gd name="connsiteX29" fmla="*/ 724221 w 914745"/>
                <a:gd name="connsiteY29" fmla="*/ 249088 h 984345"/>
                <a:gd name="connsiteX30" fmla="*/ 729683 w 914745"/>
                <a:gd name="connsiteY30" fmla="*/ 236867 h 984345"/>
                <a:gd name="connsiteX31" fmla="*/ 729683 w 914745"/>
                <a:gd name="connsiteY31" fmla="*/ 220549 h 984345"/>
                <a:gd name="connsiteX32" fmla="*/ 690227 w 914745"/>
                <a:gd name="connsiteY32" fmla="*/ 196035 h 984345"/>
                <a:gd name="connsiteX33" fmla="*/ 638482 w 914745"/>
                <a:gd name="connsiteY33" fmla="*/ 208256 h 984345"/>
                <a:gd name="connsiteX34" fmla="*/ 590833 w 914745"/>
                <a:gd name="connsiteY34" fmla="*/ 209622 h 984345"/>
                <a:gd name="connsiteX35" fmla="*/ 547281 w 914745"/>
                <a:gd name="connsiteY35" fmla="*/ 185108 h 984345"/>
                <a:gd name="connsiteX36" fmla="*/ 522773 w 914745"/>
                <a:gd name="connsiteY36" fmla="*/ 157864 h 984345"/>
                <a:gd name="connsiteX37" fmla="*/ 494170 w 914745"/>
                <a:gd name="connsiteY37" fmla="*/ 100713 h 984345"/>
                <a:gd name="connsiteX38" fmla="*/ 484611 w 914745"/>
                <a:gd name="connsiteY38" fmla="*/ 57150 h 984345"/>
                <a:gd name="connsiteX39" fmla="*/ 442424 w 914745"/>
                <a:gd name="connsiteY39" fmla="*/ 35369 h 984345"/>
                <a:gd name="connsiteX40" fmla="*/ 436675 w 914745"/>
                <a:gd name="connsiteY40" fmla="*/ 8770 h 984345"/>
                <a:gd name="connsiteX41" fmla="*/ 423379 w 914745"/>
                <a:gd name="connsiteY41" fmla="*/ 10855 h 984345"/>
                <a:gd name="connsiteX42" fmla="*/ 343101 w 914745"/>
                <a:gd name="connsiteY42" fmla="*/ 0 h 984345"/>
                <a:gd name="connsiteX43" fmla="*/ 314498 w 914745"/>
                <a:gd name="connsiteY43" fmla="*/ 12221 h 984345"/>
                <a:gd name="connsiteX44" fmla="*/ 240976 w 914745"/>
                <a:gd name="connsiteY44" fmla="*/ 43563 h 984345"/>
                <a:gd name="connsiteX45" fmla="*/ 224662 w 914745"/>
                <a:gd name="connsiteY45" fmla="*/ 61248 h 984345"/>
                <a:gd name="connsiteX46" fmla="*/ 179744 w 914745"/>
                <a:gd name="connsiteY46" fmla="*/ 141545 h 984345"/>
                <a:gd name="connsiteX47" fmla="*/ 157968 w 914745"/>
                <a:gd name="connsiteY47" fmla="*/ 208256 h 984345"/>
                <a:gd name="connsiteX48" fmla="*/ 166161 w 914745"/>
                <a:gd name="connsiteY48" fmla="*/ 234135 h 984345"/>
                <a:gd name="connsiteX49" fmla="*/ 178378 w 914745"/>
                <a:gd name="connsiteY49" fmla="*/ 273601 h 984345"/>
                <a:gd name="connsiteX50" fmla="*/ 198789 w 914745"/>
                <a:gd name="connsiteY50" fmla="*/ 281796 h 984345"/>
                <a:gd name="connsiteX51" fmla="*/ 189230 w 914745"/>
                <a:gd name="connsiteY51" fmla="*/ 304944 h 984345"/>
                <a:gd name="connsiteX52" fmla="*/ 187865 w 914745"/>
                <a:gd name="connsiteY52" fmla="*/ 319896 h 984345"/>
                <a:gd name="connsiteX53" fmla="*/ 201448 w 914745"/>
                <a:gd name="connsiteY53" fmla="*/ 344410 h 984345"/>
                <a:gd name="connsiteX54" fmla="*/ 195986 w 914745"/>
                <a:gd name="connsiteY54" fmla="*/ 363460 h 984345"/>
                <a:gd name="connsiteX55" fmla="*/ 178306 w 914745"/>
                <a:gd name="connsiteY55" fmla="*/ 375680 h 984345"/>
                <a:gd name="connsiteX56" fmla="*/ 146972 w 914745"/>
                <a:gd name="connsiteY56" fmla="*/ 374315 h 984345"/>
                <a:gd name="connsiteX57" fmla="*/ 129292 w 914745"/>
                <a:gd name="connsiteY57" fmla="*/ 374315 h 984345"/>
                <a:gd name="connsiteX58" fmla="*/ 100688 w 914745"/>
                <a:gd name="connsiteY58" fmla="*/ 359362 h 984345"/>
                <a:gd name="connsiteX59" fmla="*/ 77546 w 914745"/>
                <a:gd name="connsiteY59" fmla="*/ 353899 h 984345"/>
                <a:gd name="connsiteX60" fmla="*/ 38090 w 914745"/>
                <a:gd name="connsiteY60" fmla="*/ 379778 h 984345"/>
                <a:gd name="connsiteX61" fmla="*/ 0 w 914745"/>
                <a:gd name="connsiteY61" fmla="*/ 439660 h 984345"/>
                <a:gd name="connsiteX62" fmla="*/ 10924 w 914745"/>
                <a:gd name="connsiteY62" fmla="*/ 461441 h 984345"/>
                <a:gd name="connsiteX63" fmla="*/ 35431 w 914745"/>
                <a:gd name="connsiteY63" fmla="*/ 490053 h 984345"/>
                <a:gd name="connsiteX64" fmla="*/ 72156 w 914745"/>
                <a:gd name="connsiteY64" fmla="*/ 515932 h 984345"/>
                <a:gd name="connsiteX65" fmla="*/ 100760 w 914745"/>
                <a:gd name="connsiteY65" fmla="*/ 562227 h 984345"/>
                <a:gd name="connsiteX66" fmla="*/ 232783 w 914745"/>
                <a:gd name="connsiteY66" fmla="*/ 637133 h 984345"/>
                <a:gd name="connsiteX67" fmla="*/ 303574 w 914745"/>
                <a:gd name="connsiteY67" fmla="*/ 709307 h 984345"/>
                <a:gd name="connsiteX68" fmla="*/ 386582 w 914745"/>
                <a:gd name="connsiteY68" fmla="*/ 766457 h 984345"/>
                <a:gd name="connsiteX69" fmla="*/ 477783 w 914745"/>
                <a:gd name="connsiteY69" fmla="*/ 795068 h 984345"/>
                <a:gd name="connsiteX70" fmla="*/ 526798 w 914745"/>
                <a:gd name="connsiteY70" fmla="*/ 780116 h 984345"/>
                <a:gd name="connsiteX71" fmla="*/ 566254 w 914745"/>
                <a:gd name="connsiteY71" fmla="*/ 780116 h 984345"/>
                <a:gd name="connsiteX72" fmla="*/ 566254 w 914745"/>
                <a:gd name="connsiteY72" fmla="*/ 786945 h 984345"/>
                <a:gd name="connsiteX73" fmla="*/ 559426 w 914745"/>
                <a:gd name="connsiteY73" fmla="*/ 820947 h 984345"/>
                <a:gd name="connsiteX74" fmla="*/ 597517 w 914745"/>
                <a:gd name="connsiteY74" fmla="*/ 844095 h 984345"/>
                <a:gd name="connsiteX75" fmla="*/ 626121 w 914745"/>
                <a:gd name="connsiteY75" fmla="*/ 871340 h 984345"/>
                <a:gd name="connsiteX76" fmla="*/ 641069 w 914745"/>
                <a:gd name="connsiteY76" fmla="*/ 932588 h 984345"/>
                <a:gd name="connsiteX77" fmla="*/ 657383 w 914745"/>
                <a:gd name="connsiteY77" fmla="*/ 984346 h 984345"/>
                <a:gd name="connsiteX78" fmla="*/ 756706 w 914745"/>
                <a:gd name="connsiteY78" fmla="*/ 984346 h 984345"/>
                <a:gd name="connsiteX79" fmla="*/ 793431 w 914745"/>
                <a:gd name="connsiteY79" fmla="*/ 963930 h 984345"/>
                <a:gd name="connsiteX80" fmla="*/ 800618 w 914745"/>
                <a:gd name="connsiteY80" fmla="*/ 971119 h 984345"/>
                <a:gd name="connsiteX81" fmla="*/ 797528 w 914745"/>
                <a:gd name="connsiteY81" fmla="*/ 910878 h 984345"/>
                <a:gd name="connsiteX82" fmla="*/ 781213 w 914745"/>
                <a:gd name="connsiteY82" fmla="*/ 880901 h 984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914745" h="984345">
                  <a:moveTo>
                    <a:pt x="781429" y="880829"/>
                  </a:moveTo>
                  <a:lnTo>
                    <a:pt x="754191" y="850852"/>
                  </a:lnTo>
                  <a:cubicBezTo>
                    <a:pt x="754191" y="850852"/>
                    <a:pt x="750094" y="834534"/>
                    <a:pt x="754191" y="830436"/>
                  </a:cubicBezTo>
                  <a:cubicBezTo>
                    <a:pt x="758287" y="826339"/>
                    <a:pt x="775967" y="793702"/>
                    <a:pt x="775967" y="793702"/>
                  </a:cubicBezTo>
                  <a:lnTo>
                    <a:pt x="819519" y="752871"/>
                  </a:lnTo>
                  <a:cubicBezTo>
                    <a:pt x="819519" y="752871"/>
                    <a:pt x="823616" y="735186"/>
                    <a:pt x="827712" y="720234"/>
                  </a:cubicBezTo>
                  <a:cubicBezTo>
                    <a:pt x="831809" y="705282"/>
                    <a:pt x="826347" y="701184"/>
                    <a:pt x="826347" y="701184"/>
                  </a:cubicBezTo>
                  <a:lnTo>
                    <a:pt x="805936" y="649426"/>
                  </a:lnTo>
                  <a:lnTo>
                    <a:pt x="831809" y="618083"/>
                  </a:lnTo>
                  <a:lnTo>
                    <a:pt x="890310" y="590838"/>
                  </a:lnTo>
                  <a:lnTo>
                    <a:pt x="910721" y="574520"/>
                  </a:lnTo>
                  <a:lnTo>
                    <a:pt x="899797" y="548640"/>
                  </a:lnTo>
                  <a:lnTo>
                    <a:pt x="892969" y="522761"/>
                  </a:lnTo>
                  <a:lnTo>
                    <a:pt x="901162" y="479198"/>
                  </a:lnTo>
                  <a:lnTo>
                    <a:pt x="914745" y="465611"/>
                  </a:lnTo>
                  <a:lnTo>
                    <a:pt x="910649" y="442464"/>
                  </a:lnTo>
                  <a:lnTo>
                    <a:pt x="876655" y="419316"/>
                  </a:lnTo>
                  <a:lnTo>
                    <a:pt x="861706" y="401631"/>
                  </a:lnTo>
                  <a:lnTo>
                    <a:pt x="811326" y="404363"/>
                  </a:lnTo>
                  <a:cubicBezTo>
                    <a:pt x="811326" y="404363"/>
                    <a:pt x="785454" y="424779"/>
                    <a:pt x="781357" y="426145"/>
                  </a:cubicBezTo>
                  <a:cubicBezTo>
                    <a:pt x="777261" y="427511"/>
                    <a:pt x="748729" y="424779"/>
                    <a:pt x="748729" y="424779"/>
                  </a:cubicBezTo>
                  <a:lnTo>
                    <a:pt x="714735" y="419316"/>
                  </a:lnTo>
                  <a:lnTo>
                    <a:pt x="705176" y="397534"/>
                  </a:lnTo>
                  <a:lnTo>
                    <a:pt x="716028" y="379850"/>
                  </a:lnTo>
                  <a:lnTo>
                    <a:pt x="733708" y="349873"/>
                  </a:lnTo>
                  <a:lnTo>
                    <a:pt x="754119" y="326726"/>
                  </a:lnTo>
                  <a:lnTo>
                    <a:pt x="762312" y="299481"/>
                  </a:lnTo>
                  <a:lnTo>
                    <a:pt x="759581" y="284528"/>
                  </a:lnTo>
                  <a:lnTo>
                    <a:pt x="740536" y="276333"/>
                  </a:lnTo>
                  <a:lnTo>
                    <a:pt x="724221" y="249088"/>
                  </a:lnTo>
                  <a:lnTo>
                    <a:pt x="729683" y="236867"/>
                  </a:lnTo>
                  <a:lnTo>
                    <a:pt x="729683" y="220549"/>
                  </a:lnTo>
                  <a:lnTo>
                    <a:pt x="690227" y="196035"/>
                  </a:lnTo>
                  <a:lnTo>
                    <a:pt x="638482" y="208256"/>
                  </a:lnTo>
                  <a:lnTo>
                    <a:pt x="590833" y="209622"/>
                  </a:lnTo>
                  <a:lnTo>
                    <a:pt x="547281" y="185108"/>
                  </a:lnTo>
                  <a:lnTo>
                    <a:pt x="522773" y="157864"/>
                  </a:lnTo>
                  <a:lnTo>
                    <a:pt x="494170" y="100713"/>
                  </a:lnTo>
                  <a:lnTo>
                    <a:pt x="484611" y="57150"/>
                  </a:lnTo>
                  <a:lnTo>
                    <a:pt x="442424" y="35369"/>
                  </a:lnTo>
                  <a:lnTo>
                    <a:pt x="436675" y="8770"/>
                  </a:lnTo>
                  <a:lnTo>
                    <a:pt x="423379" y="10855"/>
                  </a:lnTo>
                  <a:lnTo>
                    <a:pt x="343101" y="0"/>
                  </a:lnTo>
                  <a:lnTo>
                    <a:pt x="314498" y="12221"/>
                  </a:lnTo>
                  <a:lnTo>
                    <a:pt x="240976" y="43563"/>
                  </a:lnTo>
                  <a:lnTo>
                    <a:pt x="224662" y="61248"/>
                  </a:lnTo>
                  <a:lnTo>
                    <a:pt x="179744" y="141545"/>
                  </a:lnTo>
                  <a:lnTo>
                    <a:pt x="157968" y="208256"/>
                  </a:lnTo>
                  <a:lnTo>
                    <a:pt x="166161" y="234135"/>
                  </a:lnTo>
                  <a:lnTo>
                    <a:pt x="178378" y="273601"/>
                  </a:lnTo>
                  <a:lnTo>
                    <a:pt x="198789" y="281796"/>
                  </a:lnTo>
                  <a:lnTo>
                    <a:pt x="189230" y="304944"/>
                  </a:lnTo>
                  <a:lnTo>
                    <a:pt x="187865" y="319896"/>
                  </a:lnTo>
                  <a:lnTo>
                    <a:pt x="201448" y="344410"/>
                  </a:lnTo>
                  <a:lnTo>
                    <a:pt x="195986" y="363460"/>
                  </a:lnTo>
                  <a:lnTo>
                    <a:pt x="178306" y="375680"/>
                  </a:lnTo>
                  <a:cubicBezTo>
                    <a:pt x="178306" y="375680"/>
                    <a:pt x="153799" y="374315"/>
                    <a:pt x="146972" y="374315"/>
                  </a:cubicBezTo>
                  <a:lnTo>
                    <a:pt x="129292" y="374315"/>
                  </a:lnTo>
                  <a:lnTo>
                    <a:pt x="100688" y="359362"/>
                  </a:lnTo>
                  <a:lnTo>
                    <a:pt x="77546" y="353899"/>
                  </a:lnTo>
                  <a:cubicBezTo>
                    <a:pt x="77546" y="353899"/>
                    <a:pt x="42187" y="377046"/>
                    <a:pt x="38090" y="379778"/>
                  </a:cubicBezTo>
                  <a:cubicBezTo>
                    <a:pt x="33994" y="382510"/>
                    <a:pt x="0" y="439660"/>
                    <a:pt x="0" y="439660"/>
                  </a:cubicBezTo>
                  <a:lnTo>
                    <a:pt x="10924" y="461441"/>
                  </a:lnTo>
                  <a:cubicBezTo>
                    <a:pt x="10924" y="461441"/>
                    <a:pt x="31335" y="488687"/>
                    <a:pt x="35431" y="490053"/>
                  </a:cubicBezTo>
                  <a:cubicBezTo>
                    <a:pt x="39528" y="491418"/>
                    <a:pt x="72156" y="515932"/>
                    <a:pt x="72156" y="515932"/>
                  </a:cubicBezTo>
                  <a:lnTo>
                    <a:pt x="100760" y="562227"/>
                  </a:lnTo>
                  <a:lnTo>
                    <a:pt x="232783" y="637133"/>
                  </a:lnTo>
                  <a:lnTo>
                    <a:pt x="303574" y="709307"/>
                  </a:lnTo>
                  <a:lnTo>
                    <a:pt x="386582" y="766457"/>
                  </a:lnTo>
                  <a:lnTo>
                    <a:pt x="477783" y="795068"/>
                  </a:lnTo>
                  <a:lnTo>
                    <a:pt x="526798" y="780116"/>
                  </a:lnTo>
                  <a:lnTo>
                    <a:pt x="566254" y="780116"/>
                  </a:lnTo>
                  <a:lnTo>
                    <a:pt x="566254" y="786945"/>
                  </a:lnTo>
                  <a:cubicBezTo>
                    <a:pt x="566254" y="786945"/>
                    <a:pt x="559426" y="816922"/>
                    <a:pt x="559426" y="820947"/>
                  </a:cubicBezTo>
                  <a:cubicBezTo>
                    <a:pt x="559426" y="824973"/>
                    <a:pt x="597517" y="844095"/>
                    <a:pt x="597517" y="844095"/>
                  </a:cubicBezTo>
                  <a:lnTo>
                    <a:pt x="626121" y="871340"/>
                  </a:lnTo>
                  <a:lnTo>
                    <a:pt x="641069" y="932588"/>
                  </a:lnTo>
                  <a:lnTo>
                    <a:pt x="657383" y="984346"/>
                  </a:lnTo>
                  <a:lnTo>
                    <a:pt x="756706" y="984346"/>
                  </a:lnTo>
                  <a:lnTo>
                    <a:pt x="793431" y="963930"/>
                  </a:lnTo>
                  <a:lnTo>
                    <a:pt x="800618" y="971119"/>
                  </a:lnTo>
                  <a:lnTo>
                    <a:pt x="797528" y="910878"/>
                  </a:lnTo>
                  <a:lnTo>
                    <a:pt x="781213" y="880901"/>
                  </a:lnTo>
                  <a:close/>
                </a:path>
              </a:pathLst>
            </a:custGeom>
            <a:grpFill/>
            <a:ln w="12700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4" name="Putumayo">
              <a:extLst>
                <a:ext uri="{FF2B5EF4-FFF2-40B4-BE49-F238E27FC236}">
                  <a16:creationId xmlns:a16="http://schemas.microsoft.com/office/drawing/2014/main" id="{EAF1A2D1-F4D2-AE95-8061-778C44FB71E9}"/>
                </a:ext>
              </a:extLst>
            </p:cNvPr>
            <p:cNvSpPr/>
            <p:nvPr/>
          </p:nvSpPr>
          <p:spPr>
            <a:xfrm>
              <a:off x="4707685" y="4591754"/>
              <a:ext cx="1390468" cy="828063"/>
            </a:xfrm>
            <a:custGeom>
              <a:avLst/>
              <a:gdLst>
                <a:gd name="connsiteX0" fmla="*/ 1204975 w 1390468"/>
                <a:gd name="connsiteY0" fmla="*/ 674011 h 828063"/>
                <a:gd name="connsiteX1" fmla="*/ 1162070 w 1390468"/>
                <a:gd name="connsiteY1" fmla="*/ 686232 h 828063"/>
                <a:gd name="connsiteX2" fmla="*/ 1090632 w 1390468"/>
                <a:gd name="connsiteY2" fmla="*/ 674011 h 828063"/>
                <a:gd name="connsiteX3" fmla="*/ 1055920 w 1390468"/>
                <a:gd name="connsiteY3" fmla="*/ 639290 h 828063"/>
                <a:gd name="connsiteX4" fmla="*/ 1060016 w 1390468"/>
                <a:gd name="connsiteY4" fmla="*/ 596373 h 828063"/>
                <a:gd name="connsiteX5" fmla="*/ 1058004 w 1390468"/>
                <a:gd name="connsiteY5" fmla="*/ 557554 h 828063"/>
                <a:gd name="connsiteX6" fmla="*/ 984482 w 1390468"/>
                <a:gd name="connsiteY6" fmla="*/ 518735 h 828063"/>
                <a:gd name="connsiteX7" fmla="*/ 970180 w 1390468"/>
                <a:gd name="connsiteY7" fmla="*/ 512625 h 828063"/>
                <a:gd name="connsiteX8" fmla="*/ 921166 w 1390468"/>
                <a:gd name="connsiteY8" fmla="*/ 492209 h 828063"/>
                <a:gd name="connsiteX9" fmla="*/ 908948 w 1390468"/>
                <a:gd name="connsiteY9" fmla="*/ 453390 h 828063"/>
                <a:gd name="connsiteX10" fmla="*/ 894646 w 1390468"/>
                <a:gd name="connsiteY10" fmla="*/ 426864 h 828063"/>
                <a:gd name="connsiteX11" fmla="*/ 884441 w 1390468"/>
                <a:gd name="connsiteY11" fmla="*/ 406448 h 828063"/>
                <a:gd name="connsiteX12" fmla="*/ 857921 w 1390468"/>
                <a:gd name="connsiteY12" fmla="*/ 408461 h 828063"/>
                <a:gd name="connsiteX13" fmla="*/ 837511 w 1390468"/>
                <a:gd name="connsiteY13" fmla="*/ 408461 h 828063"/>
                <a:gd name="connsiteX14" fmla="*/ 827305 w 1390468"/>
                <a:gd name="connsiteY14" fmla="*/ 367629 h 828063"/>
                <a:gd name="connsiteX15" fmla="*/ 827305 w 1390468"/>
                <a:gd name="connsiteY15" fmla="*/ 332908 h 828063"/>
                <a:gd name="connsiteX16" fmla="*/ 819112 w 1390468"/>
                <a:gd name="connsiteY16" fmla="*/ 306382 h 828063"/>
                <a:gd name="connsiteX17" fmla="*/ 782387 w 1390468"/>
                <a:gd name="connsiteY17" fmla="*/ 302284 h 828063"/>
                <a:gd name="connsiteX18" fmla="*/ 721155 w 1390468"/>
                <a:gd name="connsiteY18" fmla="*/ 255342 h 828063"/>
                <a:gd name="connsiteX19" fmla="*/ 661935 w 1390468"/>
                <a:gd name="connsiteY19" fmla="*/ 245134 h 828063"/>
                <a:gd name="connsiteX20" fmla="*/ 629235 w 1390468"/>
                <a:gd name="connsiteY20" fmla="*/ 247147 h 828063"/>
                <a:gd name="connsiteX21" fmla="*/ 578208 w 1390468"/>
                <a:gd name="connsiteY21" fmla="*/ 251244 h 828063"/>
                <a:gd name="connsiteX22" fmla="*/ 555785 w 1390468"/>
                <a:gd name="connsiteY22" fmla="*/ 232841 h 828063"/>
                <a:gd name="connsiteX23" fmla="*/ 527181 w 1390468"/>
                <a:gd name="connsiteY23" fmla="*/ 183815 h 828063"/>
                <a:gd name="connsiteX24" fmla="*/ 490456 w 1390468"/>
                <a:gd name="connsiteY24" fmla="*/ 169509 h 828063"/>
                <a:gd name="connsiteX25" fmla="*/ 461853 w 1390468"/>
                <a:gd name="connsiteY25" fmla="*/ 185828 h 828063"/>
                <a:gd name="connsiteX26" fmla="*/ 398536 w 1390468"/>
                <a:gd name="connsiteY26" fmla="*/ 187840 h 828063"/>
                <a:gd name="connsiteX27" fmla="*/ 323002 w 1390468"/>
                <a:gd name="connsiteY27" fmla="*/ 183743 h 828063"/>
                <a:gd name="connsiteX28" fmla="*/ 310784 w 1390468"/>
                <a:gd name="connsiteY28" fmla="*/ 183743 h 828063"/>
                <a:gd name="connsiteX29" fmla="*/ 267879 w 1390468"/>
                <a:gd name="connsiteY29" fmla="*/ 142911 h 828063"/>
                <a:gd name="connsiteX30" fmla="*/ 278084 w 1390468"/>
                <a:gd name="connsiteY30" fmla="*/ 102079 h 828063"/>
                <a:gd name="connsiteX31" fmla="*/ 280097 w 1390468"/>
                <a:gd name="connsiteY31" fmla="*/ 57150 h 828063"/>
                <a:gd name="connsiteX32" fmla="*/ 261698 w 1390468"/>
                <a:gd name="connsiteY32" fmla="*/ 10208 h 828063"/>
                <a:gd name="connsiteX33" fmla="*/ 239275 w 1390468"/>
                <a:gd name="connsiteY33" fmla="*/ 0 h 828063"/>
                <a:gd name="connsiteX34" fmla="*/ 212755 w 1390468"/>
                <a:gd name="connsiteY34" fmla="*/ 22429 h 828063"/>
                <a:gd name="connsiteX35" fmla="*/ 158351 w 1390468"/>
                <a:gd name="connsiteY35" fmla="*/ 49674 h 828063"/>
                <a:gd name="connsiteX36" fmla="*/ 137940 w 1390468"/>
                <a:gd name="connsiteY36" fmla="*/ 65992 h 828063"/>
                <a:gd name="connsiteX37" fmla="*/ 79439 w 1390468"/>
                <a:gd name="connsiteY37" fmla="*/ 93237 h 828063"/>
                <a:gd name="connsiteX38" fmla="*/ 53566 w 1390468"/>
                <a:gd name="connsiteY38" fmla="*/ 124580 h 828063"/>
                <a:gd name="connsiteX39" fmla="*/ 73977 w 1390468"/>
                <a:gd name="connsiteY39" fmla="*/ 176339 h 828063"/>
                <a:gd name="connsiteX40" fmla="*/ 75342 w 1390468"/>
                <a:gd name="connsiteY40" fmla="*/ 195389 h 828063"/>
                <a:gd name="connsiteX41" fmla="*/ 67149 w 1390468"/>
                <a:gd name="connsiteY41" fmla="*/ 228025 h 828063"/>
                <a:gd name="connsiteX42" fmla="*/ 23597 w 1390468"/>
                <a:gd name="connsiteY42" fmla="*/ 268857 h 828063"/>
                <a:gd name="connsiteX43" fmla="*/ 1821 w 1390468"/>
                <a:gd name="connsiteY43" fmla="*/ 305591 h 828063"/>
                <a:gd name="connsiteX44" fmla="*/ 1821 w 1390468"/>
                <a:gd name="connsiteY44" fmla="*/ 326007 h 828063"/>
                <a:gd name="connsiteX45" fmla="*/ 29059 w 1390468"/>
                <a:gd name="connsiteY45" fmla="*/ 355984 h 828063"/>
                <a:gd name="connsiteX46" fmla="*/ 45373 w 1390468"/>
                <a:gd name="connsiteY46" fmla="*/ 385960 h 828063"/>
                <a:gd name="connsiteX47" fmla="*/ 48464 w 1390468"/>
                <a:gd name="connsiteY47" fmla="*/ 446201 h 828063"/>
                <a:gd name="connsiteX48" fmla="*/ 72611 w 1390468"/>
                <a:gd name="connsiteY48" fmla="*/ 470356 h 828063"/>
                <a:gd name="connsiteX49" fmla="*/ 177396 w 1390468"/>
                <a:gd name="connsiteY49" fmla="*/ 496235 h 828063"/>
                <a:gd name="connsiteX50" fmla="*/ 279450 w 1390468"/>
                <a:gd name="connsiteY50" fmla="*/ 497601 h 828063"/>
                <a:gd name="connsiteX51" fmla="*/ 350240 w 1390468"/>
                <a:gd name="connsiteY51" fmla="*/ 505796 h 828063"/>
                <a:gd name="connsiteX52" fmla="*/ 362458 w 1390468"/>
                <a:gd name="connsiteY52" fmla="*/ 459501 h 828063"/>
                <a:gd name="connsiteX53" fmla="*/ 384234 w 1390468"/>
                <a:gd name="connsiteY53" fmla="*/ 428158 h 828063"/>
                <a:gd name="connsiteX54" fmla="*/ 429152 w 1390468"/>
                <a:gd name="connsiteY54" fmla="*/ 429524 h 828063"/>
                <a:gd name="connsiteX55" fmla="*/ 482263 w 1390468"/>
                <a:gd name="connsiteY55" fmla="*/ 448574 h 828063"/>
                <a:gd name="connsiteX56" fmla="*/ 510867 w 1390468"/>
                <a:gd name="connsiteY56" fmla="*/ 473087 h 828063"/>
                <a:gd name="connsiteX57" fmla="*/ 534009 w 1390468"/>
                <a:gd name="connsiteY57" fmla="*/ 509821 h 828063"/>
                <a:gd name="connsiteX58" fmla="*/ 574830 w 1390468"/>
                <a:gd name="connsiteY58" fmla="*/ 552019 h 828063"/>
                <a:gd name="connsiteX59" fmla="*/ 633331 w 1390468"/>
                <a:gd name="connsiteY59" fmla="*/ 583362 h 828063"/>
                <a:gd name="connsiteX60" fmla="*/ 708219 w 1390468"/>
                <a:gd name="connsiteY60" fmla="*/ 584727 h 828063"/>
                <a:gd name="connsiteX61" fmla="*/ 792593 w 1390468"/>
                <a:gd name="connsiteY61" fmla="*/ 651439 h 828063"/>
                <a:gd name="connsiteX62" fmla="*/ 814369 w 1390468"/>
                <a:gd name="connsiteY62" fmla="*/ 651439 h 828063"/>
                <a:gd name="connsiteX63" fmla="*/ 829317 w 1390468"/>
                <a:gd name="connsiteY63" fmla="*/ 620096 h 828063"/>
                <a:gd name="connsiteX64" fmla="*/ 878332 w 1390468"/>
                <a:gd name="connsiteY64" fmla="*/ 618730 h 828063"/>
                <a:gd name="connsiteX65" fmla="*/ 923250 w 1390468"/>
                <a:gd name="connsiteY65" fmla="*/ 663659 h 828063"/>
                <a:gd name="connsiteX66" fmla="*/ 947757 w 1390468"/>
                <a:gd name="connsiteY66" fmla="*/ 684075 h 828063"/>
                <a:gd name="connsiteX67" fmla="*/ 981751 w 1390468"/>
                <a:gd name="connsiteY67" fmla="*/ 670488 h 828063"/>
                <a:gd name="connsiteX68" fmla="*/ 1029400 w 1390468"/>
                <a:gd name="connsiteY68" fmla="*/ 674586 h 828063"/>
                <a:gd name="connsiteX69" fmla="*/ 1052542 w 1390468"/>
                <a:gd name="connsiteY69" fmla="*/ 719515 h 828063"/>
                <a:gd name="connsiteX70" fmla="*/ 1102922 w 1390468"/>
                <a:gd name="connsiteY70" fmla="*/ 773933 h 828063"/>
                <a:gd name="connsiteX71" fmla="*/ 1146474 w 1390468"/>
                <a:gd name="connsiteY71" fmla="*/ 795715 h 828063"/>
                <a:gd name="connsiteX72" fmla="*/ 1161423 w 1390468"/>
                <a:gd name="connsiteY72" fmla="*/ 818863 h 828063"/>
                <a:gd name="connsiteX73" fmla="*/ 1167029 w 1390468"/>
                <a:gd name="connsiteY73" fmla="*/ 828064 h 828063"/>
                <a:gd name="connsiteX74" fmla="*/ 1390469 w 1390468"/>
                <a:gd name="connsiteY74" fmla="*/ 763726 h 828063"/>
                <a:gd name="connsiteX75" fmla="*/ 1256074 w 1390468"/>
                <a:gd name="connsiteY75" fmla="*/ 682062 h 828063"/>
                <a:gd name="connsiteX76" fmla="*/ 1205047 w 1390468"/>
                <a:gd name="connsiteY76" fmla="*/ 673867 h 828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1390468" h="828063">
                  <a:moveTo>
                    <a:pt x="1204975" y="674011"/>
                  </a:moveTo>
                  <a:lnTo>
                    <a:pt x="1162070" y="686232"/>
                  </a:lnTo>
                  <a:lnTo>
                    <a:pt x="1090632" y="674011"/>
                  </a:lnTo>
                  <a:lnTo>
                    <a:pt x="1055920" y="639290"/>
                  </a:lnTo>
                  <a:lnTo>
                    <a:pt x="1060016" y="596373"/>
                  </a:lnTo>
                  <a:lnTo>
                    <a:pt x="1058004" y="557554"/>
                  </a:lnTo>
                  <a:lnTo>
                    <a:pt x="984482" y="518735"/>
                  </a:lnTo>
                  <a:lnTo>
                    <a:pt x="970180" y="512625"/>
                  </a:lnTo>
                  <a:lnTo>
                    <a:pt x="921166" y="492209"/>
                  </a:lnTo>
                  <a:lnTo>
                    <a:pt x="908948" y="453390"/>
                  </a:lnTo>
                  <a:lnTo>
                    <a:pt x="894646" y="426864"/>
                  </a:lnTo>
                  <a:lnTo>
                    <a:pt x="884441" y="406448"/>
                  </a:lnTo>
                  <a:lnTo>
                    <a:pt x="857921" y="408461"/>
                  </a:lnTo>
                  <a:lnTo>
                    <a:pt x="837511" y="408461"/>
                  </a:lnTo>
                  <a:lnTo>
                    <a:pt x="827305" y="367629"/>
                  </a:lnTo>
                  <a:lnTo>
                    <a:pt x="827305" y="332908"/>
                  </a:lnTo>
                  <a:lnTo>
                    <a:pt x="819112" y="306382"/>
                  </a:lnTo>
                  <a:lnTo>
                    <a:pt x="782387" y="302284"/>
                  </a:lnTo>
                  <a:lnTo>
                    <a:pt x="721155" y="255342"/>
                  </a:lnTo>
                  <a:lnTo>
                    <a:pt x="661935" y="245134"/>
                  </a:lnTo>
                  <a:lnTo>
                    <a:pt x="629235" y="247147"/>
                  </a:lnTo>
                  <a:lnTo>
                    <a:pt x="578208" y="251244"/>
                  </a:lnTo>
                  <a:lnTo>
                    <a:pt x="555785" y="232841"/>
                  </a:lnTo>
                  <a:lnTo>
                    <a:pt x="527181" y="183815"/>
                  </a:lnTo>
                  <a:lnTo>
                    <a:pt x="490456" y="169509"/>
                  </a:lnTo>
                  <a:lnTo>
                    <a:pt x="461853" y="185828"/>
                  </a:lnTo>
                  <a:lnTo>
                    <a:pt x="398536" y="187840"/>
                  </a:lnTo>
                  <a:lnTo>
                    <a:pt x="323002" y="183743"/>
                  </a:lnTo>
                  <a:lnTo>
                    <a:pt x="310784" y="183743"/>
                  </a:lnTo>
                  <a:cubicBezTo>
                    <a:pt x="310784" y="183743"/>
                    <a:pt x="267879" y="151034"/>
                    <a:pt x="267879" y="142911"/>
                  </a:cubicBezTo>
                  <a:cubicBezTo>
                    <a:pt x="267879" y="134788"/>
                    <a:pt x="278084" y="102079"/>
                    <a:pt x="278084" y="102079"/>
                  </a:cubicBezTo>
                  <a:cubicBezTo>
                    <a:pt x="278084" y="102079"/>
                    <a:pt x="284193" y="65345"/>
                    <a:pt x="280097" y="57150"/>
                  </a:cubicBezTo>
                  <a:cubicBezTo>
                    <a:pt x="276000" y="48955"/>
                    <a:pt x="261698" y="10208"/>
                    <a:pt x="261698" y="10208"/>
                  </a:cubicBezTo>
                  <a:lnTo>
                    <a:pt x="239275" y="0"/>
                  </a:lnTo>
                  <a:lnTo>
                    <a:pt x="212755" y="22429"/>
                  </a:lnTo>
                  <a:lnTo>
                    <a:pt x="158351" y="49674"/>
                  </a:lnTo>
                  <a:lnTo>
                    <a:pt x="137940" y="65992"/>
                  </a:lnTo>
                  <a:lnTo>
                    <a:pt x="79439" y="93237"/>
                  </a:lnTo>
                  <a:lnTo>
                    <a:pt x="53566" y="124580"/>
                  </a:lnTo>
                  <a:lnTo>
                    <a:pt x="73977" y="176339"/>
                  </a:lnTo>
                  <a:cubicBezTo>
                    <a:pt x="73977" y="176339"/>
                    <a:pt x="79439" y="180436"/>
                    <a:pt x="75342" y="195389"/>
                  </a:cubicBezTo>
                  <a:cubicBezTo>
                    <a:pt x="71246" y="210341"/>
                    <a:pt x="67149" y="228025"/>
                    <a:pt x="67149" y="228025"/>
                  </a:cubicBezTo>
                  <a:lnTo>
                    <a:pt x="23597" y="268857"/>
                  </a:lnTo>
                  <a:cubicBezTo>
                    <a:pt x="23597" y="268857"/>
                    <a:pt x="5917" y="301493"/>
                    <a:pt x="1821" y="305591"/>
                  </a:cubicBezTo>
                  <a:cubicBezTo>
                    <a:pt x="-2276" y="309688"/>
                    <a:pt x="1821" y="326007"/>
                    <a:pt x="1821" y="326007"/>
                  </a:cubicBezTo>
                  <a:lnTo>
                    <a:pt x="29059" y="355984"/>
                  </a:lnTo>
                  <a:lnTo>
                    <a:pt x="45373" y="385960"/>
                  </a:lnTo>
                  <a:lnTo>
                    <a:pt x="48464" y="446201"/>
                  </a:lnTo>
                  <a:lnTo>
                    <a:pt x="72611" y="470356"/>
                  </a:lnTo>
                  <a:lnTo>
                    <a:pt x="177396" y="496235"/>
                  </a:lnTo>
                  <a:lnTo>
                    <a:pt x="279450" y="497601"/>
                  </a:lnTo>
                  <a:lnTo>
                    <a:pt x="350240" y="505796"/>
                  </a:lnTo>
                  <a:lnTo>
                    <a:pt x="362458" y="459501"/>
                  </a:lnTo>
                  <a:lnTo>
                    <a:pt x="384234" y="428158"/>
                  </a:lnTo>
                  <a:lnTo>
                    <a:pt x="429152" y="429524"/>
                  </a:lnTo>
                  <a:lnTo>
                    <a:pt x="482263" y="448574"/>
                  </a:lnTo>
                  <a:lnTo>
                    <a:pt x="510867" y="473087"/>
                  </a:lnTo>
                  <a:lnTo>
                    <a:pt x="534009" y="509821"/>
                  </a:lnTo>
                  <a:lnTo>
                    <a:pt x="574830" y="552019"/>
                  </a:lnTo>
                  <a:lnTo>
                    <a:pt x="633331" y="583362"/>
                  </a:lnTo>
                  <a:lnTo>
                    <a:pt x="708219" y="584727"/>
                  </a:lnTo>
                  <a:lnTo>
                    <a:pt x="792593" y="651439"/>
                  </a:lnTo>
                  <a:lnTo>
                    <a:pt x="814369" y="651439"/>
                  </a:lnTo>
                  <a:lnTo>
                    <a:pt x="829317" y="620096"/>
                  </a:lnTo>
                  <a:lnTo>
                    <a:pt x="878332" y="618730"/>
                  </a:lnTo>
                  <a:lnTo>
                    <a:pt x="923250" y="663659"/>
                  </a:lnTo>
                  <a:lnTo>
                    <a:pt x="947757" y="684075"/>
                  </a:lnTo>
                  <a:lnTo>
                    <a:pt x="981751" y="670488"/>
                  </a:lnTo>
                  <a:lnTo>
                    <a:pt x="1029400" y="674586"/>
                  </a:lnTo>
                  <a:lnTo>
                    <a:pt x="1052542" y="719515"/>
                  </a:lnTo>
                  <a:lnTo>
                    <a:pt x="1102922" y="773933"/>
                  </a:lnTo>
                  <a:lnTo>
                    <a:pt x="1146474" y="795715"/>
                  </a:lnTo>
                  <a:lnTo>
                    <a:pt x="1161423" y="818863"/>
                  </a:lnTo>
                  <a:lnTo>
                    <a:pt x="1167029" y="828064"/>
                  </a:lnTo>
                  <a:lnTo>
                    <a:pt x="1390469" y="763726"/>
                  </a:lnTo>
                  <a:lnTo>
                    <a:pt x="1256074" y="682062"/>
                  </a:lnTo>
                  <a:lnTo>
                    <a:pt x="1205047" y="673867"/>
                  </a:lnTo>
                  <a:close/>
                </a:path>
              </a:pathLst>
            </a:custGeom>
            <a:grpFill/>
            <a:ln w="12700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5" name="Sucre">
              <a:extLst>
                <a:ext uri="{FF2B5EF4-FFF2-40B4-BE49-F238E27FC236}">
                  <a16:creationId xmlns:a16="http://schemas.microsoft.com/office/drawing/2014/main" id="{4D4231AF-6C58-55BD-28D0-68430153256A}"/>
                </a:ext>
              </a:extLst>
            </p:cNvPr>
            <p:cNvSpPr/>
            <p:nvPr/>
          </p:nvSpPr>
          <p:spPr>
            <a:xfrm>
              <a:off x="5346550" y="987710"/>
              <a:ext cx="464200" cy="776046"/>
            </a:xfrm>
            <a:custGeom>
              <a:avLst/>
              <a:gdLst>
                <a:gd name="connsiteX0" fmla="*/ 28532 w 464200"/>
                <a:gd name="connsiteY0" fmla="*/ 334921 h 776046"/>
                <a:gd name="connsiteX1" fmla="*/ 62526 w 464200"/>
                <a:gd name="connsiteY1" fmla="*/ 351239 h 776046"/>
                <a:gd name="connsiteX2" fmla="*/ 104713 w 464200"/>
                <a:gd name="connsiteY2" fmla="*/ 373021 h 776046"/>
                <a:gd name="connsiteX3" fmla="*/ 118296 w 464200"/>
                <a:gd name="connsiteY3" fmla="*/ 401632 h 776046"/>
                <a:gd name="connsiteX4" fmla="*/ 137341 w 464200"/>
                <a:gd name="connsiteY4" fmla="*/ 438366 h 776046"/>
                <a:gd name="connsiteX5" fmla="*/ 190452 w 464200"/>
                <a:gd name="connsiteY5" fmla="*/ 450586 h 776046"/>
                <a:gd name="connsiteX6" fmla="*/ 197280 w 464200"/>
                <a:gd name="connsiteY6" fmla="*/ 484589 h 776046"/>
                <a:gd name="connsiteX7" fmla="*/ 183697 w 464200"/>
                <a:gd name="connsiteY7" fmla="*/ 513200 h 776046"/>
                <a:gd name="connsiteX8" fmla="*/ 171479 w 464200"/>
                <a:gd name="connsiteY8" fmla="*/ 515932 h 776046"/>
                <a:gd name="connsiteX9" fmla="*/ 118368 w 464200"/>
                <a:gd name="connsiteY9" fmla="*/ 515932 h 776046"/>
                <a:gd name="connsiteX10" fmla="*/ 100688 w 464200"/>
                <a:gd name="connsiteY10" fmla="*/ 520029 h 776046"/>
                <a:gd name="connsiteX11" fmla="*/ 114271 w 464200"/>
                <a:gd name="connsiteY11" fmla="*/ 548640 h 776046"/>
                <a:gd name="connsiteX12" fmla="*/ 131951 w 464200"/>
                <a:gd name="connsiteY12" fmla="*/ 571788 h 776046"/>
                <a:gd name="connsiteX13" fmla="*/ 141510 w 464200"/>
                <a:gd name="connsiteY13" fmla="*/ 596301 h 776046"/>
                <a:gd name="connsiteX14" fmla="*/ 141510 w 464200"/>
                <a:gd name="connsiteY14" fmla="*/ 615351 h 776046"/>
                <a:gd name="connsiteX15" fmla="*/ 153727 w 464200"/>
                <a:gd name="connsiteY15" fmla="*/ 664378 h 776046"/>
                <a:gd name="connsiteX16" fmla="*/ 159189 w 464200"/>
                <a:gd name="connsiteY16" fmla="*/ 683428 h 776046"/>
                <a:gd name="connsiteX17" fmla="*/ 172772 w 464200"/>
                <a:gd name="connsiteY17" fmla="*/ 684794 h 776046"/>
                <a:gd name="connsiteX18" fmla="*/ 206766 w 464200"/>
                <a:gd name="connsiteY18" fmla="*/ 694355 h 776046"/>
                <a:gd name="connsiteX19" fmla="*/ 202670 w 464200"/>
                <a:gd name="connsiteY19" fmla="*/ 706575 h 776046"/>
                <a:gd name="connsiteX20" fmla="*/ 209497 w 464200"/>
                <a:gd name="connsiteY20" fmla="*/ 721528 h 776046"/>
                <a:gd name="connsiteX21" fmla="*/ 234005 w 464200"/>
                <a:gd name="connsiteY21" fmla="*/ 711967 h 776046"/>
                <a:gd name="connsiteX22" fmla="*/ 263974 w 464200"/>
                <a:gd name="connsiteY22" fmla="*/ 686088 h 776046"/>
                <a:gd name="connsiteX23" fmla="*/ 295309 w 464200"/>
                <a:gd name="connsiteY23" fmla="*/ 681990 h 776046"/>
                <a:gd name="connsiteX24" fmla="*/ 323912 w 464200"/>
                <a:gd name="connsiteY24" fmla="*/ 694211 h 776046"/>
                <a:gd name="connsiteX25" fmla="*/ 357906 w 464200"/>
                <a:gd name="connsiteY25" fmla="*/ 718724 h 776046"/>
                <a:gd name="connsiteX26" fmla="*/ 367465 w 464200"/>
                <a:gd name="connsiteY26" fmla="*/ 762288 h 776046"/>
                <a:gd name="connsiteX27" fmla="*/ 378389 w 464200"/>
                <a:gd name="connsiteY27" fmla="*/ 775874 h 776046"/>
                <a:gd name="connsiteX28" fmla="*/ 423307 w 464200"/>
                <a:gd name="connsiteY28" fmla="*/ 752727 h 776046"/>
                <a:gd name="connsiteX29" fmla="*/ 446449 w 464200"/>
                <a:gd name="connsiteY29" fmla="*/ 729579 h 776046"/>
                <a:gd name="connsiteX30" fmla="*/ 456007 w 464200"/>
                <a:gd name="connsiteY30" fmla="*/ 714627 h 776046"/>
                <a:gd name="connsiteX31" fmla="*/ 462835 w 464200"/>
                <a:gd name="connsiteY31" fmla="*/ 698308 h 776046"/>
                <a:gd name="connsiteX32" fmla="*/ 464200 w 464200"/>
                <a:gd name="connsiteY32" fmla="*/ 671063 h 776046"/>
                <a:gd name="connsiteX33" fmla="*/ 464200 w 464200"/>
                <a:gd name="connsiteY33" fmla="*/ 652013 h 776046"/>
                <a:gd name="connsiteX34" fmla="*/ 449252 w 464200"/>
                <a:gd name="connsiteY34" fmla="*/ 607084 h 776046"/>
                <a:gd name="connsiteX35" fmla="*/ 443790 w 464200"/>
                <a:gd name="connsiteY35" fmla="*/ 588034 h 776046"/>
                <a:gd name="connsiteX36" fmla="*/ 456007 w 464200"/>
                <a:gd name="connsiteY36" fmla="*/ 575813 h 776046"/>
                <a:gd name="connsiteX37" fmla="*/ 460104 w 464200"/>
                <a:gd name="connsiteY37" fmla="*/ 556763 h 776046"/>
                <a:gd name="connsiteX38" fmla="*/ 457373 w 464200"/>
                <a:gd name="connsiteY38" fmla="*/ 521395 h 776046"/>
                <a:gd name="connsiteX39" fmla="*/ 436962 w 464200"/>
                <a:gd name="connsiteY39" fmla="*/ 490052 h 776046"/>
                <a:gd name="connsiteX40" fmla="*/ 393409 w 464200"/>
                <a:gd name="connsiteY40" fmla="*/ 466905 h 776046"/>
                <a:gd name="connsiteX41" fmla="*/ 360709 w 464200"/>
                <a:gd name="connsiteY41" fmla="*/ 450586 h 776046"/>
                <a:gd name="connsiteX42" fmla="*/ 338933 w 464200"/>
                <a:gd name="connsiteY42" fmla="*/ 417950 h 776046"/>
                <a:gd name="connsiteX43" fmla="*/ 333471 w 464200"/>
                <a:gd name="connsiteY43" fmla="*/ 394802 h 776046"/>
                <a:gd name="connsiteX44" fmla="*/ 317157 w 464200"/>
                <a:gd name="connsiteY44" fmla="*/ 374386 h 776046"/>
                <a:gd name="connsiteX45" fmla="*/ 318522 w 464200"/>
                <a:gd name="connsiteY45" fmla="*/ 304944 h 776046"/>
                <a:gd name="connsiteX46" fmla="*/ 313060 w 464200"/>
                <a:gd name="connsiteY46" fmla="*/ 294089 h 776046"/>
                <a:gd name="connsiteX47" fmla="*/ 300843 w 464200"/>
                <a:gd name="connsiteY47" fmla="*/ 270941 h 776046"/>
                <a:gd name="connsiteX48" fmla="*/ 283163 w 464200"/>
                <a:gd name="connsiteY48" fmla="*/ 247794 h 776046"/>
                <a:gd name="connsiteX49" fmla="*/ 235514 w 464200"/>
                <a:gd name="connsiteY49" fmla="*/ 234207 h 776046"/>
                <a:gd name="connsiteX50" fmla="*/ 204179 w 464200"/>
                <a:gd name="connsiteY50" fmla="*/ 204230 h 776046"/>
                <a:gd name="connsiteX51" fmla="*/ 175575 w 464200"/>
                <a:gd name="connsiteY51" fmla="*/ 197401 h 776046"/>
                <a:gd name="connsiteX52" fmla="*/ 133388 w 464200"/>
                <a:gd name="connsiteY52" fmla="*/ 197401 h 776046"/>
                <a:gd name="connsiteX53" fmla="*/ 142947 w 464200"/>
                <a:gd name="connsiteY53" fmla="*/ 179717 h 776046"/>
                <a:gd name="connsiteX54" fmla="*/ 141581 w 464200"/>
                <a:gd name="connsiteY54" fmla="*/ 147080 h 776046"/>
                <a:gd name="connsiteX55" fmla="*/ 136119 w 464200"/>
                <a:gd name="connsiteY55" fmla="*/ 102151 h 776046"/>
                <a:gd name="connsiteX56" fmla="*/ 129292 w 464200"/>
                <a:gd name="connsiteY56" fmla="*/ 92590 h 776046"/>
                <a:gd name="connsiteX57" fmla="*/ 99323 w 464200"/>
                <a:gd name="connsiteY57" fmla="*/ 85761 h 776046"/>
                <a:gd name="connsiteX58" fmla="*/ 85739 w 464200"/>
                <a:gd name="connsiteY58" fmla="*/ 69443 h 776046"/>
                <a:gd name="connsiteX59" fmla="*/ 74887 w 464200"/>
                <a:gd name="connsiteY59" fmla="*/ 14952 h 776046"/>
                <a:gd name="connsiteX60" fmla="*/ 66694 w 464200"/>
                <a:gd name="connsiteY60" fmla="*/ 0 h 776046"/>
                <a:gd name="connsiteX61" fmla="*/ 50739 w 464200"/>
                <a:gd name="connsiteY61" fmla="*/ 3019 h 776046"/>
                <a:gd name="connsiteX62" fmla="*/ 44559 w 464200"/>
                <a:gd name="connsiteY62" fmla="*/ 26526 h 776046"/>
                <a:gd name="connsiteX63" fmla="*/ 23142 w 464200"/>
                <a:gd name="connsiteY63" fmla="*/ 123502 h 776046"/>
                <a:gd name="connsiteX64" fmla="*/ 13943 w 464200"/>
                <a:gd name="connsiteY64" fmla="*/ 145930 h 776046"/>
                <a:gd name="connsiteX65" fmla="*/ 34353 w 464200"/>
                <a:gd name="connsiteY65" fmla="*/ 180652 h 776046"/>
                <a:gd name="connsiteX66" fmla="*/ 47649 w 464200"/>
                <a:gd name="connsiteY66" fmla="*/ 206171 h 776046"/>
                <a:gd name="connsiteX67" fmla="*/ 46643 w 464200"/>
                <a:gd name="connsiteY67" fmla="*/ 251101 h 776046"/>
                <a:gd name="connsiteX68" fmla="*/ 27238 w 464200"/>
                <a:gd name="connsiteY68" fmla="*/ 287835 h 776046"/>
                <a:gd name="connsiteX69" fmla="*/ 0 w 464200"/>
                <a:gd name="connsiteY69" fmla="*/ 292651 h 776046"/>
                <a:gd name="connsiteX70" fmla="*/ 10852 w 464200"/>
                <a:gd name="connsiteY70" fmla="*/ 318459 h 776046"/>
                <a:gd name="connsiteX71" fmla="*/ 28532 w 464200"/>
                <a:gd name="connsiteY71" fmla="*/ 334777 h 776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4200" h="776046">
                  <a:moveTo>
                    <a:pt x="28532" y="334921"/>
                  </a:moveTo>
                  <a:lnTo>
                    <a:pt x="62526" y="351239"/>
                  </a:lnTo>
                  <a:lnTo>
                    <a:pt x="104713" y="373021"/>
                  </a:lnTo>
                  <a:lnTo>
                    <a:pt x="118296" y="401632"/>
                  </a:lnTo>
                  <a:lnTo>
                    <a:pt x="137341" y="438366"/>
                  </a:lnTo>
                  <a:lnTo>
                    <a:pt x="190452" y="450586"/>
                  </a:lnTo>
                  <a:cubicBezTo>
                    <a:pt x="190452" y="450586"/>
                    <a:pt x="197280" y="480563"/>
                    <a:pt x="197280" y="484589"/>
                  </a:cubicBezTo>
                  <a:cubicBezTo>
                    <a:pt x="197280" y="488615"/>
                    <a:pt x="183697" y="513200"/>
                    <a:pt x="183697" y="513200"/>
                  </a:cubicBezTo>
                  <a:lnTo>
                    <a:pt x="171479" y="515932"/>
                  </a:lnTo>
                  <a:lnTo>
                    <a:pt x="118368" y="515932"/>
                  </a:lnTo>
                  <a:cubicBezTo>
                    <a:pt x="114271" y="515932"/>
                    <a:pt x="100688" y="520029"/>
                    <a:pt x="100688" y="520029"/>
                  </a:cubicBezTo>
                  <a:lnTo>
                    <a:pt x="114271" y="548640"/>
                  </a:lnTo>
                  <a:lnTo>
                    <a:pt x="131951" y="571788"/>
                  </a:lnTo>
                  <a:lnTo>
                    <a:pt x="141510" y="596301"/>
                  </a:lnTo>
                  <a:lnTo>
                    <a:pt x="141510" y="615351"/>
                  </a:lnTo>
                  <a:cubicBezTo>
                    <a:pt x="141510" y="615351"/>
                    <a:pt x="153727" y="656183"/>
                    <a:pt x="153727" y="664378"/>
                  </a:cubicBezTo>
                  <a:cubicBezTo>
                    <a:pt x="153727" y="672573"/>
                    <a:pt x="159189" y="683428"/>
                    <a:pt x="159189" y="683428"/>
                  </a:cubicBezTo>
                  <a:lnTo>
                    <a:pt x="172772" y="684794"/>
                  </a:lnTo>
                  <a:lnTo>
                    <a:pt x="206766" y="694355"/>
                  </a:lnTo>
                  <a:cubicBezTo>
                    <a:pt x="206766" y="694355"/>
                    <a:pt x="204035" y="702550"/>
                    <a:pt x="202670" y="706575"/>
                  </a:cubicBezTo>
                  <a:cubicBezTo>
                    <a:pt x="201304" y="710673"/>
                    <a:pt x="209497" y="721528"/>
                    <a:pt x="209497" y="721528"/>
                  </a:cubicBezTo>
                  <a:lnTo>
                    <a:pt x="234005" y="711967"/>
                  </a:lnTo>
                  <a:lnTo>
                    <a:pt x="263974" y="686088"/>
                  </a:lnTo>
                  <a:lnTo>
                    <a:pt x="295309" y="681990"/>
                  </a:lnTo>
                  <a:lnTo>
                    <a:pt x="323912" y="694211"/>
                  </a:lnTo>
                  <a:lnTo>
                    <a:pt x="357906" y="718724"/>
                  </a:lnTo>
                  <a:cubicBezTo>
                    <a:pt x="357906" y="718724"/>
                    <a:pt x="366099" y="745969"/>
                    <a:pt x="367465" y="762288"/>
                  </a:cubicBezTo>
                  <a:cubicBezTo>
                    <a:pt x="368830" y="778606"/>
                    <a:pt x="378389" y="775874"/>
                    <a:pt x="378389" y="775874"/>
                  </a:cubicBezTo>
                  <a:lnTo>
                    <a:pt x="423307" y="752727"/>
                  </a:lnTo>
                  <a:lnTo>
                    <a:pt x="446449" y="729579"/>
                  </a:lnTo>
                  <a:cubicBezTo>
                    <a:pt x="446449" y="729579"/>
                    <a:pt x="451911" y="717358"/>
                    <a:pt x="456007" y="714627"/>
                  </a:cubicBezTo>
                  <a:cubicBezTo>
                    <a:pt x="460104" y="711895"/>
                    <a:pt x="462835" y="698308"/>
                    <a:pt x="462835" y="698308"/>
                  </a:cubicBezTo>
                  <a:cubicBezTo>
                    <a:pt x="462835" y="698308"/>
                    <a:pt x="464200" y="675161"/>
                    <a:pt x="464200" y="671063"/>
                  </a:cubicBezTo>
                  <a:lnTo>
                    <a:pt x="464200" y="652013"/>
                  </a:lnTo>
                  <a:lnTo>
                    <a:pt x="449252" y="607084"/>
                  </a:lnTo>
                  <a:lnTo>
                    <a:pt x="443790" y="588034"/>
                  </a:lnTo>
                  <a:lnTo>
                    <a:pt x="456007" y="575813"/>
                  </a:lnTo>
                  <a:lnTo>
                    <a:pt x="460104" y="556763"/>
                  </a:lnTo>
                  <a:lnTo>
                    <a:pt x="457373" y="521395"/>
                  </a:lnTo>
                  <a:lnTo>
                    <a:pt x="436962" y="490052"/>
                  </a:lnTo>
                  <a:lnTo>
                    <a:pt x="393409" y="466905"/>
                  </a:lnTo>
                  <a:lnTo>
                    <a:pt x="360709" y="450586"/>
                  </a:lnTo>
                  <a:lnTo>
                    <a:pt x="338933" y="417950"/>
                  </a:lnTo>
                  <a:lnTo>
                    <a:pt x="333471" y="394802"/>
                  </a:lnTo>
                  <a:lnTo>
                    <a:pt x="317157" y="374386"/>
                  </a:lnTo>
                  <a:lnTo>
                    <a:pt x="318522" y="304944"/>
                  </a:lnTo>
                  <a:lnTo>
                    <a:pt x="313060" y="294089"/>
                  </a:lnTo>
                  <a:lnTo>
                    <a:pt x="300843" y="270941"/>
                  </a:lnTo>
                  <a:lnTo>
                    <a:pt x="283163" y="247794"/>
                  </a:lnTo>
                  <a:lnTo>
                    <a:pt x="235514" y="234207"/>
                  </a:lnTo>
                  <a:lnTo>
                    <a:pt x="204179" y="204230"/>
                  </a:lnTo>
                  <a:lnTo>
                    <a:pt x="175575" y="197401"/>
                  </a:lnTo>
                  <a:lnTo>
                    <a:pt x="133388" y="197401"/>
                  </a:lnTo>
                  <a:lnTo>
                    <a:pt x="142947" y="179717"/>
                  </a:lnTo>
                  <a:lnTo>
                    <a:pt x="141581" y="147080"/>
                  </a:lnTo>
                  <a:lnTo>
                    <a:pt x="136119" y="102151"/>
                  </a:lnTo>
                  <a:lnTo>
                    <a:pt x="129292" y="92590"/>
                  </a:lnTo>
                  <a:lnTo>
                    <a:pt x="99323" y="85761"/>
                  </a:lnTo>
                  <a:lnTo>
                    <a:pt x="85739" y="69443"/>
                  </a:lnTo>
                  <a:lnTo>
                    <a:pt x="74887" y="14952"/>
                  </a:lnTo>
                  <a:lnTo>
                    <a:pt x="66694" y="0"/>
                  </a:lnTo>
                  <a:lnTo>
                    <a:pt x="50739" y="3019"/>
                  </a:lnTo>
                  <a:lnTo>
                    <a:pt x="44559" y="26526"/>
                  </a:lnTo>
                  <a:lnTo>
                    <a:pt x="23142" y="123502"/>
                  </a:lnTo>
                  <a:lnTo>
                    <a:pt x="13943" y="145930"/>
                  </a:lnTo>
                  <a:lnTo>
                    <a:pt x="34353" y="180652"/>
                  </a:lnTo>
                  <a:cubicBezTo>
                    <a:pt x="34353" y="180652"/>
                    <a:pt x="45565" y="197976"/>
                    <a:pt x="47649" y="206171"/>
                  </a:cubicBezTo>
                  <a:cubicBezTo>
                    <a:pt x="49661" y="214366"/>
                    <a:pt x="46643" y="251101"/>
                    <a:pt x="46643" y="251101"/>
                  </a:cubicBezTo>
                  <a:lnTo>
                    <a:pt x="27238" y="287835"/>
                  </a:lnTo>
                  <a:lnTo>
                    <a:pt x="0" y="292651"/>
                  </a:lnTo>
                  <a:lnTo>
                    <a:pt x="10852" y="318459"/>
                  </a:lnTo>
                  <a:lnTo>
                    <a:pt x="28532" y="334777"/>
                  </a:lnTo>
                  <a:close/>
                </a:path>
              </a:pathLst>
            </a:custGeom>
            <a:grpFill/>
            <a:ln w="12700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6" name="Córdoba">
              <a:extLst>
                <a:ext uri="{FF2B5EF4-FFF2-40B4-BE49-F238E27FC236}">
                  <a16:creationId xmlns:a16="http://schemas.microsoft.com/office/drawing/2014/main" id="{04746C93-0455-7D6D-D718-D294E0CA8A6F}"/>
                </a:ext>
              </a:extLst>
            </p:cNvPr>
            <p:cNvSpPr/>
            <p:nvPr/>
          </p:nvSpPr>
          <p:spPr>
            <a:xfrm>
              <a:off x="5008336" y="1267493"/>
              <a:ext cx="708769" cy="872346"/>
            </a:xfrm>
            <a:custGeom>
              <a:avLst/>
              <a:gdLst>
                <a:gd name="connsiteX0" fmla="*/ 120380 w 708769"/>
                <a:gd name="connsiteY0" fmla="*/ 347141 h 872346"/>
                <a:gd name="connsiteX1" fmla="*/ 136694 w 708769"/>
                <a:gd name="connsiteY1" fmla="*/ 398181 h 872346"/>
                <a:gd name="connsiteX2" fmla="*/ 112187 w 708769"/>
                <a:gd name="connsiteY2" fmla="*/ 424707 h 872346"/>
                <a:gd name="connsiteX3" fmla="*/ 81571 w 708769"/>
                <a:gd name="connsiteY3" fmla="*/ 461441 h 872346"/>
                <a:gd name="connsiteX4" fmla="*/ 55051 w 708769"/>
                <a:gd name="connsiteY4" fmla="*/ 532897 h 872346"/>
                <a:gd name="connsiteX5" fmla="*/ 53039 w 708769"/>
                <a:gd name="connsiteY5" fmla="*/ 577826 h 872346"/>
                <a:gd name="connsiteX6" fmla="*/ 30616 w 708769"/>
                <a:gd name="connsiteY6" fmla="*/ 612547 h 872346"/>
                <a:gd name="connsiteX7" fmla="*/ 20411 w 708769"/>
                <a:gd name="connsiteY7" fmla="*/ 688101 h 872346"/>
                <a:gd name="connsiteX8" fmla="*/ 0 w 708769"/>
                <a:gd name="connsiteY8" fmla="*/ 728932 h 872346"/>
                <a:gd name="connsiteX9" fmla="*/ 18398 w 708769"/>
                <a:gd name="connsiteY9" fmla="*/ 796290 h 872346"/>
                <a:gd name="connsiteX10" fmla="*/ 57207 w 708769"/>
                <a:gd name="connsiteY10" fmla="*/ 849415 h 872346"/>
                <a:gd name="connsiteX11" fmla="*/ 144959 w 708769"/>
                <a:gd name="connsiteY11" fmla="*/ 871843 h 872346"/>
                <a:gd name="connsiteX12" fmla="*/ 234795 w 708769"/>
                <a:gd name="connsiteY12" fmla="*/ 869830 h 872346"/>
                <a:gd name="connsiteX13" fmla="*/ 318522 w 708769"/>
                <a:gd name="connsiteY13" fmla="*/ 843304 h 872346"/>
                <a:gd name="connsiteX14" fmla="*/ 357331 w 708769"/>
                <a:gd name="connsiteY14" fmla="*/ 812680 h 872346"/>
                <a:gd name="connsiteX15" fmla="*/ 418564 w 708769"/>
                <a:gd name="connsiteY15" fmla="*/ 769764 h 872346"/>
                <a:gd name="connsiteX16" fmla="*/ 422660 w 708769"/>
                <a:gd name="connsiteY16" fmla="*/ 718724 h 872346"/>
                <a:gd name="connsiteX17" fmla="*/ 443071 w 708769"/>
                <a:gd name="connsiteY17" fmla="*/ 657477 h 872346"/>
                <a:gd name="connsiteX18" fmla="*/ 504303 w 708769"/>
                <a:gd name="connsiteY18" fmla="*/ 608450 h 872346"/>
                <a:gd name="connsiteX19" fmla="*/ 536931 w 708769"/>
                <a:gd name="connsiteY19" fmla="*/ 569631 h 872346"/>
                <a:gd name="connsiteX20" fmla="*/ 573656 w 708769"/>
                <a:gd name="connsiteY20" fmla="*/ 573729 h 872346"/>
                <a:gd name="connsiteX21" fmla="*/ 640997 w 708769"/>
                <a:gd name="connsiteY21" fmla="*/ 581924 h 872346"/>
                <a:gd name="connsiteX22" fmla="*/ 683903 w 708769"/>
                <a:gd name="connsiteY22" fmla="*/ 549215 h 872346"/>
                <a:gd name="connsiteX23" fmla="*/ 698205 w 708769"/>
                <a:gd name="connsiteY23" fmla="*/ 530812 h 872346"/>
                <a:gd name="connsiteX24" fmla="*/ 708770 w 708769"/>
                <a:gd name="connsiteY24" fmla="*/ 492640 h 872346"/>
                <a:gd name="connsiteX25" fmla="*/ 705679 w 708769"/>
                <a:gd name="connsiteY25" fmla="*/ 482432 h 872346"/>
                <a:gd name="connsiteX26" fmla="*/ 696121 w 708769"/>
                <a:gd name="connsiteY26" fmla="*/ 438869 h 872346"/>
                <a:gd name="connsiteX27" fmla="*/ 662127 w 708769"/>
                <a:gd name="connsiteY27" fmla="*/ 414355 h 872346"/>
                <a:gd name="connsiteX28" fmla="*/ 633523 w 708769"/>
                <a:gd name="connsiteY28" fmla="*/ 402135 h 872346"/>
                <a:gd name="connsiteX29" fmla="*/ 602188 w 708769"/>
                <a:gd name="connsiteY29" fmla="*/ 406232 h 872346"/>
                <a:gd name="connsiteX30" fmla="*/ 572219 w 708769"/>
                <a:gd name="connsiteY30" fmla="*/ 432112 h 872346"/>
                <a:gd name="connsiteX31" fmla="*/ 547712 w 708769"/>
                <a:gd name="connsiteY31" fmla="*/ 441672 h 872346"/>
                <a:gd name="connsiteX32" fmla="*/ 540884 w 708769"/>
                <a:gd name="connsiteY32" fmla="*/ 426720 h 872346"/>
                <a:gd name="connsiteX33" fmla="*/ 544981 w 708769"/>
                <a:gd name="connsiteY33" fmla="*/ 414499 h 872346"/>
                <a:gd name="connsiteX34" fmla="*/ 510987 w 708769"/>
                <a:gd name="connsiteY34" fmla="*/ 404938 h 872346"/>
                <a:gd name="connsiteX35" fmla="*/ 497404 w 708769"/>
                <a:gd name="connsiteY35" fmla="*/ 403572 h 872346"/>
                <a:gd name="connsiteX36" fmla="*/ 491942 w 708769"/>
                <a:gd name="connsiteY36" fmla="*/ 384523 h 872346"/>
                <a:gd name="connsiteX37" fmla="*/ 479724 w 708769"/>
                <a:gd name="connsiteY37" fmla="*/ 335496 h 872346"/>
                <a:gd name="connsiteX38" fmla="*/ 479724 w 708769"/>
                <a:gd name="connsiteY38" fmla="*/ 316446 h 872346"/>
                <a:gd name="connsiteX39" fmla="*/ 470165 w 708769"/>
                <a:gd name="connsiteY39" fmla="*/ 291932 h 872346"/>
                <a:gd name="connsiteX40" fmla="*/ 452486 w 708769"/>
                <a:gd name="connsiteY40" fmla="*/ 268785 h 872346"/>
                <a:gd name="connsiteX41" fmla="*/ 438902 w 708769"/>
                <a:gd name="connsiteY41" fmla="*/ 240174 h 872346"/>
                <a:gd name="connsiteX42" fmla="*/ 456582 w 708769"/>
                <a:gd name="connsiteY42" fmla="*/ 236076 h 872346"/>
                <a:gd name="connsiteX43" fmla="*/ 509693 w 708769"/>
                <a:gd name="connsiteY43" fmla="*/ 236076 h 872346"/>
                <a:gd name="connsiteX44" fmla="*/ 521911 w 708769"/>
                <a:gd name="connsiteY44" fmla="*/ 233345 h 872346"/>
                <a:gd name="connsiteX45" fmla="*/ 535494 w 708769"/>
                <a:gd name="connsiteY45" fmla="*/ 204734 h 872346"/>
                <a:gd name="connsiteX46" fmla="*/ 528667 w 708769"/>
                <a:gd name="connsiteY46" fmla="*/ 170731 h 872346"/>
                <a:gd name="connsiteX47" fmla="*/ 475555 w 708769"/>
                <a:gd name="connsiteY47" fmla="*/ 158510 h 872346"/>
                <a:gd name="connsiteX48" fmla="*/ 456510 w 708769"/>
                <a:gd name="connsiteY48" fmla="*/ 121776 h 872346"/>
                <a:gd name="connsiteX49" fmla="*/ 442927 w 708769"/>
                <a:gd name="connsiteY49" fmla="*/ 93165 h 872346"/>
                <a:gd name="connsiteX50" fmla="*/ 400740 w 708769"/>
                <a:gd name="connsiteY50" fmla="*/ 71384 h 872346"/>
                <a:gd name="connsiteX51" fmla="*/ 366746 w 708769"/>
                <a:gd name="connsiteY51" fmla="*/ 55065 h 872346"/>
                <a:gd name="connsiteX52" fmla="*/ 349066 w 708769"/>
                <a:gd name="connsiteY52" fmla="*/ 38747 h 872346"/>
                <a:gd name="connsiteX53" fmla="*/ 338214 w 708769"/>
                <a:gd name="connsiteY53" fmla="*/ 12940 h 872346"/>
                <a:gd name="connsiteX54" fmla="*/ 313348 w 708769"/>
                <a:gd name="connsiteY54" fmla="*/ 17325 h 872346"/>
                <a:gd name="connsiteX55" fmla="*/ 258224 w 708769"/>
                <a:gd name="connsiteY55" fmla="*/ 0 h 872346"/>
                <a:gd name="connsiteX56" fmla="*/ 205113 w 708769"/>
                <a:gd name="connsiteY56" fmla="*/ 43923 h 872346"/>
                <a:gd name="connsiteX57" fmla="*/ 160195 w 708769"/>
                <a:gd name="connsiteY57" fmla="*/ 77638 h 872346"/>
                <a:gd name="connsiteX58" fmla="*/ 155093 w 708769"/>
                <a:gd name="connsiteY58" fmla="*/ 118470 h 872346"/>
                <a:gd name="connsiteX59" fmla="*/ 117290 w 708769"/>
                <a:gd name="connsiteY59" fmla="*/ 187912 h 872346"/>
                <a:gd name="connsiteX60" fmla="*/ 59076 w 708769"/>
                <a:gd name="connsiteY60" fmla="*/ 238952 h 872346"/>
                <a:gd name="connsiteX61" fmla="*/ 41253 w 708769"/>
                <a:gd name="connsiteY61" fmla="*/ 244775 h 872346"/>
                <a:gd name="connsiteX62" fmla="*/ 73378 w 708769"/>
                <a:gd name="connsiteY62" fmla="*/ 336933 h 872346"/>
                <a:gd name="connsiteX63" fmla="*/ 120308 w 708769"/>
                <a:gd name="connsiteY63" fmla="*/ 347141 h 87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708769" h="872346">
                  <a:moveTo>
                    <a:pt x="120380" y="347141"/>
                  </a:moveTo>
                  <a:lnTo>
                    <a:pt x="136694" y="398181"/>
                  </a:lnTo>
                  <a:lnTo>
                    <a:pt x="112187" y="424707"/>
                  </a:lnTo>
                  <a:lnTo>
                    <a:pt x="81571" y="461441"/>
                  </a:lnTo>
                  <a:lnTo>
                    <a:pt x="55051" y="532897"/>
                  </a:lnTo>
                  <a:lnTo>
                    <a:pt x="53039" y="577826"/>
                  </a:lnTo>
                  <a:lnTo>
                    <a:pt x="30616" y="612547"/>
                  </a:lnTo>
                  <a:lnTo>
                    <a:pt x="20411" y="688101"/>
                  </a:lnTo>
                  <a:lnTo>
                    <a:pt x="0" y="728932"/>
                  </a:lnTo>
                  <a:cubicBezTo>
                    <a:pt x="0" y="728932"/>
                    <a:pt x="4096" y="767751"/>
                    <a:pt x="18398" y="796290"/>
                  </a:cubicBezTo>
                  <a:cubicBezTo>
                    <a:pt x="32700" y="824901"/>
                    <a:pt x="57207" y="849415"/>
                    <a:pt x="57207" y="849415"/>
                  </a:cubicBezTo>
                  <a:cubicBezTo>
                    <a:pt x="57207" y="849415"/>
                    <a:pt x="132742" y="871843"/>
                    <a:pt x="144959" y="871843"/>
                  </a:cubicBezTo>
                  <a:cubicBezTo>
                    <a:pt x="157177" y="871843"/>
                    <a:pt x="222506" y="873856"/>
                    <a:pt x="234795" y="869830"/>
                  </a:cubicBezTo>
                  <a:cubicBezTo>
                    <a:pt x="247013" y="865733"/>
                    <a:pt x="318522" y="843304"/>
                    <a:pt x="318522" y="843304"/>
                  </a:cubicBezTo>
                  <a:cubicBezTo>
                    <a:pt x="318522" y="843304"/>
                    <a:pt x="334836" y="816778"/>
                    <a:pt x="357331" y="812680"/>
                  </a:cubicBezTo>
                  <a:cubicBezTo>
                    <a:pt x="379754" y="808583"/>
                    <a:pt x="418564" y="769764"/>
                    <a:pt x="418564" y="769764"/>
                  </a:cubicBezTo>
                  <a:lnTo>
                    <a:pt x="422660" y="718724"/>
                  </a:lnTo>
                  <a:lnTo>
                    <a:pt x="443071" y="657477"/>
                  </a:lnTo>
                  <a:lnTo>
                    <a:pt x="504303" y="608450"/>
                  </a:lnTo>
                  <a:lnTo>
                    <a:pt x="536931" y="569631"/>
                  </a:lnTo>
                  <a:lnTo>
                    <a:pt x="573656" y="573729"/>
                  </a:lnTo>
                  <a:lnTo>
                    <a:pt x="640997" y="581924"/>
                  </a:lnTo>
                  <a:lnTo>
                    <a:pt x="683903" y="549215"/>
                  </a:lnTo>
                  <a:lnTo>
                    <a:pt x="698205" y="530812"/>
                  </a:lnTo>
                  <a:lnTo>
                    <a:pt x="708770" y="492640"/>
                  </a:lnTo>
                  <a:cubicBezTo>
                    <a:pt x="707332" y="490556"/>
                    <a:pt x="706110" y="487536"/>
                    <a:pt x="705679" y="482432"/>
                  </a:cubicBezTo>
                  <a:cubicBezTo>
                    <a:pt x="704314" y="466114"/>
                    <a:pt x="696121" y="438869"/>
                    <a:pt x="696121" y="438869"/>
                  </a:cubicBezTo>
                  <a:lnTo>
                    <a:pt x="662127" y="414355"/>
                  </a:lnTo>
                  <a:lnTo>
                    <a:pt x="633523" y="402135"/>
                  </a:lnTo>
                  <a:lnTo>
                    <a:pt x="602188" y="406232"/>
                  </a:lnTo>
                  <a:lnTo>
                    <a:pt x="572219" y="432112"/>
                  </a:lnTo>
                  <a:lnTo>
                    <a:pt x="547712" y="441672"/>
                  </a:lnTo>
                  <a:cubicBezTo>
                    <a:pt x="547712" y="441672"/>
                    <a:pt x="539519" y="430818"/>
                    <a:pt x="540884" y="426720"/>
                  </a:cubicBezTo>
                  <a:cubicBezTo>
                    <a:pt x="542250" y="422623"/>
                    <a:pt x="544981" y="414499"/>
                    <a:pt x="544981" y="414499"/>
                  </a:cubicBezTo>
                  <a:lnTo>
                    <a:pt x="510987" y="404938"/>
                  </a:lnTo>
                  <a:lnTo>
                    <a:pt x="497404" y="403572"/>
                  </a:lnTo>
                  <a:cubicBezTo>
                    <a:pt x="497404" y="403572"/>
                    <a:pt x="491942" y="392646"/>
                    <a:pt x="491942" y="384523"/>
                  </a:cubicBezTo>
                  <a:cubicBezTo>
                    <a:pt x="491942" y="376399"/>
                    <a:pt x="479724" y="335496"/>
                    <a:pt x="479724" y="335496"/>
                  </a:cubicBezTo>
                  <a:lnTo>
                    <a:pt x="479724" y="316446"/>
                  </a:lnTo>
                  <a:lnTo>
                    <a:pt x="470165" y="291932"/>
                  </a:lnTo>
                  <a:lnTo>
                    <a:pt x="452486" y="268785"/>
                  </a:lnTo>
                  <a:lnTo>
                    <a:pt x="438902" y="240174"/>
                  </a:lnTo>
                  <a:cubicBezTo>
                    <a:pt x="438902" y="240174"/>
                    <a:pt x="452486" y="236076"/>
                    <a:pt x="456582" y="236076"/>
                  </a:cubicBezTo>
                  <a:lnTo>
                    <a:pt x="509693" y="236076"/>
                  </a:lnTo>
                  <a:lnTo>
                    <a:pt x="521911" y="233345"/>
                  </a:lnTo>
                  <a:cubicBezTo>
                    <a:pt x="521911" y="233345"/>
                    <a:pt x="535494" y="208831"/>
                    <a:pt x="535494" y="204734"/>
                  </a:cubicBezTo>
                  <a:cubicBezTo>
                    <a:pt x="535494" y="200636"/>
                    <a:pt x="528667" y="170731"/>
                    <a:pt x="528667" y="170731"/>
                  </a:cubicBezTo>
                  <a:lnTo>
                    <a:pt x="475555" y="158510"/>
                  </a:lnTo>
                  <a:lnTo>
                    <a:pt x="456510" y="121776"/>
                  </a:lnTo>
                  <a:lnTo>
                    <a:pt x="442927" y="93165"/>
                  </a:lnTo>
                  <a:lnTo>
                    <a:pt x="400740" y="71384"/>
                  </a:lnTo>
                  <a:lnTo>
                    <a:pt x="366746" y="55065"/>
                  </a:lnTo>
                  <a:lnTo>
                    <a:pt x="349066" y="38747"/>
                  </a:lnTo>
                  <a:lnTo>
                    <a:pt x="338214" y="12940"/>
                  </a:lnTo>
                  <a:lnTo>
                    <a:pt x="313348" y="17325"/>
                  </a:lnTo>
                  <a:lnTo>
                    <a:pt x="258224" y="0"/>
                  </a:lnTo>
                  <a:lnTo>
                    <a:pt x="205113" y="43923"/>
                  </a:lnTo>
                  <a:lnTo>
                    <a:pt x="160195" y="77638"/>
                  </a:lnTo>
                  <a:lnTo>
                    <a:pt x="155093" y="118470"/>
                  </a:lnTo>
                  <a:lnTo>
                    <a:pt x="117290" y="187912"/>
                  </a:lnTo>
                  <a:lnTo>
                    <a:pt x="59076" y="238952"/>
                  </a:lnTo>
                  <a:lnTo>
                    <a:pt x="41253" y="244775"/>
                  </a:lnTo>
                  <a:lnTo>
                    <a:pt x="73378" y="336933"/>
                  </a:lnTo>
                  <a:lnTo>
                    <a:pt x="120308" y="347141"/>
                  </a:lnTo>
                  <a:close/>
                </a:path>
              </a:pathLst>
            </a:custGeom>
            <a:grpFill/>
            <a:ln w="12700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7" name="Choco">
              <a:extLst>
                <a:ext uri="{FF2B5EF4-FFF2-40B4-BE49-F238E27FC236}">
                  <a16:creationId xmlns:a16="http://schemas.microsoft.com/office/drawing/2014/main" id="{016D3082-8F0E-6EBC-7876-0ABA8B5AE974}"/>
                </a:ext>
              </a:extLst>
            </p:cNvPr>
            <p:cNvSpPr/>
            <p:nvPr/>
          </p:nvSpPr>
          <p:spPr>
            <a:xfrm>
              <a:off x="4436979" y="1594650"/>
              <a:ext cx="744775" cy="1934761"/>
            </a:xfrm>
            <a:custGeom>
              <a:avLst/>
              <a:gdLst>
                <a:gd name="connsiteX0" fmla="*/ 196345 w 744775"/>
                <a:gd name="connsiteY0" fmla="*/ 1857124 h 1934761"/>
                <a:gd name="connsiteX1" fmla="*/ 243994 w 744775"/>
                <a:gd name="connsiteY1" fmla="*/ 1850294 h 1934761"/>
                <a:gd name="connsiteX2" fmla="*/ 248091 w 744775"/>
                <a:gd name="connsiteY2" fmla="*/ 1836707 h 1934761"/>
                <a:gd name="connsiteX3" fmla="*/ 303861 w 744775"/>
                <a:gd name="connsiteY3" fmla="*/ 1844903 h 1934761"/>
                <a:gd name="connsiteX4" fmla="*/ 317444 w 744775"/>
                <a:gd name="connsiteY4" fmla="*/ 1863953 h 1934761"/>
                <a:gd name="connsiteX5" fmla="*/ 356900 w 744775"/>
                <a:gd name="connsiteY5" fmla="*/ 1885734 h 1934761"/>
                <a:gd name="connsiteX6" fmla="*/ 371849 w 744775"/>
                <a:gd name="connsiteY6" fmla="*/ 1876173 h 1934761"/>
                <a:gd name="connsiteX7" fmla="*/ 411305 w 744775"/>
                <a:gd name="connsiteY7" fmla="*/ 1897955 h 1934761"/>
                <a:gd name="connsiteX8" fmla="*/ 442640 w 744775"/>
                <a:gd name="connsiteY8" fmla="*/ 1926566 h 1934761"/>
                <a:gd name="connsiteX9" fmla="*/ 464416 w 744775"/>
                <a:gd name="connsiteY9" fmla="*/ 1934761 h 1934761"/>
                <a:gd name="connsiteX10" fmla="*/ 506603 w 744775"/>
                <a:gd name="connsiteY10" fmla="*/ 1926566 h 1934761"/>
                <a:gd name="connsiteX11" fmla="*/ 550155 w 744775"/>
                <a:gd name="connsiteY11" fmla="*/ 1892564 h 1934761"/>
                <a:gd name="connsiteX12" fmla="*/ 588246 w 744775"/>
                <a:gd name="connsiteY12" fmla="*/ 1878977 h 1934761"/>
                <a:gd name="connsiteX13" fmla="*/ 595073 w 744775"/>
                <a:gd name="connsiteY13" fmla="*/ 1851732 h 1934761"/>
                <a:gd name="connsiteX14" fmla="*/ 580125 w 744775"/>
                <a:gd name="connsiteY14" fmla="*/ 1842171 h 1934761"/>
                <a:gd name="connsiteX15" fmla="*/ 556983 w 744775"/>
                <a:gd name="connsiteY15" fmla="*/ 1821755 h 1934761"/>
                <a:gd name="connsiteX16" fmla="*/ 556983 w 744775"/>
                <a:gd name="connsiteY16" fmla="*/ 1787753 h 1934761"/>
                <a:gd name="connsiteX17" fmla="*/ 531110 w 744775"/>
                <a:gd name="connsiteY17" fmla="*/ 1759142 h 1934761"/>
                <a:gd name="connsiteX18" fmla="*/ 571932 w 744775"/>
                <a:gd name="connsiteY18" fmla="*/ 1748287 h 1934761"/>
                <a:gd name="connsiteX19" fmla="*/ 629067 w 744775"/>
                <a:gd name="connsiteY19" fmla="*/ 1610767 h 1934761"/>
                <a:gd name="connsiteX20" fmla="*/ 668523 w 744775"/>
                <a:gd name="connsiteY20" fmla="*/ 1597181 h 1934761"/>
                <a:gd name="connsiteX21" fmla="*/ 698492 w 744775"/>
                <a:gd name="connsiteY21" fmla="*/ 1580862 h 1934761"/>
                <a:gd name="connsiteX22" fmla="*/ 714807 w 744775"/>
                <a:gd name="connsiteY22" fmla="*/ 1538665 h 1934761"/>
                <a:gd name="connsiteX23" fmla="*/ 744776 w 744775"/>
                <a:gd name="connsiteY23" fmla="*/ 1530470 h 1934761"/>
                <a:gd name="connsiteX24" fmla="*/ 736583 w 744775"/>
                <a:gd name="connsiteY24" fmla="*/ 1478711 h 1934761"/>
                <a:gd name="connsiteX25" fmla="*/ 717538 w 744775"/>
                <a:gd name="connsiteY25" fmla="*/ 1443343 h 1934761"/>
                <a:gd name="connsiteX26" fmla="*/ 693030 w 744775"/>
                <a:gd name="connsiteY26" fmla="*/ 1407975 h 1934761"/>
                <a:gd name="connsiteX27" fmla="*/ 684837 w 744775"/>
                <a:gd name="connsiteY27" fmla="*/ 1363046 h 1934761"/>
                <a:gd name="connsiteX28" fmla="*/ 699786 w 744775"/>
                <a:gd name="connsiteY28" fmla="*/ 1341264 h 1934761"/>
                <a:gd name="connsiteX29" fmla="*/ 731121 w 744775"/>
                <a:gd name="connsiteY29" fmla="*/ 1326311 h 1934761"/>
                <a:gd name="connsiteX30" fmla="*/ 740679 w 744775"/>
                <a:gd name="connsiteY30" fmla="*/ 1304530 h 1934761"/>
                <a:gd name="connsiteX31" fmla="*/ 744776 w 744775"/>
                <a:gd name="connsiteY31" fmla="*/ 1265064 h 1934761"/>
                <a:gd name="connsiteX32" fmla="*/ 740679 w 744775"/>
                <a:gd name="connsiteY32" fmla="*/ 1239185 h 1934761"/>
                <a:gd name="connsiteX33" fmla="*/ 721634 w 744775"/>
                <a:gd name="connsiteY33" fmla="*/ 1210574 h 1934761"/>
                <a:gd name="connsiteX34" fmla="*/ 728462 w 744775"/>
                <a:gd name="connsiteY34" fmla="*/ 1184694 h 1934761"/>
                <a:gd name="connsiteX35" fmla="*/ 729827 w 744775"/>
                <a:gd name="connsiteY35" fmla="*/ 1120715 h 1934761"/>
                <a:gd name="connsiteX36" fmla="*/ 723000 w 744775"/>
                <a:gd name="connsiteY36" fmla="*/ 1108494 h 1934761"/>
                <a:gd name="connsiteX37" fmla="*/ 690299 w 744775"/>
                <a:gd name="connsiteY37" fmla="*/ 1092176 h 1934761"/>
                <a:gd name="connsiteX38" fmla="*/ 680741 w 744775"/>
                <a:gd name="connsiteY38" fmla="*/ 1069029 h 1934761"/>
                <a:gd name="connsiteX39" fmla="*/ 682106 w 744775"/>
                <a:gd name="connsiteY39" fmla="*/ 1045881 h 1934761"/>
                <a:gd name="connsiteX40" fmla="*/ 675279 w 744775"/>
                <a:gd name="connsiteY40" fmla="*/ 1030928 h 1934761"/>
                <a:gd name="connsiteX41" fmla="*/ 667086 w 744775"/>
                <a:gd name="connsiteY41" fmla="*/ 1025465 h 1934761"/>
                <a:gd name="connsiteX42" fmla="*/ 620802 w 744775"/>
                <a:gd name="connsiteY42" fmla="*/ 1032294 h 1934761"/>
                <a:gd name="connsiteX43" fmla="*/ 570422 w 744775"/>
                <a:gd name="connsiteY43" fmla="*/ 1036392 h 1934761"/>
                <a:gd name="connsiteX44" fmla="*/ 547281 w 744775"/>
                <a:gd name="connsiteY44" fmla="*/ 1047319 h 1934761"/>
                <a:gd name="connsiteX45" fmla="*/ 498266 w 744775"/>
                <a:gd name="connsiteY45" fmla="*/ 1047319 h 1934761"/>
                <a:gd name="connsiteX46" fmla="*/ 480586 w 744775"/>
                <a:gd name="connsiteY46" fmla="*/ 1035098 h 1934761"/>
                <a:gd name="connsiteX47" fmla="*/ 469662 w 744775"/>
                <a:gd name="connsiteY47" fmla="*/ 956166 h 1934761"/>
                <a:gd name="connsiteX48" fmla="*/ 454714 w 744775"/>
                <a:gd name="connsiteY48" fmla="*/ 922164 h 1934761"/>
                <a:gd name="connsiteX49" fmla="*/ 430206 w 744775"/>
                <a:gd name="connsiteY49" fmla="*/ 900382 h 1934761"/>
                <a:gd name="connsiteX50" fmla="*/ 423379 w 744775"/>
                <a:gd name="connsiteY50" fmla="*/ 862282 h 1934761"/>
                <a:gd name="connsiteX51" fmla="*/ 394775 w 744775"/>
                <a:gd name="connsiteY51" fmla="*/ 817353 h 1934761"/>
                <a:gd name="connsiteX52" fmla="*/ 379826 w 744775"/>
                <a:gd name="connsiteY52" fmla="*/ 795571 h 1934761"/>
                <a:gd name="connsiteX53" fmla="*/ 370268 w 744775"/>
                <a:gd name="connsiteY53" fmla="*/ 777887 h 1934761"/>
                <a:gd name="connsiteX54" fmla="*/ 382485 w 744775"/>
                <a:gd name="connsiteY54" fmla="*/ 765666 h 1934761"/>
                <a:gd name="connsiteX55" fmla="*/ 436890 w 744775"/>
                <a:gd name="connsiteY55" fmla="*/ 750714 h 1934761"/>
                <a:gd name="connsiteX56" fmla="*/ 453204 w 744775"/>
                <a:gd name="connsiteY56" fmla="*/ 739859 h 1934761"/>
                <a:gd name="connsiteX57" fmla="*/ 453204 w 744775"/>
                <a:gd name="connsiteY57" fmla="*/ 722175 h 1934761"/>
                <a:gd name="connsiteX58" fmla="*/ 438256 w 744775"/>
                <a:gd name="connsiteY58" fmla="*/ 701759 h 1934761"/>
                <a:gd name="connsiteX59" fmla="*/ 438256 w 744775"/>
                <a:gd name="connsiteY59" fmla="*/ 694930 h 1934761"/>
                <a:gd name="connsiteX60" fmla="*/ 481808 w 744775"/>
                <a:gd name="connsiteY60" fmla="*/ 689466 h 1934761"/>
                <a:gd name="connsiteX61" fmla="*/ 514437 w 744775"/>
                <a:gd name="connsiteY61" fmla="*/ 688100 h 1934761"/>
                <a:gd name="connsiteX62" fmla="*/ 536213 w 744775"/>
                <a:gd name="connsiteY62" fmla="*/ 701687 h 1934761"/>
                <a:gd name="connsiteX63" fmla="*/ 557989 w 744775"/>
                <a:gd name="connsiteY63" fmla="*/ 701687 h 1934761"/>
                <a:gd name="connsiteX64" fmla="*/ 557989 w 744775"/>
                <a:gd name="connsiteY64" fmla="*/ 686734 h 1934761"/>
                <a:gd name="connsiteX65" fmla="*/ 575669 w 744775"/>
                <a:gd name="connsiteY65" fmla="*/ 662221 h 1934761"/>
                <a:gd name="connsiteX66" fmla="*/ 560720 w 744775"/>
                <a:gd name="connsiteY66" fmla="*/ 607803 h 1934761"/>
                <a:gd name="connsiteX67" fmla="*/ 555258 w 744775"/>
                <a:gd name="connsiteY67" fmla="*/ 577826 h 1934761"/>
                <a:gd name="connsiteX68" fmla="*/ 529385 w 744775"/>
                <a:gd name="connsiteY68" fmla="*/ 558776 h 1934761"/>
                <a:gd name="connsiteX69" fmla="*/ 502147 w 744775"/>
                <a:gd name="connsiteY69" fmla="*/ 565605 h 1934761"/>
                <a:gd name="connsiteX70" fmla="*/ 474909 w 744775"/>
                <a:gd name="connsiteY70" fmla="*/ 532897 h 1934761"/>
                <a:gd name="connsiteX71" fmla="*/ 458595 w 744775"/>
                <a:gd name="connsiteY71" fmla="*/ 496163 h 1934761"/>
                <a:gd name="connsiteX72" fmla="*/ 405484 w 744775"/>
                <a:gd name="connsiteY72" fmla="*/ 441672 h 1934761"/>
                <a:gd name="connsiteX73" fmla="*/ 357835 w 744775"/>
                <a:gd name="connsiteY73" fmla="*/ 422622 h 1934761"/>
                <a:gd name="connsiteX74" fmla="*/ 326500 w 744775"/>
                <a:gd name="connsiteY74" fmla="*/ 376327 h 1934761"/>
                <a:gd name="connsiteX75" fmla="*/ 308820 w 744775"/>
                <a:gd name="connsiteY75" fmla="*/ 361375 h 1934761"/>
                <a:gd name="connsiteX76" fmla="*/ 326500 w 744775"/>
                <a:gd name="connsiteY76" fmla="*/ 346422 h 1934761"/>
                <a:gd name="connsiteX77" fmla="*/ 348276 w 744775"/>
                <a:gd name="connsiteY77" fmla="*/ 331470 h 1934761"/>
                <a:gd name="connsiteX78" fmla="*/ 349641 w 744775"/>
                <a:gd name="connsiteY78" fmla="*/ 301493 h 1934761"/>
                <a:gd name="connsiteX79" fmla="*/ 382270 w 744775"/>
                <a:gd name="connsiteY79" fmla="*/ 256564 h 1934761"/>
                <a:gd name="connsiteX80" fmla="*/ 382270 w 744775"/>
                <a:gd name="connsiteY80" fmla="*/ 237514 h 1934761"/>
                <a:gd name="connsiteX81" fmla="*/ 390463 w 744775"/>
                <a:gd name="connsiteY81" fmla="*/ 188487 h 1934761"/>
                <a:gd name="connsiteX82" fmla="*/ 352372 w 744775"/>
                <a:gd name="connsiteY82" fmla="*/ 158223 h 1934761"/>
                <a:gd name="connsiteX83" fmla="*/ 329949 w 744775"/>
                <a:gd name="connsiteY83" fmla="*/ 149021 h 1934761"/>
                <a:gd name="connsiteX84" fmla="*/ 304436 w 744775"/>
                <a:gd name="connsiteY84" fmla="*/ 108190 h 1934761"/>
                <a:gd name="connsiteX85" fmla="*/ 262608 w 744775"/>
                <a:gd name="connsiteY85" fmla="*/ 71455 h 1934761"/>
                <a:gd name="connsiteX86" fmla="*/ 242198 w 744775"/>
                <a:gd name="connsiteY86" fmla="*/ 27533 h 1934761"/>
                <a:gd name="connsiteX87" fmla="*/ 219775 w 744775"/>
                <a:gd name="connsiteY87" fmla="*/ 0 h 1934761"/>
                <a:gd name="connsiteX88" fmla="*/ 185062 w 744775"/>
                <a:gd name="connsiteY88" fmla="*/ 67358 h 1934761"/>
                <a:gd name="connsiteX89" fmla="*/ 201376 w 744775"/>
                <a:gd name="connsiteY89" fmla="*/ 101360 h 1934761"/>
                <a:gd name="connsiteX90" fmla="*/ 235370 w 744775"/>
                <a:gd name="connsiteY90" fmla="*/ 154485 h 1934761"/>
                <a:gd name="connsiteX91" fmla="*/ 242198 w 744775"/>
                <a:gd name="connsiteY91" fmla="*/ 204877 h 1934761"/>
                <a:gd name="connsiteX92" fmla="*/ 277557 w 744775"/>
                <a:gd name="connsiteY92" fmla="*/ 238880 h 1934761"/>
                <a:gd name="connsiteX93" fmla="*/ 292506 w 744775"/>
                <a:gd name="connsiteY93" fmla="*/ 283809 h 1934761"/>
                <a:gd name="connsiteX94" fmla="*/ 253050 w 744775"/>
                <a:gd name="connsiteY94" fmla="*/ 300127 h 1934761"/>
                <a:gd name="connsiteX95" fmla="*/ 219056 w 744775"/>
                <a:gd name="connsiteY95" fmla="*/ 317812 h 1934761"/>
                <a:gd name="connsiteX96" fmla="*/ 225883 w 744775"/>
                <a:gd name="connsiteY96" fmla="*/ 351814 h 1934761"/>
                <a:gd name="connsiteX97" fmla="*/ 208204 w 744775"/>
                <a:gd name="connsiteY97" fmla="*/ 388548 h 1934761"/>
                <a:gd name="connsiteX98" fmla="*/ 155093 w 744775"/>
                <a:gd name="connsiteY98" fmla="*/ 426648 h 1934761"/>
                <a:gd name="connsiteX99" fmla="*/ 140144 w 744775"/>
                <a:gd name="connsiteY99" fmla="*/ 471577 h 1934761"/>
                <a:gd name="connsiteX100" fmla="*/ 118368 w 744775"/>
                <a:gd name="connsiteY100" fmla="*/ 475675 h 1934761"/>
                <a:gd name="connsiteX101" fmla="*/ 102054 w 744775"/>
                <a:gd name="connsiteY101" fmla="*/ 434843 h 1934761"/>
                <a:gd name="connsiteX102" fmla="*/ 89836 w 744775"/>
                <a:gd name="connsiteY102" fmla="*/ 370864 h 1934761"/>
                <a:gd name="connsiteX103" fmla="*/ 51746 w 744775"/>
                <a:gd name="connsiteY103" fmla="*/ 362669 h 1934761"/>
                <a:gd name="connsiteX104" fmla="*/ 43552 w 744775"/>
                <a:gd name="connsiteY104" fmla="*/ 383085 h 1934761"/>
                <a:gd name="connsiteX105" fmla="*/ 50380 w 744775"/>
                <a:gd name="connsiteY105" fmla="*/ 414427 h 1934761"/>
                <a:gd name="connsiteX106" fmla="*/ 62598 w 744775"/>
                <a:gd name="connsiteY106" fmla="*/ 444404 h 1934761"/>
                <a:gd name="connsiteX107" fmla="*/ 66694 w 744775"/>
                <a:gd name="connsiteY107" fmla="*/ 467552 h 1934761"/>
                <a:gd name="connsiteX108" fmla="*/ 57136 w 744775"/>
                <a:gd name="connsiteY108" fmla="*/ 481138 h 1934761"/>
                <a:gd name="connsiteX109" fmla="*/ 27166 w 744775"/>
                <a:gd name="connsiteY109" fmla="*/ 494725 h 1934761"/>
                <a:gd name="connsiteX110" fmla="*/ 14949 w 744775"/>
                <a:gd name="connsiteY110" fmla="*/ 511043 h 1934761"/>
                <a:gd name="connsiteX111" fmla="*/ 0 w 744775"/>
                <a:gd name="connsiteY111" fmla="*/ 585949 h 1934761"/>
                <a:gd name="connsiteX112" fmla="*/ 73522 w 744775"/>
                <a:gd name="connsiteY112" fmla="*/ 648563 h 1934761"/>
                <a:gd name="connsiteX113" fmla="*/ 89836 w 744775"/>
                <a:gd name="connsiteY113" fmla="*/ 709810 h 1934761"/>
                <a:gd name="connsiteX114" fmla="*/ 73522 w 744775"/>
                <a:gd name="connsiteY114" fmla="*/ 741153 h 1934761"/>
                <a:gd name="connsiteX115" fmla="*/ 104857 w 744775"/>
                <a:gd name="connsiteY115" fmla="*/ 758837 h 1934761"/>
                <a:gd name="connsiteX116" fmla="*/ 121171 w 744775"/>
                <a:gd name="connsiteY116" fmla="*/ 803766 h 1934761"/>
                <a:gd name="connsiteX117" fmla="*/ 134754 w 744775"/>
                <a:gd name="connsiteY117" fmla="*/ 836403 h 1934761"/>
                <a:gd name="connsiteX118" fmla="*/ 182403 w 744775"/>
                <a:gd name="connsiteY118" fmla="*/ 829574 h 1934761"/>
                <a:gd name="connsiteX119" fmla="*/ 220493 w 744775"/>
                <a:gd name="connsiteY119" fmla="*/ 851355 h 1934761"/>
                <a:gd name="connsiteX120" fmla="*/ 209641 w 744775"/>
                <a:gd name="connsiteY120" fmla="*/ 922164 h 1934761"/>
                <a:gd name="connsiteX121" fmla="*/ 202814 w 744775"/>
                <a:gd name="connsiteY121" fmla="*/ 973922 h 1934761"/>
                <a:gd name="connsiteX122" fmla="*/ 147043 w 744775"/>
                <a:gd name="connsiteY122" fmla="*/ 1001167 h 1934761"/>
                <a:gd name="connsiteX123" fmla="*/ 153871 w 744775"/>
                <a:gd name="connsiteY123" fmla="*/ 1044731 h 1934761"/>
                <a:gd name="connsiteX124" fmla="*/ 179744 w 744775"/>
                <a:gd name="connsiteY124" fmla="*/ 1081465 h 1934761"/>
                <a:gd name="connsiteX125" fmla="*/ 228758 w 744775"/>
                <a:gd name="connsiteY125" fmla="*/ 1112808 h 1934761"/>
                <a:gd name="connsiteX126" fmla="*/ 250534 w 744775"/>
                <a:gd name="connsiteY126" fmla="*/ 1150908 h 1934761"/>
                <a:gd name="connsiteX127" fmla="*/ 258727 w 744775"/>
                <a:gd name="connsiteY127" fmla="*/ 1195837 h 1934761"/>
                <a:gd name="connsiteX128" fmla="*/ 247875 w 744775"/>
                <a:gd name="connsiteY128" fmla="*/ 1236668 h 1934761"/>
                <a:gd name="connsiteX129" fmla="*/ 204323 w 744775"/>
                <a:gd name="connsiteY129" fmla="*/ 1259816 h 1934761"/>
                <a:gd name="connsiteX130" fmla="*/ 155308 w 744775"/>
                <a:gd name="connsiteY130" fmla="*/ 1257084 h 1934761"/>
                <a:gd name="connsiteX131" fmla="*/ 134898 w 744775"/>
                <a:gd name="connsiteY131" fmla="*/ 1278866 h 1934761"/>
                <a:gd name="connsiteX132" fmla="*/ 143091 w 744775"/>
                <a:gd name="connsiteY132" fmla="*/ 1312868 h 1934761"/>
                <a:gd name="connsiteX133" fmla="*/ 173060 w 744775"/>
                <a:gd name="connsiteY133" fmla="*/ 1323723 h 1934761"/>
                <a:gd name="connsiteX134" fmla="*/ 189374 w 744775"/>
                <a:gd name="connsiteY134" fmla="*/ 1346871 h 1934761"/>
                <a:gd name="connsiteX135" fmla="*/ 196202 w 744775"/>
                <a:gd name="connsiteY135" fmla="*/ 1421777 h 1934761"/>
                <a:gd name="connsiteX136" fmla="*/ 196202 w 744775"/>
                <a:gd name="connsiteY136" fmla="*/ 1500709 h 1934761"/>
                <a:gd name="connsiteX137" fmla="*/ 207126 w 744775"/>
                <a:gd name="connsiteY137" fmla="*/ 1579640 h 1934761"/>
                <a:gd name="connsiteX138" fmla="*/ 228902 w 744775"/>
                <a:gd name="connsiteY138" fmla="*/ 1627301 h 1934761"/>
                <a:gd name="connsiteX139" fmla="*/ 224805 w 744775"/>
                <a:gd name="connsiteY139" fmla="*/ 1751162 h 1934761"/>
                <a:gd name="connsiteX140" fmla="*/ 197567 w 744775"/>
                <a:gd name="connsiteY140" fmla="*/ 1782505 h 1934761"/>
                <a:gd name="connsiteX141" fmla="*/ 151284 w 744775"/>
                <a:gd name="connsiteY141" fmla="*/ 1809750 h 1934761"/>
                <a:gd name="connsiteX142" fmla="*/ 144456 w 744775"/>
                <a:gd name="connsiteY142" fmla="*/ 1856045 h 1934761"/>
                <a:gd name="connsiteX143" fmla="*/ 160124 w 744775"/>
                <a:gd name="connsiteY143" fmla="*/ 1899465 h 1934761"/>
                <a:gd name="connsiteX144" fmla="*/ 190740 w 744775"/>
                <a:gd name="connsiteY144" fmla="*/ 1862874 h 1934761"/>
                <a:gd name="connsiteX145" fmla="*/ 196202 w 744775"/>
                <a:gd name="connsiteY145" fmla="*/ 1857411 h 1934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744775" h="1934761">
                  <a:moveTo>
                    <a:pt x="196345" y="1857124"/>
                  </a:moveTo>
                  <a:cubicBezTo>
                    <a:pt x="196345" y="1857124"/>
                    <a:pt x="242629" y="1858489"/>
                    <a:pt x="243994" y="1850294"/>
                  </a:cubicBezTo>
                  <a:cubicBezTo>
                    <a:pt x="245360" y="1842099"/>
                    <a:pt x="248091" y="1836707"/>
                    <a:pt x="248091" y="1836707"/>
                  </a:cubicBezTo>
                  <a:lnTo>
                    <a:pt x="303861" y="1844903"/>
                  </a:lnTo>
                  <a:lnTo>
                    <a:pt x="317444" y="1863953"/>
                  </a:lnTo>
                  <a:lnTo>
                    <a:pt x="356900" y="1885734"/>
                  </a:lnTo>
                  <a:lnTo>
                    <a:pt x="371849" y="1876173"/>
                  </a:lnTo>
                  <a:lnTo>
                    <a:pt x="411305" y="1897955"/>
                  </a:lnTo>
                  <a:lnTo>
                    <a:pt x="442640" y="1926566"/>
                  </a:lnTo>
                  <a:lnTo>
                    <a:pt x="464416" y="1934761"/>
                  </a:lnTo>
                  <a:lnTo>
                    <a:pt x="506603" y="1926566"/>
                  </a:lnTo>
                  <a:lnTo>
                    <a:pt x="550155" y="1892564"/>
                  </a:lnTo>
                  <a:lnTo>
                    <a:pt x="588246" y="1878977"/>
                  </a:lnTo>
                  <a:lnTo>
                    <a:pt x="595073" y="1851732"/>
                  </a:lnTo>
                  <a:lnTo>
                    <a:pt x="580125" y="1842171"/>
                  </a:lnTo>
                  <a:lnTo>
                    <a:pt x="556983" y="1821755"/>
                  </a:lnTo>
                  <a:lnTo>
                    <a:pt x="556983" y="1787753"/>
                  </a:lnTo>
                  <a:lnTo>
                    <a:pt x="531110" y="1759142"/>
                  </a:lnTo>
                  <a:lnTo>
                    <a:pt x="571932" y="1748287"/>
                  </a:lnTo>
                  <a:lnTo>
                    <a:pt x="629067" y="1610767"/>
                  </a:lnTo>
                  <a:lnTo>
                    <a:pt x="668523" y="1597181"/>
                  </a:lnTo>
                  <a:lnTo>
                    <a:pt x="698492" y="1580862"/>
                  </a:lnTo>
                  <a:lnTo>
                    <a:pt x="714807" y="1538665"/>
                  </a:lnTo>
                  <a:lnTo>
                    <a:pt x="744776" y="1530470"/>
                  </a:lnTo>
                  <a:lnTo>
                    <a:pt x="736583" y="1478711"/>
                  </a:lnTo>
                  <a:lnTo>
                    <a:pt x="717538" y="1443343"/>
                  </a:lnTo>
                  <a:lnTo>
                    <a:pt x="693030" y="1407975"/>
                  </a:lnTo>
                  <a:lnTo>
                    <a:pt x="684837" y="1363046"/>
                  </a:lnTo>
                  <a:lnTo>
                    <a:pt x="699786" y="1341264"/>
                  </a:lnTo>
                  <a:lnTo>
                    <a:pt x="731121" y="1326311"/>
                  </a:lnTo>
                  <a:lnTo>
                    <a:pt x="740679" y="1304530"/>
                  </a:lnTo>
                  <a:cubicBezTo>
                    <a:pt x="740679" y="1304530"/>
                    <a:pt x="744776" y="1271893"/>
                    <a:pt x="744776" y="1265064"/>
                  </a:cubicBezTo>
                  <a:cubicBezTo>
                    <a:pt x="744776" y="1258234"/>
                    <a:pt x="740679" y="1239185"/>
                    <a:pt x="740679" y="1239185"/>
                  </a:cubicBezTo>
                  <a:lnTo>
                    <a:pt x="721634" y="1210574"/>
                  </a:lnTo>
                  <a:lnTo>
                    <a:pt x="728462" y="1184694"/>
                  </a:lnTo>
                  <a:lnTo>
                    <a:pt x="729827" y="1120715"/>
                  </a:lnTo>
                  <a:lnTo>
                    <a:pt x="723000" y="1108494"/>
                  </a:lnTo>
                  <a:lnTo>
                    <a:pt x="690299" y="1092176"/>
                  </a:lnTo>
                  <a:lnTo>
                    <a:pt x="680741" y="1069029"/>
                  </a:lnTo>
                  <a:lnTo>
                    <a:pt x="682106" y="1045881"/>
                  </a:lnTo>
                  <a:lnTo>
                    <a:pt x="675279" y="1030928"/>
                  </a:lnTo>
                  <a:lnTo>
                    <a:pt x="667086" y="1025465"/>
                  </a:lnTo>
                  <a:lnTo>
                    <a:pt x="620802" y="1032294"/>
                  </a:lnTo>
                  <a:lnTo>
                    <a:pt x="570422" y="1036392"/>
                  </a:lnTo>
                  <a:lnTo>
                    <a:pt x="547281" y="1047319"/>
                  </a:lnTo>
                  <a:lnTo>
                    <a:pt x="498266" y="1047319"/>
                  </a:lnTo>
                  <a:lnTo>
                    <a:pt x="480586" y="1035098"/>
                  </a:lnTo>
                  <a:lnTo>
                    <a:pt x="469662" y="956166"/>
                  </a:lnTo>
                  <a:lnTo>
                    <a:pt x="454714" y="922164"/>
                  </a:lnTo>
                  <a:lnTo>
                    <a:pt x="430206" y="900382"/>
                  </a:lnTo>
                  <a:lnTo>
                    <a:pt x="423379" y="862282"/>
                  </a:lnTo>
                  <a:lnTo>
                    <a:pt x="394775" y="817353"/>
                  </a:lnTo>
                  <a:lnTo>
                    <a:pt x="379826" y="795571"/>
                  </a:lnTo>
                  <a:lnTo>
                    <a:pt x="370268" y="777887"/>
                  </a:lnTo>
                  <a:lnTo>
                    <a:pt x="382485" y="765666"/>
                  </a:lnTo>
                  <a:lnTo>
                    <a:pt x="436890" y="750714"/>
                  </a:lnTo>
                  <a:lnTo>
                    <a:pt x="453204" y="739859"/>
                  </a:lnTo>
                  <a:lnTo>
                    <a:pt x="453204" y="722175"/>
                  </a:lnTo>
                  <a:lnTo>
                    <a:pt x="438256" y="701759"/>
                  </a:lnTo>
                  <a:lnTo>
                    <a:pt x="438256" y="694930"/>
                  </a:lnTo>
                  <a:lnTo>
                    <a:pt x="481808" y="689466"/>
                  </a:lnTo>
                  <a:lnTo>
                    <a:pt x="514437" y="688100"/>
                  </a:lnTo>
                  <a:lnTo>
                    <a:pt x="536213" y="701687"/>
                  </a:lnTo>
                  <a:cubicBezTo>
                    <a:pt x="536213" y="701687"/>
                    <a:pt x="552527" y="704419"/>
                    <a:pt x="557989" y="701687"/>
                  </a:cubicBezTo>
                  <a:cubicBezTo>
                    <a:pt x="563451" y="698955"/>
                    <a:pt x="557989" y="686734"/>
                    <a:pt x="557989" y="686734"/>
                  </a:cubicBezTo>
                  <a:lnTo>
                    <a:pt x="575669" y="662221"/>
                  </a:lnTo>
                  <a:lnTo>
                    <a:pt x="560720" y="607803"/>
                  </a:lnTo>
                  <a:lnTo>
                    <a:pt x="555258" y="577826"/>
                  </a:lnTo>
                  <a:lnTo>
                    <a:pt x="529385" y="558776"/>
                  </a:lnTo>
                  <a:lnTo>
                    <a:pt x="502147" y="565605"/>
                  </a:lnTo>
                  <a:lnTo>
                    <a:pt x="474909" y="532897"/>
                  </a:lnTo>
                  <a:lnTo>
                    <a:pt x="458595" y="496163"/>
                  </a:lnTo>
                  <a:lnTo>
                    <a:pt x="405484" y="441672"/>
                  </a:lnTo>
                  <a:lnTo>
                    <a:pt x="357835" y="422622"/>
                  </a:lnTo>
                  <a:lnTo>
                    <a:pt x="326500" y="376327"/>
                  </a:lnTo>
                  <a:lnTo>
                    <a:pt x="308820" y="361375"/>
                  </a:lnTo>
                  <a:lnTo>
                    <a:pt x="326500" y="346422"/>
                  </a:lnTo>
                  <a:lnTo>
                    <a:pt x="348276" y="331470"/>
                  </a:lnTo>
                  <a:lnTo>
                    <a:pt x="349641" y="301493"/>
                  </a:lnTo>
                  <a:lnTo>
                    <a:pt x="382270" y="256564"/>
                  </a:lnTo>
                  <a:lnTo>
                    <a:pt x="382270" y="237514"/>
                  </a:lnTo>
                  <a:lnTo>
                    <a:pt x="390463" y="188487"/>
                  </a:lnTo>
                  <a:lnTo>
                    <a:pt x="352372" y="158223"/>
                  </a:lnTo>
                  <a:lnTo>
                    <a:pt x="329949" y="149021"/>
                  </a:lnTo>
                  <a:cubicBezTo>
                    <a:pt x="329949" y="149021"/>
                    <a:pt x="305442" y="111281"/>
                    <a:pt x="304436" y="108190"/>
                  </a:cubicBezTo>
                  <a:cubicBezTo>
                    <a:pt x="303430" y="105098"/>
                    <a:pt x="262608" y="71455"/>
                    <a:pt x="262608" y="71455"/>
                  </a:cubicBezTo>
                  <a:lnTo>
                    <a:pt x="242198" y="27533"/>
                  </a:lnTo>
                  <a:lnTo>
                    <a:pt x="219775" y="0"/>
                  </a:lnTo>
                  <a:lnTo>
                    <a:pt x="185062" y="67358"/>
                  </a:lnTo>
                  <a:lnTo>
                    <a:pt x="201376" y="101360"/>
                  </a:lnTo>
                  <a:lnTo>
                    <a:pt x="235370" y="154485"/>
                  </a:lnTo>
                  <a:cubicBezTo>
                    <a:pt x="235370" y="154485"/>
                    <a:pt x="236736" y="200780"/>
                    <a:pt x="242198" y="204877"/>
                  </a:cubicBezTo>
                  <a:cubicBezTo>
                    <a:pt x="247660" y="208975"/>
                    <a:pt x="277557" y="238880"/>
                    <a:pt x="277557" y="238880"/>
                  </a:cubicBezTo>
                  <a:lnTo>
                    <a:pt x="292506" y="283809"/>
                  </a:lnTo>
                  <a:lnTo>
                    <a:pt x="253050" y="300127"/>
                  </a:lnTo>
                  <a:lnTo>
                    <a:pt x="219056" y="317812"/>
                  </a:lnTo>
                  <a:lnTo>
                    <a:pt x="225883" y="351814"/>
                  </a:lnTo>
                  <a:lnTo>
                    <a:pt x="208204" y="388548"/>
                  </a:lnTo>
                  <a:lnTo>
                    <a:pt x="155093" y="426648"/>
                  </a:lnTo>
                  <a:lnTo>
                    <a:pt x="140144" y="471577"/>
                  </a:lnTo>
                  <a:lnTo>
                    <a:pt x="118368" y="475675"/>
                  </a:lnTo>
                  <a:cubicBezTo>
                    <a:pt x="118368" y="475675"/>
                    <a:pt x="99323" y="467480"/>
                    <a:pt x="102054" y="434843"/>
                  </a:cubicBezTo>
                  <a:cubicBezTo>
                    <a:pt x="104785" y="402207"/>
                    <a:pt x="89836" y="370864"/>
                    <a:pt x="89836" y="370864"/>
                  </a:cubicBezTo>
                  <a:lnTo>
                    <a:pt x="51746" y="362669"/>
                  </a:lnTo>
                  <a:lnTo>
                    <a:pt x="43552" y="383085"/>
                  </a:lnTo>
                  <a:lnTo>
                    <a:pt x="50380" y="414427"/>
                  </a:lnTo>
                  <a:cubicBezTo>
                    <a:pt x="50380" y="414427"/>
                    <a:pt x="59939" y="437575"/>
                    <a:pt x="62598" y="444404"/>
                  </a:cubicBezTo>
                  <a:cubicBezTo>
                    <a:pt x="65329" y="451233"/>
                    <a:pt x="66694" y="467552"/>
                    <a:pt x="66694" y="467552"/>
                  </a:cubicBezTo>
                  <a:lnTo>
                    <a:pt x="57136" y="481138"/>
                  </a:lnTo>
                  <a:lnTo>
                    <a:pt x="27166" y="494725"/>
                  </a:lnTo>
                  <a:lnTo>
                    <a:pt x="14949" y="511043"/>
                  </a:lnTo>
                  <a:lnTo>
                    <a:pt x="0" y="585949"/>
                  </a:lnTo>
                  <a:lnTo>
                    <a:pt x="73522" y="648563"/>
                  </a:lnTo>
                  <a:lnTo>
                    <a:pt x="89836" y="709810"/>
                  </a:lnTo>
                  <a:lnTo>
                    <a:pt x="73522" y="741153"/>
                  </a:lnTo>
                  <a:lnTo>
                    <a:pt x="104857" y="758837"/>
                  </a:lnTo>
                  <a:lnTo>
                    <a:pt x="121171" y="803766"/>
                  </a:lnTo>
                  <a:lnTo>
                    <a:pt x="134754" y="836403"/>
                  </a:lnTo>
                  <a:cubicBezTo>
                    <a:pt x="134754" y="836403"/>
                    <a:pt x="178306" y="829574"/>
                    <a:pt x="182403" y="829574"/>
                  </a:cubicBezTo>
                  <a:cubicBezTo>
                    <a:pt x="186499" y="829574"/>
                    <a:pt x="220493" y="847258"/>
                    <a:pt x="220493" y="851355"/>
                  </a:cubicBezTo>
                  <a:cubicBezTo>
                    <a:pt x="220493" y="855453"/>
                    <a:pt x="209641" y="922164"/>
                    <a:pt x="209641" y="922164"/>
                  </a:cubicBezTo>
                  <a:cubicBezTo>
                    <a:pt x="209641" y="922164"/>
                    <a:pt x="205545" y="952141"/>
                    <a:pt x="202814" y="973922"/>
                  </a:cubicBezTo>
                  <a:cubicBezTo>
                    <a:pt x="200083" y="995704"/>
                    <a:pt x="147043" y="1001167"/>
                    <a:pt x="147043" y="1001167"/>
                  </a:cubicBezTo>
                  <a:lnTo>
                    <a:pt x="153871" y="1044731"/>
                  </a:lnTo>
                  <a:lnTo>
                    <a:pt x="179744" y="1081465"/>
                  </a:lnTo>
                  <a:lnTo>
                    <a:pt x="228758" y="1112808"/>
                  </a:lnTo>
                  <a:lnTo>
                    <a:pt x="250534" y="1150908"/>
                  </a:lnTo>
                  <a:lnTo>
                    <a:pt x="258727" y="1195837"/>
                  </a:lnTo>
                  <a:lnTo>
                    <a:pt x="247875" y="1236668"/>
                  </a:lnTo>
                  <a:lnTo>
                    <a:pt x="204323" y="1259816"/>
                  </a:lnTo>
                  <a:lnTo>
                    <a:pt x="155308" y="1257084"/>
                  </a:lnTo>
                  <a:lnTo>
                    <a:pt x="134898" y="1278866"/>
                  </a:lnTo>
                  <a:lnTo>
                    <a:pt x="143091" y="1312868"/>
                  </a:lnTo>
                  <a:lnTo>
                    <a:pt x="173060" y="1323723"/>
                  </a:lnTo>
                  <a:lnTo>
                    <a:pt x="189374" y="1346871"/>
                  </a:lnTo>
                  <a:lnTo>
                    <a:pt x="196202" y="1421777"/>
                  </a:lnTo>
                  <a:lnTo>
                    <a:pt x="196202" y="1500709"/>
                  </a:lnTo>
                  <a:cubicBezTo>
                    <a:pt x="196202" y="1500709"/>
                    <a:pt x="205760" y="1575615"/>
                    <a:pt x="207126" y="1579640"/>
                  </a:cubicBezTo>
                  <a:cubicBezTo>
                    <a:pt x="208491" y="1583738"/>
                    <a:pt x="228902" y="1627301"/>
                    <a:pt x="228902" y="1627301"/>
                  </a:cubicBezTo>
                  <a:lnTo>
                    <a:pt x="224805" y="1751162"/>
                  </a:lnTo>
                  <a:lnTo>
                    <a:pt x="197567" y="1782505"/>
                  </a:lnTo>
                  <a:lnTo>
                    <a:pt x="151284" y="1809750"/>
                  </a:lnTo>
                  <a:lnTo>
                    <a:pt x="144456" y="1856045"/>
                  </a:lnTo>
                  <a:lnTo>
                    <a:pt x="160124" y="1899465"/>
                  </a:lnTo>
                  <a:cubicBezTo>
                    <a:pt x="174713" y="1882787"/>
                    <a:pt x="190021" y="1864959"/>
                    <a:pt x="190740" y="1862874"/>
                  </a:cubicBezTo>
                  <a:cubicBezTo>
                    <a:pt x="192105" y="1858777"/>
                    <a:pt x="196202" y="1857411"/>
                    <a:pt x="196202" y="1857411"/>
                  </a:cubicBezTo>
                  <a:close/>
                </a:path>
              </a:pathLst>
            </a:custGeom>
            <a:grpFill/>
            <a:ln w="12700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8" name="Valle del Cauca">
              <a:extLst>
                <a:ext uri="{FF2B5EF4-FFF2-40B4-BE49-F238E27FC236}">
                  <a16:creationId xmlns:a16="http://schemas.microsoft.com/office/drawing/2014/main" id="{818CF8AF-5B99-7CCD-B303-6F5E7DB5A876}"/>
                </a:ext>
              </a:extLst>
            </p:cNvPr>
            <p:cNvSpPr/>
            <p:nvPr/>
          </p:nvSpPr>
          <p:spPr>
            <a:xfrm>
              <a:off x="4597031" y="3120807"/>
              <a:ext cx="743769" cy="804700"/>
            </a:xfrm>
            <a:custGeom>
              <a:avLst/>
              <a:gdLst>
                <a:gd name="connsiteX0" fmla="*/ 37659 w 743769"/>
                <a:gd name="connsiteY0" fmla="*/ 716208 h 804700"/>
                <a:gd name="connsiteX1" fmla="*/ 52608 w 743769"/>
                <a:gd name="connsiteY1" fmla="*/ 744819 h 804700"/>
                <a:gd name="connsiteX2" fmla="*/ 89333 w 743769"/>
                <a:gd name="connsiteY2" fmla="*/ 754380 h 804700"/>
                <a:gd name="connsiteX3" fmla="*/ 104282 w 743769"/>
                <a:gd name="connsiteY3" fmla="*/ 754380 h 804700"/>
                <a:gd name="connsiteX4" fmla="*/ 124692 w 743769"/>
                <a:gd name="connsiteY4" fmla="*/ 774796 h 804700"/>
                <a:gd name="connsiteX5" fmla="*/ 169610 w 743769"/>
                <a:gd name="connsiteY5" fmla="*/ 788383 h 804700"/>
                <a:gd name="connsiteX6" fmla="*/ 202311 w 743769"/>
                <a:gd name="connsiteY6" fmla="*/ 787017 h 804700"/>
                <a:gd name="connsiteX7" fmla="*/ 236304 w 743769"/>
                <a:gd name="connsiteY7" fmla="*/ 792480 h 804700"/>
                <a:gd name="connsiteX8" fmla="*/ 263543 w 743769"/>
                <a:gd name="connsiteY8" fmla="*/ 804701 h 804700"/>
                <a:gd name="connsiteX9" fmla="*/ 289415 w 743769"/>
                <a:gd name="connsiteY9" fmla="*/ 800603 h 804700"/>
                <a:gd name="connsiteX10" fmla="*/ 311192 w 743769"/>
                <a:gd name="connsiteY10" fmla="*/ 778822 h 804700"/>
                <a:gd name="connsiteX11" fmla="*/ 364303 w 743769"/>
                <a:gd name="connsiteY11" fmla="*/ 777456 h 804700"/>
                <a:gd name="connsiteX12" fmla="*/ 381982 w 743769"/>
                <a:gd name="connsiteY12" fmla="*/ 773358 h 804700"/>
                <a:gd name="connsiteX13" fmla="*/ 399662 w 743769"/>
                <a:gd name="connsiteY13" fmla="*/ 759771 h 804700"/>
                <a:gd name="connsiteX14" fmla="*/ 421438 w 743769"/>
                <a:gd name="connsiteY14" fmla="*/ 709379 h 804700"/>
                <a:gd name="connsiteX15" fmla="*/ 418707 w 743769"/>
                <a:gd name="connsiteY15" fmla="*/ 680768 h 804700"/>
                <a:gd name="connsiteX16" fmla="*/ 451336 w 743769"/>
                <a:gd name="connsiteY16" fmla="*/ 679402 h 804700"/>
                <a:gd name="connsiteX17" fmla="*/ 471746 w 743769"/>
                <a:gd name="connsiteY17" fmla="*/ 691623 h 804700"/>
                <a:gd name="connsiteX18" fmla="*/ 508471 w 743769"/>
                <a:gd name="connsiteY18" fmla="*/ 709307 h 804700"/>
                <a:gd name="connsiteX19" fmla="*/ 553389 w 743769"/>
                <a:gd name="connsiteY19" fmla="*/ 726991 h 804700"/>
                <a:gd name="connsiteX20" fmla="*/ 566973 w 743769"/>
                <a:gd name="connsiteY20" fmla="*/ 726991 h 804700"/>
                <a:gd name="connsiteX21" fmla="*/ 588749 w 743769"/>
                <a:gd name="connsiteY21" fmla="*/ 720162 h 804700"/>
                <a:gd name="connsiteX22" fmla="*/ 587383 w 743769"/>
                <a:gd name="connsiteY22" fmla="*/ 691551 h 804700"/>
                <a:gd name="connsiteX23" fmla="*/ 581921 w 743769"/>
                <a:gd name="connsiteY23" fmla="*/ 657549 h 804700"/>
                <a:gd name="connsiteX24" fmla="*/ 592773 w 743769"/>
                <a:gd name="connsiteY24" fmla="*/ 619449 h 804700"/>
                <a:gd name="connsiteX25" fmla="*/ 604991 w 743769"/>
                <a:gd name="connsiteY25" fmla="*/ 596301 h 804700"/>
                <a:gd name="connsiteX26" fmla="*/ 617209 w 743769"/>
                <a:gd name="connsiteY26" fmla="*/ 559567 h 804700"/>
                <a:gd name="connsiteX27" fmla="*/ 660761 w 743769"/>
                <a:gd name="connsiteY27" fmla="*/ 516003 h 804700"/>
                <a:gd name="connsiteX28" fmla="*/ 670320 w 743769"/>
                <a:gd name="connsiteY28" fmla="*/ 465611 h 804700"/>
                <a:gd name="connsiteX29" fmla="*/ 707045 w 743769"/>
                <a:gd name="connsiteY29" fmla="*/ 404363 h 804700"/>
                <a:gd name="connsiteX30" fmla="*/ 700217 w 743769"/>
                <a:gd name="connsiteY30" fmla="*/ 382582 h 804700"/>
                <a:gd name="connsiteX31" fmla="*/ 686634 w 743769"/>
                <a:gd name="connsiteY31" fmla="*/ 358068 h 804700"/>
                <a:gd name="connsiteX32" fmla="*/ 700217 w 743769"/>
                <a:gd name="connsiteY32" fmla="*/ 309041 h 804700"/>
                <a:gd name="connsiteX33" fmla="*/ 704314 w 743769"/>
                <a:gd name="connsiteY33" fmla="*/ 255917 h 804700"/>
                <a:gd name="connsiteX34" fmla="*/ 693462 w 743769"/>
                <a:gd name="connsiteY34" fmla="*/ 233488 h 804700"/>
                <a:gd name="connsiteX35" fmla="*/ 668954 w 743769"/>
                <a:gd name="connsiteY35" fmla="*/ 226012 h 804700"/>
                <a:gd name="connsiteX36" fmla="*/ 672332 w 743769"/>
                <a:gd name="connsiteY36" fmla="*/ 200852 h 804700"/>
                <a:gd name="connsiteX37" fmla="*/ 678441 w 743769"/>
                <a:gd name="connsiteY37" fmla="*/ 183815 h 804700"/>
                <a:gd name="connsiteX38" fmla="*/ 674344 w 743769"/>
                <a:gd name="connsiteY38" fmla="*/ 157288 h 804700"/>
                <a:gd name="connsiteX39" fmla="*/ 681172 w 743769"/>
                <a:gd name="connsiteY39" fmla="*/ 138885 h 804700"/>
                <a:gd name="connsiteX40" fmla="*/ 724724 w 743769"/>
                <a:gd name="connsiteY40" fmla="*/ 144996 h 804700"/>
                <a:gd name="connsiteX41" fmla="*/ 729468 w 743769"/>
                <a:gd name="connsiteY41" fmla="*/ 140251 h 804700"/>
                <a:gd name="connsiteX42" fmla="*/ 743770 w 743769"/>
                <a:gd name="connsiteY42" fmla="*/ 111640 h 804700"/>
                <a:gd name="connsiteX43" fmla="*/ 713154 w 743769"/>
                <a:gd name="connsiteY43" fmla="*/ 105530 h 804700"/>
                <a:gd name="connsiteX44" fmla="*/ 688646 w 743769"/>
                <a:gd name="connsiteY44" fmla="*/ 106896 h 804700"/>
                <a:gd name="connsiteX45" fmla="*/ 679088 w 743769"/>
                <a:gd name="connsiteY45" fmla="*/ 89858 h 804700"/>
                <a:gd name="connsiteX46" fmla="*/ 651850 w 743769"/>
                <a:gd name="connsiteY46" fmla="*/ 94603 h 804700"/>
                <a:gd name="connsiteX47" fmla="*/ 640997 w 743769"/>
                <a:gd name="connsiteY47" fmla="*/ 83029 h 804700"/>
                <a:gd name="connsiteX48" fmla="*/ 652568 w 743769"/>
                <a:gd name="connsiteY48" fmla="*/ 66711 h 804700"/>
                <a:gd name="connsiteX49" fmla="*/ 651203 w 743769"/>
                <a:gd name="connsiteY49" fmla="*/ 49674 h 804700"/>
                <a:gd name="connsiteX50" fmla="*/ 623964 w 743769"/>
                <a:gd name="connsiteY50" fmla="*/ 44929 h 804700"/>
                <a:gd name="connsiteX51" fmla="*/ 607650 w 743769"/>
                <a:gd name="connsiteY51" fmla="*/ 23795 h 804700"/>
                <a:gd name="connsiteX52" fmla="*/ 583862 w 743769"/>
                <a:gd name="connsiteY52" fmla="*/ 0 h 804700"/>
                <a:gd name="connsiteX53" fmla="*/ 584509 w 743769"/>
                <a:gd name="connsiteY53" fmla="*/ 4098 h 804700"/>
                <a:gd name="connsiteX54" fmla="*/ 554539 w 743769"/>
                <a:gd name="connsiteY54" fmla="*/ 12293 h 804700"/>
                <a:gd name="connsiteX55" fmla="*/ 538225 w 743769"/>
                <a:gd name="connsiteY55" fmla="*/ 54490 h 804700"/>
                <a:gd name="connsiteX56" fmla="*/ 508256 w 743769"/>
                <a:gd name="connsiteY56" fmla="*/ 70809 h 804700"/>
                <a:gd name="connsiteX57" fmla="*/ 468800 w 743769"/>
                <a:gd name="connsiteY57" fmla="*/ 84395 h 804700"/>
                <a:gd name="connsiteX58" fmla="*/ 411664 w 743769"/>
                <a:gd name="connsiteY58" fmla="*/ 221915 h 804700"/>
                <a:gd name="connsiteX59" fmla="*/ 370843 w 743769"/>
                <a:gd name="connsiteY59" fmla="*/ 232769 h 804700"/>
                <a:gd name="connsiteX60" fmla="*/ 396716 w 743769"/>
                <a:gd name="connsiteY60" fmla="*/ 261380 h 804700"/>
                <a:gd name="connsiteX61" fmla="*/ 396716 w 743769"/>
                <a:gd name="connsiteY61" fmla="*/ 295383 h 804700"/>
                <a:gd name="connsiteX62" fmla="*/ 419857 w 743769"/>
                <a:gd name="connsiteY62" fmla="*/ 315799 h 804700"/>
                <a:gd name="connsiteX63" fmla="*/ 434806 w 743769"/>
                <a:gd name="connsiteY63" fmla="*/ 325359 h 804700"/>
                <a:gd name="connsiteX64" fmla="*/ 427978 w 743769"/>
                <a:gd name="connsiteY64" fmla="*/ 352605 h 804700"/>
                <a:gd name="connsiteX65" fmla="*/ 389888 w 743769"/>
                <a:gd name="connsiteY65" fmla="*/ 366191 h 804700"/>
                <a:gd name="connsiteX66" fmla="*/ 346335 w 743769"/>
                <a:gd name="connsiteY66" fmla="*/ 400194 h 804700"/>
                <a:gd name="connsiteX67" fmla="*/ 304149 w 743769"/>
                <a:gd name="connsiteY67" fmla="*/ 408389 h 804700"/>
                <a:gd name="connsiteX68" fmla="*/ 282372 w 743769"/>
                <a:gd name="connsiteY68" fmla="*/ 400194 h 804700"/>
                <a:gd name="connsiteX69" fmla="*/ 251038 w 743769"/>
                <a:gd name="connsiteY69" fmla="*/ 371583 h 804700"/>
                <a:gd name="connsiteX70" fmla="*/ 211582 w 743769"/>
                <a:gd name="connsiteY70" fmla="*/ 349801 h 804700"/>
                <a:gd name="connsiteX71" fmla="*/ 196633 w 743769"/>
                <a:gd name="connsiteY71" fmla="*/ 359362 h 804700"/>
                <a:gd name="connsiteX72" fmla="*/ 157177 w 743769"/>
                <a:gd name="connsiteY72" fmla="*/ 337580 h 804700"/>
                <a:gd name="connsiteX73" fmla="*/ 143594 w 743769"/>
                <a:gd name="connsiteY73" fmla="*/ 318530 h 804700"/>
                <a:gd name="connsiteX74" fmla="*/ 87824 w 743769"/>
                <a:gd name="connsiteY74" fmla="*/ 310335 h 804700"/>
                <a:gd name="connsiteX75" fmla="*/ 83727 w 743769"/>
                <a:gd name="connsiteY75" fmla="*/ 323922 h 804700"/>
                <a:gd name="connsiteX76" fmla="*/ 36078 w 743769"/>
                <a:gd name="connsiteY76" fmla="*/ 330751 h 804700"/>
                <a:gd name="connsiteX77" fmla="*/ 30616 w 743769"/>
                <a:gd name="connsiteY77" fmla="*/ 336214 h 804700"/>
                <a:gd name="connsiteX78" fmla="*/ 0 w 743769"/>
                <a:gd name="connsiteY78" fmla="*/ 372805 h 804700"/>
                <a:gd name="connsiteX79" fmla="*/ 7474 w 743769"/>
                <a:gd name="connsiteY79" fmla="*/ 393365 h 804700"/>
                <a:gd name="connsiteX80" fmla="*/ 22423 w 743769"/>
                <a:gd name="connsiteY80" fmla="*/ 408317 h 804700"/>
                <a:gd name="connsiteX81" fmla="*/ 51027 w 743769"/>
                <a:gd name="connsiteY81" fmla="*/ 400122 h 804700"/>
                <a:gd name="connsiteX82" fmla="*/ 72803 w 743769"/>
                <a:gd name="connsiteY82" fmla="*/ 385169 h 804700"/>
                <a:gd name="connsiteX83" fmla="*/ 86386 w 743769"/>
                <a:gd name="connsiteY83" fmla="*/ 367485 h 804700"/>
                <a:gd name="connsiteX84" fmla="*/ 128573 w 743769"/>
                <a:gd name="connsiteY84" fmla="*/ 381072 h 804700"/>
                <a:gd name="connsiteX85" fmla="*/ 119015 w 743769"/>
                <a:gd name="connsiteY85" fmla="*/ 408317 h 804700"/>
                <a:gd name="connsiteX86" fmla="*/ 95873 w 743769"/>
                <a:gd name="connsiteY86" fmla="*/ 440954 h 804700"/>
                <a:gd name="connsiteX87" fmla="*/ 124477 w 743769"/>
                <a:gd name="connsiteY87" fmla="*/ 457272 h 804700"/>
                <a:gd name="connsiteX88" fmla="*/ 166664 w 743769"/>
                <a:gd name="connsiteY88" fmla="*/ 446417 h 804700"/>
                <a:gd name="connsiteX89" fmla="*/ 163933 w 743769"/>
                <a:gd name="connsiteY89" fmla="*/ 479053 h 804700"/>
                <a:gd name="connsiteX90" fmla="*/ 136694 w 743769"/>
                <a:gd name="connsiteY90" fmla="*/ 534838 h 804700"/>
                <a:gd name="connsiteX91" fmla="*/ 114918 w 743769"/>
                <a:gd name="connsiteY91" fmla="*/ 581133 h 804700"/>
                <a:gd name="connsiteX92" fmla="*/ 52320 w 743769"/>
                <a:gd name="connsiteY92" fmla="*/ 635623 h 804700"/>
                <a:gd name="connsiteX93" fmla="*/ 33275 w 743769"/>
                <a:gd name="connsiteY93" fmla="*/ 672501 h 804700"/>
                <a:gd name="connsiteX94" fmla="*/ 34641 w 743769"/>
                <a:gd name="connsiteY94" fmla="*/ 673723 h 804700"/>
                <a:gd name="connsiteX95" fmla="*/ 37372 w 743769"/>
                <a:gd name="connsiteY95" fmla="*/ 715921 h 804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743769" h="804700">
                  <a:moveTo>
                    <a:pt x="37659" y="716208"/>
                  </a:moveTo>
                  <a:lnTo>
                    <a:pt x="52608" y="744819"/>
                  </a:lnTo>
                  <a:lnTo>
                    <a:pt x="89333" y="754380"/>
                  </a:lnTo>
                  <a:lnTo>
                    <a:pt x="104282" y="754380"/>
                  </a:lnTo>
                  <a:lnTo>
                    <a:pt x="124692" y="774796"/>
                  </a:lnTo>
                  <a:lnTo>
                    <a:pt x="169610" y="788383"/>
                  </a:lnTo>
                  <a:lnTo>
                    <a:pt x="202311" y="787017"/>
                  </a:lnTo>
                  <a:lnTo>
                    <a:pt x="236304" y="792480"/>
                  </a:lnTo>
                  <a:lnTo>
                    <a:pt x="263543" y="804701"/>
                  </a:lnTo>
                  <a:lnTo>
                    <a:pt x="289415" y="800603"/>
                  </a:lnTo>
                  <a:lnTo>
                    <a:pt x="311192" y="778822"/>
                  </a:lnTo>
                  <a:lnTo>
                    <a:pt x="364303" y="777456"/>
                  </a:lnTo>
                  <a:cubicBezTo>
                    <a:pt x="364303" y="777456"/>
                    <a:pt x="376520" y="777456"/>
                    <a:pt x="381982" y="773358"/>
                  </a:cubicBezTo>
                  <a:cubicBezTo>
                    <a:pt x="387444" y="769260"/>
                    <a:pt x="399662" y="759771"/>
                    <a:pt x="399662" y="759771"/>
                  </a:cubicBezTo>
                  <a:lnTo>
                    <a:pt x="421438" y="709379"/>
                  </a:lnTo>
                  <a:lnTo>
                    <a:pt x="418707" y="680768"/>
                  </a:lnTo>
                  <a:lnTo>
                    <a:pt x="451336" y="679402"/>
                  </a:lnTo>
                  <a:lnTo>
                    <a:pt x="471746" y="691623"/>
                  </a:lnTo>
                  <a:lnTo>
                    <a:pt x="508471" y="709307"/>
                  </a:lnTo>
                  <a:lnTo>
                    <a:pt x="553389" y="726991"/>
                  </a:lnTo>
                  <a:lnTo>
                    <a:pt x="566973" y="726991"/>
                  </a:lnTo>
                  <a:lnTo>
                    <a:pt x="588749" y="720162"/>
                  </a:lnTo>
                  <a:cubicBezTo>
                    <a:pt x="588749" y="720162"/>
                    <a:pt x="587383" y="698380"/>
                    <a:pt x="587383" y="691551"/>
                  </a:cubicBezTo>
                  <a:cubicBezTo>
                    <a:pt x="587383" y="684722"/>
                    <a:pt x="581921" y="664306"/>
                    <a:pt x="581921" y="657549"/>
                  </a:cubicBezTo>
                  <a:cubicBezTo>
                    <a:pt x="581921" y="650791"/>
                    <a:pt x="592773" y="619449"/>
                    <a:pt x="592773" y="619449"/>
                  </a:cubicBezTo>
                  <a:lnTo>
                    <a:pt x="604991" y="596301"/>
                  </a:lnTo>
                  <a:cubicBezTo>
                    <a:pt x="604991" y="596301"/>
                    <a:pt x="613184" y="563664"/>
                    <a:pt x="617209" y="559567"/>
                  </a:cubicBezTo>
                  <a:cubicBezTo>
                    <a:pt x="621305" y="555469"/>
                    <a:pt x="660761" y="516003"/>
                    <a:pt x="660761" y="516003"/>
                  </a:cubicBezTo>
                  <a:lnTo>
                    <a:pt x="670320" y="465611"/>
                  </a:lnTo>
                  <a:lnTo>
                    <a:pt x="707045" y="404363"/>
                  </a:lnTo>
                  <a:lnTo>
                    <a:pt x="700217" y="382582"/>
                  </a:lnTo>
                  <a:cubicBezTo>
                    <a:pt x="700217" y="382582"/>
                    <a:pt x="686634" y="362166"/>
                    <a:pt x="686634" y="358068"/>
                  </a:cubicBezTo>
                  <a:cubicBezTo>
                    <a:pt x="686634" y="353971"/>
                    <a:pt x="700217" y="309041"/>
                    <a:pt x="700217" y="309041"/>
                  </a:cubicBezTo>
                  <a:lnTo>
                    <a:pt x="704314" y="255917"/>
                  </a:lnTo>
                  <a:lnTo>
                    <a:pt x="693462" y="233488"/>
                  </a:lnTo>
                  <a:lnTo>
                    <a:pt x="668954" y="226012"/>
                  </a:lnTo>
                  <a:cubicBezTo>
                    <a:pt x="668954" y="226012"/>
                    <a:pt x="670967" y="202865"/>
                    <a:pt x="672332" y="200852"/>
                  </a:cubicBezTo>
                  <a:cubicBezTo>
                    <a:pt x="673698" y="198839"/>
                    <a:pt x="678441" y="183815"/>
                    <a:pt x="678441" y="183815"/>
                  </a:cubicBezTo>
                  <a:lnTo>
                    <a:pt x="674344" y="157288"/>
                  </a:lnTo>
                  <a:lnTo>
                    <a:pt x="681172" y="138885"/>
                  </a:lnTo>
                  <a:lnTo>
                    <a:pt x="724724" y="144996"/>
                  </a:lnTo>
                  <a:lnTo>
                    <a:pt x="729468" y="140251"/>
                  </a:lnTo>
                  <a:lnTo>
                    <a:pt x="743770" y="111640"/>
                  </a:lnTo>
                  <a:lnTo>
                    <a:pt x="713154" y="105530"/>
                  </a:lnTo>
                  <a:lnTo>
                    <a:pt x="688646" y="106896"/>
                  </a:lnTo>
                  <a:lnTo>
                    <a:pt x="679088" y="89858"/>
                  </a:lnTo>
                  <a:lnTo>
                    <a:pt x="651850" y="94603"/>
                  </a:lnTo>
                  <a:lnTo>
                    <a:pt x="640997" y="83029"/>
                  </a:lnTo>
                  <a:lnTo>
                    <a:pt x="652568" y="66711"/>
                  </a:lnTo>
                  <a:lnTo>
                    <a:pt x="651203" y="49674"/>
                  </a:lnTo>
                  <a:lnTo>
                    <a:pt x="623964" y="44929"/>
                  </a:lnTo>
                  <a:cubicBezTo>
                    <a:pt x="623964" y="44929"/>
                    <a:pt x="609016" y="27245"/>
                    <a:pt x="607650" y="23795"/>
                  </a:cubicBezTo>
                  <a:cubicBezTo>
                    <a:pt x="607075" y="22285"/>
                    <a:pt x="596079" y="11574"/>
                    <a:pt x="583862" y="0"/>
                  </a:cubicBezTo>
                  <a:lnTo>
                    <a:pt x="584509" y="4098"/>
                  </a:lnTo>
                  <a:lnTo>
                    <a:pt x="554539" y="12293"/>
                  </a:lnTo>
                  <a:lnTo>
                    <a:pt x="538225" y="54490"/>
                  </a:lnTo>
                  <a:lnTo>
                    <a:pt x="508256" y="70809"/>
                  </a:lnTo>
                  <a:lnTo>
                    <a:pt x="468800" y="84395"/>
                  </a:lnTo>
                  <a:lnTo>
                    <a:pt x="411664" y="221915"/>
                  </a:lnTo>
                  <a:lnTo>
                    <a:pt x="370843" y="232769"/>
                  </a:lnTo>
                  <a:lnTo>
                    <a:pt x="396716" y="261380"/>
                  </a:lnTo>
                  <a:lnTo>
                    <a:pt x="396716" y="295383"/>
                  </a:lnTo>
                  <a:lnTo>
                    <a:pt x="419857" y="315799"/>
                  </a:lnTo>
                  <a:lnTo>
                    <a:pt x="434806" y="325359"/>
                  </a:lnTo>
                  <a:lnTo>
                    <a:pt x="427978" y="352605"/>
                  </a:lnTo>
                  <a:lnTo>
                    <a:pt x="389888" y="366191"/>
                  </a:lnTo>
                  <a:lnTo>
                    <a:pt x="346335" y="400194"/>
                  </a:lnTo>
                  <a:lnTo>
                    <a:pt x="304149" y="408389"/>
                  </a:lnTo>
                  <a:lnTo>
                    <a:pt x="282372" y="400194"/>
                  </a:lnTo>
                  <a:lnTo>
                    <a:pt x="251038" y="371583"/>
                  </a:lnTo>
                  <a:lnTo>
                    <a:pt x="211582" y="349801"/>
                  </a:lnTo>
                  <a:lnTo>
                    <a:pt x="196633" y="359362"/>
                  </a:lnTo>
                  <a:lnTo>
                    <a:pt x="157177" y="337580"/>
                  </a:lnTo>
                  <a:lnTo>
                    <a:pt x="143594" y="318530"/>
                  </a:lnTo>
                  <a:lnTo>
                    <a:pt x="87824" y="310335"/>
                  </a:lnTo>
                  <a:cubicBezTo>
                    <a:pt x="87824" y="310335"/>
                    <a:pt x="85093" y="315799"/>
                    <a:pt x="83727" y="323922"/>
                  </a:cubicBezTo>
                  <a:cubicBezTo>
                    <a:pt x="82362" y="332117"/>
                    <a:pt x="36078" y="330751"/>
                    <a:pt x="36078" y="330751"/>
                  </a:cubicBezTo>
                  <a:cubicBezTo>
                    <a:pt x="36078" y="330751"/>
                    <a:pt x="31982" y="332117"/>
                    <a:pt x="30616" y="336214"/>
                  </a:cubicBezTo>
                  <a:cubicBezTo>
                    <a:pt x="29897" y="338299"/>
                    <a:pt x="14589" y="356127"/>
                    <a:pt x="0" y="372805"/>
                  </a:cubicBezTo>
                  <a:lnTo>
                    <a:pt x="7474" y="393365"/>
                  </a:lnTo>
                  <a:lnTo>
                    <a:pt x="22423" y="408317"/>
                  </a:lnTo>
                  <a:lnTo>
                    <a:pt x="51027" y="400122"/>
                  </a:lnTo>
                  <a:lnTo>
                    <a:pt x="72803" y="385169"/>
                  </a:lnTo>
                  <a:lnTo>
                    <a:pt x="86386" y="367485"/>
                  </a:lnTo>
                  <a:lnTo>
                    <a:pt x="128573" y="381072"/>
                  </a:lnTo>
                  <a:lnTo>
                    <a:pt x="119015" y="408317"/>
                  </a:lnTo>
                  <a:lnTo>
                    <a:pt x="95873" y="440954"/>
                  </a:lnTo>
                  <a:lnTo>
                    <a:pt x="124477" y="457272"/>
                  </a:lnTo>
                  <a:lnTo>
                    <a:pt x="166664" y="446417"/>
                  </a:lnTo>
                  <a:lnTo>
                    <a:pt x="163933" y="479053"/>
                  </a:lnTo>
                  <a:lnTo>
                    <a:pt x="136694" y="534838"/>
                  </a:lnTo>
                  <a:cubicBezTo>
                    <a:pt x="136694" y="534838"/>
                    <a:pt x="120380" y="575669"/>
                    <a:pt x="114918" y="581133"/>
                  </a:cubicBezTo>
                  <a:cubicBezTo>
                    <a:pt x="109456" y="586596"/>
                    <a:pt x="56417" y="628794"/>
                    <a:pt x="52320" y="635623"/>
                  </a:cubicBezTo>
                  <a:cubicBezTo>
                    <a:pt x="49733" y="639936"/>
                    <a:pt x="40031" y="659130"/>
                    <a:pt x="33275" y="672501"/>
                  </a:cubicBezTo>
                  <a:lnTo>
                    <a:pt x="34641" y="673723"/>
                  </a:lnTo>
                  <a:lnTo>
                    <a:pt x="37372" y="715921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9" name="Cauca">
              <a:extLst>
                <a:ext uri="{FF2B5EF4-FFF2-40B4-BE49-F238E27FC236}">
                  <a16:creationId xmlns:a16="http://schemas.microsoft.com/office/drawing/2014/main" id="{E567D042-0629-32B2-32F3-7B38EA6DB6B7}"/>
                </a:ext>
              </a:extLst>
            </p:cNvPr>
            <p:cNvSpPr/>
            <p:nvPr/>
          </p:nvSpPr>
          <p:spPr>
            <a:xfrm>
              <a:off x="4392492" y="3793739"/>
              <a:ext cx="918770" cy="986286"/>
            </a:xfrm>
            <a:custGeom>
              <a:avLst/>
              <a:gdLst>
                <a:gd name="connsiteX0" fmla="*/ 760731 w 918770"/>
                <a:gd name="connsiteY0" fmla="*/ 924105 h 986286"/>
                <a:gd name="connsiteX1" fmla="*/ 736224 w 918770"/>
                <a:gd name="connsiteY1" fmla="*/ 902323 h 986286"/>
                <a:gd name="connsiteX2" fmla="*/ 703595 w 918770"/>
                <a:gd name="connsiteY2" fmla="*/ 870980 h 986286"/>
                <a:gd name="connsiteX3" fmla="*/ 710423 w 918770"/>
                <a:gd name="connsiteY3" fmla="*/ 807001 h 986286"/>
                <a:gd name="connsiteX4" fmla="*/ 736295 w 918770"/>
                <a:gd name="connsiteY4" fmla="*/ 772998 h 986286"/>
                <a:gd name="connsiteX5" fmla="*/ 741757 w 918770"/>
                <a:gd name="connsiteY5" fmla="*/ 752583 h 986286"/>
                <a:gd name="connsiteX6" fmla="*/ 719981 w 918770"/>
                <a:gd name="connsiteY6" fmla="*/ 744388 h 986286"/>
                <a:gd name="connsiteX7" fmla="*/ 673698 w 918770"/>
                <a:gd name="connsiteY7" fmla="*/ 744388 h 986286"/>
                <a:gd name="connsiteX8" fmla="*/ 630145 w 918770"/>
                <a:gd name="connsiteY8" fmla="*/ 729435 h 986286"/>
                <a:gd name="connsiteX9" fmla="*/ 634242 w 918770"/>
                <a:gd name="connsiteY9" fmla="*/ 695433 h 986286"/>
                <a:gd name="connsiteX10" fmla="*/ 643800 w 918770"/>
                <a:gd name="connsiteY10" fmla="*/ 669553 h 986286"/>
                <a:gd name="connsiteX11" fmla="*/ 631583 w 918770"/>
                <a:gd name="connsiteY11" fmla="*/ 631453 h 986286"/>
                <a:gd name="connsiteX12" fmla="*/ 596223 w 918770"/>
                <a:gd name="connsiteY12" fmla="*/ 619233 h 986286"/>
                <a:gd name="connsiteX13" fmla="*/ 573081 w 918770"/>
                <a:gd name="connsiteY13" fmla="*/ 608306 h 986286"/>
                <a:gd name="connsiteX14" fmla="*/ 574447 w 918770"/>
                <a:gd name="connsiteY14" fmla="*/ 562011 h 986286"/>
                <a:gd name="connsiteX15" fmla="*/ 568985 w 918770"/>
                <a:gd name="connsiteY15" fmla="*/ 526642 h 986286"/>
                <a:gd name="connsiteX16" fmla="*/ 588030 w 918770"/>
                <a:gd name="connsiteY16" fmla="*/ 508958 h 986286"/>
                <a:gd name="connsiteX17" fmla="*/ 616634 w 918770"/>
                <a:gd name="connsiteY17" fmla="*/ 510324 h 986286"/>
                <a:gd name="connsiteX18" fmla="*/ 661552 w 918770"/>
                <a:gd name="connsiteY18" fmla="*/ 522545 h 986286"/>
                <a:gd name="connsiteX19" fmla="*/ 686059 w 918770"/>
                <a:gd name="connsiteY19" fmla="*/ 493934 h 986286"/>
                <a:gd name="connsiteX20" fmla="*/ 672476 w 918770"/>
                <a:gd name="connsiteY20" fmla="*/ 461297 h 986286"/>
                <a:gd name="connsiteX21" fmla="*/ 672476 w 918770"/>
                <a:gd name="connsiteY21" fmla="*/ 449077 h 986286"/>
                <a:gd name="connsiteX22" fmla="*/ 690156 w 918770"/>
                <a:gd name="connsiteY22" fmla="*/ 417734 h 986286"/>
                <a:gd name="connsiteX23" fmla="*/ 710566 w 918770"/>
                <a:gd name="connsiteY23" fmla="*/ 389123 h 986286"/>
                <a:gd name="connsiteX24" fmla="*/ 745926 w 918770"/>
                <a:gd name="connsiteY24" fmla="*/ 408173 h 986286"/>
                <a:gd name="connsiteX25" fmla="*/ 782651 w 918770"/>
                <a:gd name="connsiteY25" fmla="*/ 380928 h 986286"/>
                <a:gd name="connsiteX26" fmla="*/ 813985 w 918770"/>
                <a:gd name="connsiteY26" fmla="*/ 352317 h 986286"/>
                <a:gd name="connsiteX27" fmla="*/ 835762 w 918770"/>
                <a:gd name="connsiteY27" fmla="*/ 352317 h 986286"/>
                <a:gd name="connsiteX28" fmla="*/ 865731 w 918770"/>
                <a:gd name="connsiteY28" fmla="*/ 385026 h 986286"/>
                <a:gd name="connsiteX29" fmla="*/ 879314 w 918770"/>
                <a:gd name="connsiteY29" fmla="*/ 390489 h 986286"/>
                <a:gd name="connsiteX30" fmla="*/ 899725 w 918770"/>
                <a:gd name="connsiteY30" fmla="*/ 386392 h 986286"/>
                <a:gd name="connsiteX31" fmla="*/ 896994 w 918770"/>
                <a:gd name="connsiteY31" fmla="*/ 361878 h 986286"/>
                <a:gd name="connsiteX32" fmla="*/ 884776 w 918770"/>
                <a:gd name="connsiteY32" fmla="*/ 318315 h 986286"/>
                <a:gd name="connsiteX33" fmla="*/ 895628 w 918770"/>
                <a:gd name="connsiteY33" fmla="*/ 306094 h 986286"/>
                <a:gd name="connsiteX34" fmla="*/ 913308 w 918770"/>
                <a:gd name="connsiteY34" fmla="*/ 280215 h 986286"/>
                <a:gd name="connsiteX35" fmla="*/ 918770 w 918770"/>
                <a:gd name="connsiteY35" fmla="*/ 259799 h 986286"/>
                <a:gd name="connsiteX36" fmla="*/ 884776 w 918770"/>
                <a:gd name="connsiteY36" fmla="*/ 236651 h 986286"/>
                <a:gd name="connsiteX37" fmla="*/ 879314 w 918770"/>
                <a:gd name="connsiteY37" fmla="*/ 213503 h 986286"/>
                <a:gd name="connsiteX38" fmla="*/ 823544 w 918770"/>
                <a:gd name="connsiteY38" fmla="*/ 172672 h 986286"/>
                <a:gd name="connsiteX39" fmla="*/ 794940 w 918770"/>
                <a:gd name="connsiteY39" fmla="*/ 139963 h 986286"/>
                <a:gd name="connsiteX40" fmla="*/ 779992 w 918770"/>
                <a:gd name="connsiteY40" fmla="*/ 101863 h 986286"/>
                <a:gd name="connsiteX41" fmla="*/ 785454 w 918770"/>
                <a:gd name="connsiteY41" fmla="*/ 81447 h 986286"/>
                <a:gd name="connsiteX42" fmla="*/ 779632 w 918770"/>
                <a:gd name="connsiteY42" fmla="*/ 51758 h 986286"/>
                <a:gd name="connsiteX43" fmla="*/ 771799 w 918770"/>
                <a:gd name="connsiteY43" fmla="*/ 54202 h 986286"/>
                <a:gd name="connsiteX44" fmla="*/ 758215 w 918770"/>
                <a:gd name="connsiteY44" fmla="*/ 54202 h 986286"/>
                <a:gd name="connsiteX45" fmla="*/ 713297 w 918770"/>
                <a:gd name="connsiteY45" fmla="*/ 36518 h 986286"/>
                <a:gd name="connsiteX46" fmla="*/ 676572 w 918770"/>
                <a:gd name="connsiteY46" fmla="*/ 18834 h 986286"/>
                <a:gd name="connsiteX47" fmla="*/ 656162 w 918770"/>
                <a:gd name="connsiteY47" fmla="*/ 6613 h 986286"/>
                <a:gd name="connsiteX48" fmla="*/ 623533 w 918770"/>
                <a:gd name="connsiteY48" fmla="*/ 7979 h 986286"/>
                <a:gd name="connsiteX49" fmla="*/ 626264 w 918770"/>
                <a:gd name="connsiteY49" fmla="*/ 36590 h 986286"/>
                <a:gd name="connsiteX50" fmla="*/ 604488 w 918770"/>
                <a:gd name="connsiteY50" fmla="*/ 86983 h 986286"/>
                <a:gd name="connsiteX51" fmla="*/ 586808 w 918770"/>
                <a:gd name="connsiteY51" fmla="*/ 100570 h 986286"/>
                <a:gd name="connsiteX52" fmla="*/ 569129 w 918770"/>
                <a:gd name="connsiteY52" fmla="*/ 104667 h 986286"/>
                <a:gd name="connsiteX53" fmla="*/ 516018 w 918770"/>
                <a:gd name="connsiteY53" fmla="*/ 106033 h 986286"/>
                <a:gd name="connsiteX54" fmla="*/ 494241 w 918770"/>
                <a:gd name="connsiteY54" fmla="*/ 127814 h 986286"/>
                <a:gd name="connsiteX55" fmla="*/ 468369 w 918770"/>
                <a:gd name="connsiteY55" fmla="*/ 131912 h 986286"/>
                <a:gd name="connsiteX56" fmla="*/ 441130 w 918770"/>
                <a:gd name="connsiteY56" fmla="*/ 119691 h 986286"/>
                <a:gd name="connsiteX57" fmla="*/ 407136 w 918770"/>
                <a:gd name="connsiteY57" fmla="*/ 114228 h 986286"/>
                <a:gd name="connsiteX58" fmla="*/ 374436 w 918770"/>
                <a:gd name="connsiteY58" fmla="*/ 115594 h 986286"/>
                <a:gd name="connsiteX59" fmla="*/ 329518 w 918770"/>
                <a:gd name="connsiteY59" fmla="*/ 102007 h 986286"/>
                <a:gd name="connsiteX60" fmla="*/ 309107 w 918770"/>
                <a:gd name="connsiteY60" fmla="*/ 81591 h 986286"/>
                <a:gd name="connsiteX61" fmla="*/ 294159 w 918770"/>
                <a:gd name="connsiteY61" fmla="*/ 81591 h 986286"/>
                <a:gd name="connsiteX62" fmla="*/ 257434 w 918770"/>
                <a:gd name="connsiteY62" fmla="*/ 72030 h 986286"/>
                <a:gd name="connsiteX63" fmla="*/ 242485 w 918770"/>
                <a:gd name="connsiteY63" fmla="*/ 43419 h 986286"/>
                <a:gd name="connsiteX64" fmla="*/ 239754 w 918770"/>
                <a:gd name="connsiteY64" fmla="*/ 1222 h 986286"/>
                <a:gd name="connsiteX65" fmla="*/ 238389 w 918770"/>
                <a:gd name="connsiteY65" fmla="*/ 0 h 986286"/>
                <a:gd name="connsiteX66" fmla="*/ 231633 w 918770"/>
                <a:gd name="connsiteY66" fmla="*/ 13515 h 986286"/>
                <a:gd name="connsiteX67" fmla="*/ 189446 w 918770"/>
                <a:gd name="connsiteY67" fmla="*/ 52981 h 986286"/>
                <a:gd name="connsiteX68" fmla="*/ 130945 w 918770"/>
                <a:gd name="connsiteY68" fmla="*/ 146937 h 986286"/>
                <a:gd name="connsiteX69" fmla="*/ 120021 w 918770"/>
                <a:gd name="connsiteY69" fmla="*/ 217745 h 986286"/>
                <a:gd name="connsiteX70" fmla="*/ 64251 w 918770"/>
                <a:gd name="connsiteY70" fmla="*/ 272235 h 986286"/>
                <a:gd name="connsiteX71" fmla="*/ 0 w 918770"/>
                <a:gd name="connsiteY71" fmla="*/ 282371 h 986286"/>
                <a:gd name="connsiteX72" fmla="*/ 5749 w 918770"/>
                <a:gd name="connsiteY72" fmla="*/ 308969 h 986286"/>
                <a:gd name="connsiteX73" fmla="*/ 47936 w 918770"/>
                <a:gd name="connsiteY73" fmla="*/ 330751 h 986286"/>
                <a:gd name="connsiteX74" fmla="*/ 57495 w 918770"/>
                <a:gd name="connsiteY74" fmla="*/ 374315 h 986286"/>
                <a:gd name="connsiteX75" fmla="*/ 86099 w 918770"/>
                <a:gd name="connsiteY75" fmla="*/ 431464 h 986286"/>
                <a:gd name="connsiteX76" fmla="*/ 110606 w 918770"/>
                <a:gd name="connsiteY76" fmla="*/ 458710 h 986286"/>
                <a:gd name="connsiteX77" fmla="*/ 154158 w 918770"/>
                <a:gd name="connsiteY77" fmla="*/ 483223 h 986286"/>
                <a:gd name="connsiteX78" fmla="*/ 201807 w 918770"/>
                <a:gd name="connsiteY78" fmla="*/ 481857 h 986286"/>
                <a:gd name="connsiteX79" fmla="*/ 253553 w 918770"/>
                <a:gd name="connsiteY79" fmla="*/ 469636 h 986286"/>
                <a:gd name="connsiteX80" fmla="*/ 293009 w 918770"/>
                <a:gd name="connsiteY80" fmla="*/ 494150 h 986286"/>
                <a:gd name="connsiteX81" fmla="*/ 293009 w 918770"/>
                <a:gd name="connsiteY81" fmla="*/ 510468 h 986286"/>
                <a:gd name="connsiteX82" fmla="*/ 287547 w 918770"/>
                <a:gd name="connsiteY82" fmla="*/ 522689 h 986286"/>
                <a:gd name="connsiteX83" fmla="*/ 303861 w 918770"/>
                <a:gd name="connsiteY83" fmla="*/ 549934 h 986286"/>
                <a:gd name="connsiteX84" fmla="*/ 322906 w 918770"/>
                <a:gd name="connsiteY84" fmla="*/ 558129 h 986286"/>
                <a:gd name="connsiteX85" fmla="*/ 325637 w 918770"/>
                <a:gd name="connsiteY85" fmla="*/ 573081 h 986286"/>
                <a:gd name="connsiteX86" fmla="*/ 317444 w 918770"/>
                <a:gd name="connsiteY86" fmla="*/ 600326 h 986286"/>
                <a:gd name="connsiteX87" fmla="*/ 297034 w 918770"/>
                <a:gd name="connsiteY87" fmla="*/ 623474 h 986286"/>
                <a:gd name="connsiteX88" fmla="*/ 279354 w 918770"/>
                <a:gd name="connsiteY88" fmla="*/ 653451 h 986286"/>
                <a:gd name="connsiteX89" fmla="*/ 268502 w 918770"/>
                <a:gd name="connsiteY89" fmla="*/ 671135 h 986286"/>
                <a:gd name="connsiteX90" fmla="*/ 278060 w 918770"/>
                <a:gd name="connsiteY90" fmla="*/ 692916 h 986286"/>
                <a:gd name="connsiteX91" fmla="*/ 312054 w 918770"/>
                <a:gd name="connsiteY91" fmla="*/ 698380 h 986286"/>
                <a:gd name="connsiteX92" fmla="*/ 344683 w 918770"/>
                <a:gd name="connsiteY92" fmla="*/ 699746 h 986286"/>
                <a:gd name="connsiteX93" fmla="*/ 374652 w 918770"/>
                <a:gd name="connsiteY93" fmla="*/ 677964 h 986286"/>
                <a:gd name="connsiteX94" fmla="*/ 425032 w 918770"/>
                <a:gd name="connsiteY94" fmla="*/ 675233 h 986286"/>
                <a:gd name="connsiteX95" fmla="*/ 439980 w 918770"/>
                <a:gd name="connsiteY95" fmla="*/ 692916 h 986286"/>
                <a:gd name="connsiteX96" fmla="*/ 473974 w 918770"/>
                <a:gd name="connsiteY96" fmla="*/ 716064 h 986286"/>
                <a:gd name="connsiteX97" fmla="*/ 478071 w 918770"/>
                <a:gd name="connsiteY97" fmla="*/ 739212 h 986286"/>
                <a:gd name="connsiteX98" fmla="*/ 464488 w 918770"/>
                <a:gd name="connsiteY98" fmla="*/ 752798 h 986286"/>
                <a:gd name="connsiteX99" fmla="*/ 456295 w 918770"/>
                <a:gd name="connsiteY99" fmla="*/ 796362 h 986286"/>
                <a:gd name="connsiteX100" fmla="*/ 463122 w 918770"/>
                <a:gd name="connsiteY100" fmla="*/ 822241 h 986286"/>
                <a:gd name="connsiteX101" fmla="*/ 474046 w 918770"/>
                <a:gd name="connsiteY101" fmla="*/ 848120 h 986286"/>
                <a:gd name="connsiteX102" fmla="*/ 528451 w 918770"/>
                <a:gd name="connsiteY102" fmla="*/ 820875 h 986286"/>
                <a:gd name="connsiteX103" fmla="*/ 554971 w 918770"/>
                <a:gd name="connsiteY103" fmla="*/ 798447 h 986286"/>
                <a:gd name="connsiteX104" fmla="*/ 577394 w 918770"/>
                <a:gd name="connsiteY104" fmla="*/ 808654 h 986286"/>
                <a:gd name="connsiteX105" fmla="*/ 595792 w 918770"/>
                <a:gd name="connsiteY105" fmla="*/ 855596 h 986286"/>
                <a:gd name="connsiteX106" fmla="*/ 593780 w 918770"/>
                <a:gd name="connsiteY106" fmla="*/ 900526 h 986286"/>
                <a:gd name="connsiteX107" fmla="*/ 583574 w 918770"/>
                <a:gd name="connsiteY107" fmla="*/ 941357 h 986286"/>
                <a:gd name="connsiteX108" fmla="*/ 626480 w 918770"/>
                <a:gd name="connsiteY108" fmla="*/ 982189 h 986286"/>
                <a:gd name="connsiteX109" fmla="*/ 638698 w 918770"/>
                <a:gd name="connsiteY109" fmla="*/ 982189 h 986286"/>
                <a:gd name="connsiteX110" fmla="*/ 714232 w 918770"/>
                <a:gd name="connsiteY110" fmla="*/ 986286 h 986286"/>
                <a:gd name="connsiteX111" fmla="*/ 777548 w 918770"/>
                <a:gd name="connsiteY111" fmla="*/ 984274 h 986286"/>
                <a:gd name="connsiteX112" fmla="*/ 787035 w 918770"/>
                <a:gd name="connsiteY112" fmla="*/ 978882 h 986286"/>
                <a:gd name="connsiteX113" fmla="*/ 783010 w 918770"/>
                <a:gd name="connsiteY113" fmla="*/ 959760 h 986286"/>
                <a:gd name="connsiteX114" fmla="*/ 761234 w 918770"/>
                <a:gd name="connsiteY114" fmla="*/ 924392 h 986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918770" h="986286">
                  <a:moveTo>
                    <a:pt x="760731" y="924105"/>
                  </a:moveTo>
                  <a:cubicBezTo>
                    <a:pt x="758000" y="918641"/>
                    <a:pt x="736224" y="902323"/>
                    <a:pt x="736224" y="902323"/>
                  </a:cubicBezTo>
                  <a:lnTo>
                    <a:pt x="703595" y="870980"/>
                  </a:lnTo>
                  <a:lnTo>
                    <a:pt x="710423" y="807001"/>
                  </a:lnTo>
                  <a:lnTo>
                    <a:pt x="736295" y="772998"/>
                  </a:lnTo>
                  <a:lnTo>
                    <a:pt x="741757" y="752583"/>
                  </a:lnTo>
                  <a:lnTo>
                    <a:pt x="719981" y="744388"/>
                  </a:lnTo>
                  <a:lnTo>
                    <a:pt x="673698" y="744388"/>
                  </a:lnTo>
                  <a:cubicBezTo>
                    <a:pt x="669601" y="744388"/>
                    <a:pt x="630145" y="729435"/>
                    <a:pt x="630145" y="729435"/>
                  </a:cubicBezTo>
                  <a:lnTo>
                    <a:pt x="634242" y="695433"/>
                  </a:lnTo>
                  <a:lnTo>
                    <a:pt x="643800" y="669553"/>
                  </a:lnTo>
                  <a:lnTo>
                    <a:pt x="631583" y="631453"/>
                  </a:lnTo>
                  <a:lnTo>
                    <a:pt x="596223" y="619233"/>
                  </a:lnTo>
                  <a:lnTo>
                    <a:pt x="573081" y="608306"/>
                  </a:lnTo>
                  <a:cubicBezTo>
                    <a:pt x="573081" y="608306"/>
                    <a:pt x="575812" y="566109"/>
                    <a:pt x="574447" y="562011"/>
                  </a:cubicBezTo>
                  <a:cubicBezTo>
                    <a:pt x="573081" y="557913"/>
                    <a:pt x="568985" y="530668"/>
                    <a:pt x="568985" y="526642"/>
                  </a:cubicBezTo>
                  <a:cubicBezTo>
                    <a:pt x="568985" y="522617"/>
                    <a:pt x="588030" y="508958"/>
                    <a:pt x="588030" y="508958"/>
                  </a:cubicBezTo>
                  <a:lnTo>
                    <a:pt x="616634" y="510324"/>
                  </a:lnTo>
                  <a:lnTo>
                    <a:pt x="661552" y="522545"/>
                  </a:lnTo>
                  <a:lnTo>
                    <a:pt x="686059" y="493934"/>
                  </a:lnTo>
                  <a:cubicBezTo>
                    <a:pt x="686059" y="493934"/>
                    <a:pt x="676500" y="468055"/>
                    <a:pt x="672476" y="461297"/>
                  </a:cubicBezTo>
                  <a:cubicBezTo>
                    <a:pt x="668379" y="454468"/>
                    <a:pt x="672476" y="449077"/>
                    <a:pt x="672476" y="449077"/>
                  </a:cubicBezTo>
                  <a:lnTo>
                    <a:pt x="690156" y="417734"/>
                  </a:lnTo>
                  <a:lnTo>
                    <a:pt x="710566" y="389123"/>
                  </a:lnTo>
                  <a:lnTo>
                    <a:pt x="745926" y="408173"/>
                  </a:lnTo>
                  <a:lnTo>
                    <a:pt x="782651" y="380928"/>
                  </a:lnTo>
                  <a:lnTo>
                    <a:pt x="813985" y="352317"/>
                  </a:lnTo>
                  <a:lnTo>
                    <a:pt x="835762" y="352317"/>
                  </a:lnTo>
                  <a:lnTo>
                    <a:pt x="865731" y="385026"/>
                  </a:lnTo>
                  <a:lnTo>
                    <a:pt x="879314" y="390489"/>
                  </a:lnTo>
                  <a:lnTo>
                    <a:pt x="899725" y="386392"/>
                  </a:lnTo>
                  <a:lnTo>
                    <a:pt x="896994" y="361878"/>
                  </a:lnTo>
                  <a:cubicBezTo>
                    <a:pt x="896994" y="361878"/>
                    <a:pt x="884776" y="322412"/>
                    <a:pt x="884776" y="318315"/>
                  </a:cubicBezTo>
                  <a:cubicBezTo>
                    <a:pt x="884776" y="314217"/>
                    <a:pt x="895628" y="306094"/>
                    <a:pt x="895628" y="306094"/>
                  </a:cubicBezTo>
                  <a:lnTo>
                    <a:pt x="913308" y="280215"/>
                  </a:lnTo>
                  <a:lnTo>
                    <a:pt x="918770" y="259799"/>
                  </a:lnTo>
                  <a:lnTo>
                    <a:pt x="884776" y="236651"/>
                  </a:lnTo>
                  <a:lnTo>
                    <a:pt x="879314" y="213503"/>
                  </a:lnTo>
                  <a:cubicBezTo>
                    <a:pt x="879314" y="213503"/>
                    <a:pt x="827569" y="174038"/>
                    <a:pt x="823544" y="172672"/>
                  </a:cubicBezTo>
                  <a:cubicBezTo>
                    <a:pt x="819448" y="171306"/>
                    <a:pt x="794940" y="139963"/>
                    <a:pt x="794940" y="139963"/>
                  </a:cubicBezTo>
                  <a:lnTo>
                    <a:pt x="779992" y="101863"/>
                  </a:lnTo>
                  <a:lnTo>
                    <a:pt x="785454" y="81447"/>
                  </a:lnTo>
                  <a:lnTo>
                    <a:pt x="779632" y="51758"/>
                  </a:lnTo>
                  <a:lnTo>
                    <a:pt x="771799" y="54202"/>
                  </a:lnTo>
                  <a:lnTo>
                    <a:pt x="758215" y="54202"/>
                  </a:lnTo>
                  <a:lnTo>
                    <a:pt x="713297" y="36518"/>
                  </a:lnTo>
                  <a:lnTo>
                    <a:pt x="676572" y="18834"/>
                  </a:lnTo>
                  <a:lnTo>
                    <a:pt x="656162" y="6613"/>
                  </a:lnTo>
                  <a:lnTo>
                    <a:pt x="623533" y="7979"/>
                  </a:lnTo>
                  <a:lnTo>
                    <a:pt x="626264" y="36590"/>
                  </a:lnTo>
                  <a:lnTo>
                    <a:pt x="604488" y="86983"/>
                  </a:lnTo>
                  <a:cubicBezTo>
                    <a:pt x="604488" y="86983"/>
                    <a:pt x="592270" y="96544"/>
                    <a:pt x="586808" y="100570"/>
                  </a:cubicBezTo>
                  <a:cubicBezTo>
                    <a:pt x="581346" y="104667"/>
                    <a:pt x="569129" y="104667"/>
                    <a:pt x="569129" y="104667"/>
                  </a:cubicBezTo>
                  <a:lnTo>
                    <a:pt x="516018" y="106033"/>
                  </a:lnTo>
                  <a:lnTo>
                    <a:pt x="494241" y="127814"/>
                  </a:lnTo>
                  <a:lnTo>
                    <a:pt x="468369" y="131912"/>
                  </a:lnTo>
                  <a:lnTo>
                    <a:pt x="441130" y="119691"/>
                  </a:lnTo>
                  <a:lnTo>
                    <a:pt x="407136" y="114228"/>
                  </a:lnTo>
                  <a:lnTo>
                    <a:pt x="374436" y="115594"/>
                  </a:lnTo>
                  <a:lnTo>
                    <a:pt x="329518" y="102007"/>
                  </a:lnTo>
                  <a:lnTo>
                    <a:pt x="309107" y="81591"/>
                  </a:lnTo>
                  <a:lnTo>
                    <a:pt x="294159" y="81591"/>
                  </a:lnTo>
                  <a:lnTo>
                    <a:pt x="257434" y="72030"/>
                  </a:lnTo>
                  <a:lnTo>
                    <a:pt x="242485" y="43419"/>
                  </a:lnTo>
                  <a:lnTo>
                    <a:pt x="239754" y="1222"/>
                  </a:lnTo>
                  <a:lnTo>
                    <a:pt x="238389" y="0"/>
                  </a:lnTo>
                  <a:cubicBezTo>
                    <a:pt x="234508" y="7692"/>
                    <a:pt x="231633" y="13515"/>
                    <a:pt x="231633" y="13515"/>
                  </a:cubicBezTo>
                  <a:lnTo>
                    <a:pt x="189446" y="52981"/>
                  </a:lnTo>
                  <a:lnTo>
                    <a:pt x="130945" y="146937"/>
                  </a:lnTo>
                  <a:lnTo>
                    <a:pt x="120021" y="217745"/>
                  </a:lnTo>
                  <a:lnTo>
                    <a:pt x="64251" y="272235"/>
                  </a:lnTo>
                  <a:lnTo>
                    <a:pt x="0" y="282371"/>
                  </a:lnTo>
                  <a:lnTo>
                    <a:pt x="5749" y="308969"/>
                  </a:lnTo>
                  <a:lnTo>
                    <a:pt x="47936" y="330751"/>
                  </a:lnTo>
                  <a:lnTo>
                    <a:pt x="57495" y="374315"/>
                  </a:lnTo>
                  <a:lnTo>
                    <a:pt x="86099" y="431464"/>
                  </a:lnTo>
                  <a:lnTo>
                    <a:pt x="110606" y="458710"/>
                  </a:lnTo>
                  <a:lnTo>
                    <a:pt x="154158" y="483223"/>
                  </a:lnTo>
                  <a:lnTo>
                    <a:pt x="201807" y="481857"/>
                  </a:lnTo>
                  <a:lnTo>
                    <a:pt x="253553" y="469636"/>
                  </a:lnTo>
                  <a:lnTo>
                    <a:pt x="293009" y="494150"/>
                  </a:lnTo>
                  <a:lnTo>
                    <a:pt x="293009" y="510468"/>
                  </a:lnTo>
                  <a:lnTo>
                    <a:pt x="287547" y="522689"/>
                  </a:lnTo>
                  <a:lnTo>
                    <a:pt x="303861" y="549934"/>
                  </a:lnTo>
                  <a:lnTo>
                    <a:pt x="322906" y="558129"/>
                  </a:lnTo>
                  <a:lnTo>
                    <a:pt x="325637" y="573081"/>
                  </a:lnTo>
                  <a:lnTo>
                    <a:pt x="317444" y="600326"/>
                  </a:lnTo>
                  <a:lnTo>
                    <a:pt x="297034" y="623474"/>
                  </a:lnTo>
                  <a:lnTo>
                    <a:pt x="279354" y="653451"/>
                  </a:lnTo>
                  <a:lnTo>
                    <a:pt x="268502" y="671135"/>
                  </a:lnTo>
                  <a:lnTo>
                    <a:pt x="278060" y="692916"/>
                  </a:lnTo>
                  <a:lnTo>
                    <a:pt x="312054" y="698380"/>
                  </a:lnTo>
                  <a:cubicBezTo>
                    <a:pt x="312054" y="698380"/>
                    <a:pt x="340658" y="701112"/>
                    <a:pt x="344683" y="699746"/>
                  </a:cubicBezTo>
                  <a:cubicBezTo>
                    <a:pt x="348779" y="698380"/>
                    <a:pt x="374652" y="677964"/>
                    <a:pt x="374652" y="677964"/>
                  </a:cubicBezTo>
                  <a:lnTo>
                    <a:pt x="425032" y="675233"/>
                  </a:lnTo>
                  <a:lnTo>
                    <a:pt x="439980" y="692916"/>
                  </a:lnTo>
                  <a:lnTo>
                    <a:pt x="473974" y="716064"/>
                  </a:lnTo>
                  <a:lnTo>
                    <a:pt x="478071" y="739212"/>
                  </a:lnTo>
                  <a:lnTo>
                    <a:pt x="464488" y="752798"/>
                  </a:lnTo>
                  <a:lnTo>
                    <a:pt x="456295" y="796362"/>
                  </a:lnTo>
                  <a:lnTo>
                    <a:pt x="463122" y="822241"/>
                  </a:lnTo>
                  <a:lnTo>
                    <a:pt x="474046" y="848120"/>
                  </a:lnTo>
                  <a:lnTo>
                    <a:pt x="528451" y="820875"/>
                  </a:lnTo>
                  <a:lnTo>
                    <a:pt x="554971" y="798447"/>
                  </a:lnTo>
                  <a:lnTo>
                    <a:pt x="577394" y="808654"/>
                  </a:lnTo>
                  <a:cubicBezTo>
                    <a:pt x="577394" y="808654"/>
                    <a:pt x="591695" y="847473"/>
                    <a:pt x="595792" y="855596"/>
                  </a:cubicBezTo>
                  <a:cubicBezTo>
                    <a:pt x="599888" y="863792"/>
                    <a:pt x="593780" y="900526"/>
                    <a:pt x="593780" y="900526"/>
                  </a:cubicBezTo>
                  <a:cubicBezTo>
                    <a:pt x="593780" y="900526"/>
                    <a:pt x="583574" y="933162"/>
                    <a:pt x="583574" y="941357"/>
                  </a:cubicBezTo>
                  <a:cubicBezTo>
                    <a:pt x="583574" y="949552"/>
                    <a:pt x="626480" y="982189"/>
                    <a:pt x="626480" y="982189"/>
                  </a:cubicBezTo>
                  <a:lnTo>
                    <a:pt x="638698" y="982189"/>
                  </a:lnTo>
                  <a:lnTo>
                    <a:pt x="714232" y="986286"/>
                  </a:lnTo>
                  <a:lnTo>
                    <a:pt x="777548" y="984274"/>
                  </a:lnTo>
                  <a:lnTo>
                    <a:pt x="787035" y="978882"/>
                  </a:lnTo>
                  <a:lnTo>
                    <a:pt x="783010" y="959760"/>
                  </a:lnTo>
                  <a:cubicBezTo>
                    <a:pt x="783010" y="959760"/>
                    <a:pt x="763965" y="929784"/>
                    <a:pt x="761234" y="924392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solidFill>
                <a:schemeClr val="bg2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CO"/>
            </a:p>
          </p:txBody>
        </p:sp>
        <p:sp>
          <p:nvSpPr>
            <p:cNvPr id="30" name="Huila">
              <a:extLst>
                <a:ext uri="{FF2B5EF4-FFF2-40B4-BE49-F238E27FC236}">
                  <a16:creationId xmlns:a16="http://schemas.microsoft.com/office/drawing/2014/main" id="{71062673-00E5-66E7-B9F3-45E193C88C85}"/>
                </a:ext>
              </a:extLst>
            </p:cNvPr>
            <p:cNvSpPr/>
            <p:nvPr/>
          </p:nvSpPr>
          <p:spPr>
            <a:xfrm>
              <a:off x="4961190" y="3608343"/>
              <a:ext cx="880536" cy="958394"/>
            </a:xfrm>
            <a:custGeom>
              <a:avLst/>
              <a:gdLst>
                <a:gd name="connsiteX0" fmla="*/ 228758 w 880536"/>
                <a:gd name="connsiteY0" fmla="*/ 942723 h 958394"/>
                <a:gd name="connsiteX1" fmla="*/ 265483 w 880536"/>
                <a:gd name="connsiteY1" fmla="*/ 936613 h 958394"/>
                <a:gd name="connsiteX2" fmla="*/ 298112 w 880536"/>
                <a:gd name="connsiteY2" fmla="*/ 891684 h 958394"/>
                <a:gd name="connsiteX3" fmla="*/ 336921 w 880536"/>
                <a:gd name="connsiteY3" fmla="*/ 834534 h 958394"/>
                <a:gd name="connsiteX4" fmla="*/ 394056 w 880536"/>
                <a:gd name="connsiteY4" fmla="*/ 789605 h 958394"/>
                <a:gd name="connsiteX5" fmla="*/ 440987 w 880536"/>
                <a:gd name="connsiteY5" fmla="*/ 746688 h 958394"/>
                <a:gd name="connsiteX6" fmla="*/ 457301 w 880536"/>
                <a:gd name="connsiteY6" fmla="*/ 683356 h 958394"/>
                <a:gd name="connsiteX7" fmla="*/ 516521 w 880536"/>
                <a:gd name="connsiteY7" fmla="*/ 624121 h 958394"/>
                <a:gd name="connsiteX8" fmla="*/ 545771 w 880536"/>
                <a:gd name="connsiteY8" fmla="*/ 583937 h 958394"/>
                <a:gd name="connsiteX9" fmla="*/ 557989 w 880536"/>
                <a:gd name="connsiteY9" fmla="*/ 545836 h 958394"/>
                <a:gd name="connsiteX10" fmla="*/ 598810 w 880536"/>
                <a:gd name="connsiteY10" fmla="*/ 530884 h 958394"/>
                <a:gd name="connsiteX11" fmla="*/ 635535 w 880536"/>
                <a:gd name="connsiteY11" fmla="*/ 509102 h 958394"/>
                <a:gd name="connsiteX12" fmla="*/ 651850 w 880536"/>
                <a:gd name="connsiteY12" fmla="*/ 460075 h 958394"/>
                <a:gd name="connsiteX13" fmla="*/ 649119 w 880536"/>
                <a:gd name="connsiteY13" fmla="*/ 413780 h 958394"/>
                <a:gd name="connsiteX14" fmla="*/ 676357 w 880536"/>
                <a:gd name="connsiteY14" fmla="*/ 383803 h 958394"/>
                <a:gd name="connsiteX15" fmla="*/ 696768 w 880536"/>
                <a:gd name="connsiteY15" fmla="*/ 364753 h 958394"/>
                <a:gd name="connsiteX16" fmla="*/ 710351 w 880536"/>
                <a:gd name="connsiteY16" fmla="*/ 322556 h 958394"/>
                <a:gd name="connsiteX17" fmla="*/ 758000 w 880536"/>
                <a:gd name="connsiteY17" fmla="*/ 278992 h 958394"/>
                <a:gd name="connsiteX18" fmla="*/ 787969 w 880536"/>
                <a:gd name="connsiteY18" fmla="*/ 259943 h 958394"/>
                <a:gd name="connsiteX19" fmla="*/ 813842 w 880536"/>
                <a:gd name="connsiteY19" fmla="*/ 227306 h 958394"/>
                <a:gd name="connsiteX20" fmla="*/ 831522 w 880536"/>
                <a:gd name="connsiteY20" fmla="*/ 164693 h 958394"/>
                <a:gd name="connsiteX21" fmla="*/ 854663 w 880536"/>
                <a:gd name="connsiteY21" fmla="*/ 103445 h 958394"/>
                <a:gd name="connsiteX22" fmla="*/ 870977 w 880536"/>
                <a:gd name="connsiteY22" fmla="*/ 74834 h 958394"/>
                <a:gd name="connsiteX23" fmla="*/ 880536 w 880536"/>
                <a:gd name="connsiteY23" fmla="*/ 13586 h 958394"/>
                <a:gd name="connsiteX24" fmla="*/ 864222 w 880536"/>
                <a:gd name="connsiteY24" fmla="*/ 0 h 958394"/>
                <a:gd name="connsiteX25" fmla="*/ 847908 w 880536"/>
                <a:gd name="connsiteY25" fmla="*/ 8195 h 958394"/>
                <a:gd name="connsiteX26" fmla="*/ 834324 w 880536"/>
                <a:gd name="connsiteY26" fmla="*/ 34074 h 958394"/>
                <a:gd name="connsiteX27" fmla="*/ 804355 w 880536"/>
                <a:gd name="connsiteY27" fmla="*/ 70808 h 958394"/>
                <a:gd name="connsiteX28" fmla="*/ 774745 w 880536"/>
                <a:gd name="connsiteY28" fmla="*/ 77925 h 958394"/>
                <a:gd name="connsiteX29" fmla="*/ 771655 w 880536"/>
                <a:gd name="connsiteY29" fmla="*/ 94243 h 958394"/>
                <a:gd name="connsiteX30" fmla="*/ 776757 w 880536"/>
                <a:gd name="connsiteY30" fmla="*/ 104452 h 958394"/>
                <a:gd name="connsiteX31" fmla="*/ 762456 w 880536"/>
                <a:gd name="connsiteY31" fmla="*/ 123861 h 958394"/>
                <a:gd name="connsiteX32" fmla="*/ 760443 w 880536"/>
                <a:gd name="connsiteY32" fmla="*/ 138166 h 958394"/>
                <a:gd name="connsiteX33" fmla="*/ 761449 w 880536"/>
                <a:gd name="connsiteY33" fmla="*/ 145283 h 958394"/>
                <a:gd name="connsiteX34" fmla="*/ 758359 w 880536"/>
                <a:gd name="connsiteY34" fmla="*/ 158582 h 958394"/>
                <a:gd name="connsiteX35" fmla="*/ 730833 w 880536"/>
                <a:gd name="connsiteY35" fmla="*/ 186115 h 958394"/>
                <a:gd name="connsiteX36" fmla="*/ 686922 w 880536"/>
                <a:gd name="connsiteY36" fmla="*/ 223927 h 958394"/>
                <a:gd name="connsiteX37" fmla="*/ 643010 w 880536"/>
                <a:gd name="connsiteY37" fmla="*/ 218823 h 958394"/>
                <a:gd name="connsiteX38" fmla="*/ 636901 w 880536"/>
                <a:gd name="connsiteY38" fmla="*/ 206602 h 958394"/>
                <a:gd name="connsiteX39" fmla="*/ 646100 w 880536"/>
                <a:gd name="connsiteY39" fmla="*/ 185180 h 958394"/>
                <a:gd name="connsiteX40" fmla="*/ 661408 w 880536"/>
                <a:gd name="connsiteY40" fmla="*/ 168862 h 958394"/>
                <a:gd name="connsiteX41" fmla="*/ 642004 w 880536"/>
                <a:gd name="connsiteY41" fmla="*/ 155563 h 958394"/>
                <a:gd name="connsiteX42" fmla="*/ 620587 w 880536"/>
                <a:gd name="connsiteY42" fmla="*/ 157576 h 958394"/>
                <a:gd name="connsiteX43" fmla="*/ 581778 w 880536"/>
                <a:gd name="connsiteY43" fmla="*/ 156569 h 958394"/>
                <a:gd name="connsiteX44" fmla="*/ 570566 w 880536"/>
                <a:gd name="connsiteY44" fmla="*/ 176985 h 958394"/>
                <a:gd name="connsiteX45" fmla="*/ 550155 w 880536"/>
                <a:gd name="connsiteY45" fmla="*/ 189206 h 958394"/>
                <a:gd name="connsiteX46" fmla="*/ 537938 w 880536"/>
                <a:gd name="connsiteY46" fmla="*/ 181011 h 958394"/>
                <a:gd name="connsiteX47" fmla="*/ 522630 w 880536"/>
                <a:gd name="connsiteY47" fmla="*/ 163686 h 958394"/>
                <a:gd name="connsiteX48" fmla="*/ 494026 w 880536"/>
                <a:gd name="connsiteY48" fmla="*/ 169796 h 958394"/>
                <a:gd name="connsiteX49" fmla="*/ 478718 w 880536"/>
                <a:gd name="connsiteY49" fmla="*/ 164693 h 958394"/>
                <a:gd name="connsiteX50" fmla="*/ 465422 w 880536"/>
                <a:gd name="connsiteY50" fmla="*/ 178998 h 958394"/>
                <a:gd name="connsiteX51" fmla="*/ 448102 w 880536"/>
                <a:gd name="connsiteY51" fmla="*/ 213720 h 958394"/>
                <a:gd name="connsiteX52" fmla="*/ 431787 w 880536"/>
                <a:gd name="connsiteY52" fmla="*/ 224934 h 958394"/>
                <a:gd name="connsiteX53" fmla="*/ 429775 w 880536"/>
                <a:gd name="connsiteY53" fmla="*/ 249447 h 958394"/>
                <a:gd name="connsiteX54" fmla="*/ 372640 w 880536"/>
                <a:gd name="connsiteY54" fmla="*/ 305591 h 958394"/>
                <a:gd name="connsiteX55" fmla="*/ 333830 w 880536"/>
                <a:gd name="connsiteY55" fmla="*/ 328019 h 958394"/>
                <a:gd name="connsiteX56" fmla="*/ 286900 w 880536"/>
                <a:gd name="connsiteY56" fmla="*/ 346422 h 958394"/>
                <a:gd name="connsiteX57" fmla="*/ 247085 w 880536"/>
                <a:gd name="connsiteY57" fmla="*/ 334201 h 958394"/>
                <a:gd name="connsiteX58" fmla="*/ 223727 w 880536"/>
                <a:gd name="connsiteY58" fmla="*/ 319609 h 958394"/>
                <a:gd name="connsiteX59" fmla="*/ 225955 w 880536"/>
                <a:gd name="connsiteY59" fmla="*/ 325359 h 958394"/>
                <a:gd name="connsiteX60" fmla="*/ 254559 w 880536"/>
                <a:gd name="connsiteY60" fmla="*/ 358068 h 958394"/>
                <a:gd name="connsiteX61" fmla="*/ 310329 w 880536"/>
                <a:gd name="connsiteY61" fmla="*/ 398900 h 958394"/>
                <a:gd name="connsiteX62" fmla="*/ 315791 w 880536"/>
                <a:gd name="connsiteY62" fmla="*/ 422047 h 958394"/>
                <a:gd name="connsiteX63" fmla="*/ 349785 w 880536"/>
                <a:gd name="connsiteY63" fmla="*/ 445195 h 958394"/>
                <a:gd name="connsiteX64" fmla="*/ 344323 w 880536"/>
                <a:gd name="connsiteY64" fmla="*/ 465611 h 958394"/>
                <a:gd name="connsiteX65" fmla="*/ 326644 w 880536"/>
                <a:gd name="connsiteY65" fmla="*/ 491490 h 958394"/>
                <a:gd name="connsiteX66" fmla="*/ 315791 w 880536"/>
                <a:gd name="connsiteY66" fmla="*/ 503711 h 958394"/>
                <a:gd name="connsiteX67" fmla="*/ 328009 w 880536"/>
                <a:gd name="connsiteY67" fmla="*/ 547274 h 958394"/>
                <a:gd name="connsiteX68" fmla="*/ 330740 w 880536"/>
                <a:gd name="connsiteY68" fmla="*/ 571788 h 958394"/>
                <a:gd name="connsiteX69" fmla="*/ 310329 w 880536"/>
                <a:gd name="connsiteY69" fmla="*/ 575885 h 958394"/>
                <a:gd name="connsiteX70" fmla="*/ 296746 w 880536"/>
                <a:gd name="connsiteY70" fmla="*/ 570422 h 958394"/>
                <a:gd name="connsiteX71" fmla="*/ 266777 w 880536"/>
                <a:gd name="connsiteY71" fmla="*/ 537713 h 958394"/>
                <a:gd name="connsiteX72" fmla="*/ 245001 w 880536"/>
                <a:gd name="connsiteY72" fmla="*/ 537713 h 958394"/>
                <a:gd name="connsiteX73" fmla="*/ 213666 w 880536"/>
                <a:gd name="connsiteY73" fmla="*/ 566324 h 958394"/>
                <a:gd name="connsiteX74" fmla="*/ 176941 w 880536"/>
                <a:gd name="connsiteY74" fmla="*/ 593569 h 958394"/>
                <a:gd name="connsiteX75" fmla="*/ 141582 w 880536"/>
                <a:gd name="connsiteY75" fmla="*/ 574519 h 958394"/>
                <a:gd name="connsiteX76" fmla="*/ 121171 w 880536"/>
                <a:gd name="connsiteY76" fmla="*/ 603130 h 958394"/>
                <a:gd name="connsiteX77" fmla="*/ 103491 w 880536"/>
                <a:gd name="connsiteY77" fmla="*/ 634473 h 958394"/>
                <a:gd name="connsiteX78" fmla="*/ 103491 w 880536"/>
                <a:gd name="connsiteY78" fmla="*/ 646694 h 958394"/>
                <a:gd name="connsiteX79" fmla="*/ 117074 w 880536"/>
                <a:gd name="connsiteY79" fmla="*/ 679330 h 958394"/>
                <a:gd name="connsiteX80" fmla="*/ 92567 w 880536"/>
                <a:gd name="connsiteY80" fmla="*/ 707941 h 958394"/>
                <a:gd name="connsiteX81" fmla="*/ 47649 w 880536"/>
                <a:gd name="connsiteY81" fmla="*/ 695720 h 958394"/>
                <a:gd name="connsiteX82" fmla="*/ 19045 w 880536"/>
                <a:gd name="connsiteY82" fmla="*/ 694355 h 958394"/>
                <a:gd name="connsiteX83" fmla="*/ 0 w 880536"/>
                <a:gd name="connsiteY83" fmla="*/ 712038 h 958394"/>
                <a:gd name="connsiteX84" fmla="*/ 5462 w 880536"/>
                <a:gd name="connsiteY84" fmla="*/ 747407 h 958394"/>
                <a:gd name="connsiteX85" fmla="*/ 4097 w 880536"/>
                <a:gd name="connsiteY85" fmla="*/ 793702 h 958394"/>
                <a:gd name="connsiteX86" fmla="*/ 27238 w 880536"/>
                <a:gd name="connsiteY86" fmla="*/ 804629 h 958394"/>
                <a:gd name="connsiteX87" fmla="*/ 62598 w 880536"/>
                <a:gd name="connsiteY87" fmla="*/ 816849 h 958394"/>
                <a:gd name="connsiteX88" fmla="*/ 74815 w 880536"/>
                <a:gd name="connsiteY88" fmla="*/ 854949 h 958394"/>
                <a:gd name="connsiteX89" fmla="*/ 65257 w 880536"/>
                <a:gd name="connsiteY89" fmla="*/ 880829 h 958394"/>
                <a:gd name="connsiteX90" fmla="*/ 61160 w 880536"/>
                <a:gd name="connsiteY90" fmla="*/ 914831 h 958394"/>
                <a:gd name="connsiteX91" fmla="*/ 104713 w 880536"/>
                <a:gd name="connsiteY91" fmla="*/ 929784 h 958394"/>
                <a:gd name="connsiteX92" fmla="*/ 150996 w 880536"/>
                <a:gd name="connsiteY92" fmla="*/ 929784 h 958394"/>
                <a:gd name="connsiteX93" fmla="*/ 172773 w 880536"/>
                <a:gd name="connsiteY93" fmla="*/ 937979 h 958394"/>
                <a:gd name="connsiteX94" fmla="*/ 167311 w 880536"/>
                <a:gd name="connsiteY94" fmla="*/ 958395 h 958394"/>
                <a:gd name="connsiteX95" fmla="*/ 191818 w 880536"/>
                <a:gd name="connsiteY95" fmla="*/ 942723 h 958394"/>
                <a:gd name="connsiteX96" fmla="*/ 228543 w 880536"/>
                <a:gd name="connsiteY96" fmla="*/ 942723 h 958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880536" h="958394">
                  <a:moveTo>
                    <a:pt x="228758" y="942723"/>
                  </a:moveTo>
                  <a:lnTo>
                    <a:pt x="265483" y="936613"/>
                  </a:lnTo>
                  <a:lnTo>
                    <a:pt x="298112" y="891684"/>
                  </a:lnTo>
                  <a:lnTo>
                    <a:pt x="336921" y="834534"/>
                  </a:lnTo>
                  <a:lnTo>
                    <a:pt x="394056" y="789605"/>
                  </a:lnTo>
                  <a:cubicBezTo>
                    <a:pt x="394056" y="789605"/>
                    <a:pt x="440987" y="752870"/>
                    <a:pt x="440987" y="746688"/>
                  </a:cubicBezTo>
                  <a:cubicBezTo>
                    <a:pt x="440987" y="740506"/>
                    <a:pt x="453204" y="691551"/>
                    <a:pt x="457301" y="683356"/>
                  </a:cubicBezTo>
                  <a:cubicBezTo>
                    <a:pt x="461397" y="675161"/>
                    <a:pt x="516521" y="624121"/>
                    <a:pt x="516521" y="624121"/>
                  </a:cubicBezTo>
                  <a:lnTo>
                    <a:pt x="545771" y="583937"/>
                  </a:lnTo>
                  <a:lnTo>
                    <a:pt x="557989" y="545836"/>
                  </a:lnTo>
                  <a:lnTo>
                    <a:pt x="598810" y="530884"/>
                  </a:lnTo>
                  <a:lnTo>
                    <a:pt x="635535" y="509102"/>
                  </a:lnTo>
                  <a:lnTo>
                    <a:pt x="651850" y="460075"/>
                  </a:lnTo>
                  <a:cubicBezTo>
                    <a:pt x="651850" y="460075"/>
                    <a:pt x="649119" y="417878"/>
                    <a:pt x="649119" y="413780"/>
                  </a:cubicBezTo>
                  <a:cubicBezTo>
                    <a:pt x="649119" y="409683"/>
                    <a:pt x="676357" y="383803"/>
                    <a:pt x="676357" y="383803"/>
                  </a:cubicBezTo>
                  <a:lnTo>
                    <a:pt x="696768" y="364753"/>
                  </a:lnTo>
                  <a:lnTo>
                    <a:pt x="710351" y="322556"/>
                  </a:lnTo>
                  <a:cubicBezTo>
                    <a:pt x="710351" y="322556"/>
                    <a:pt x="752538" y="281724"/>
                    <a:pt x="758000" y="278992"/>
                  </a:cubicBezTo>
                  <a:cubicBezTo>
                    <a:pt x="763462" y="276261"/>
                    <a:pt x="775679" y="266772"/>
                    <a:pt x="787969" y="259943"/>
                  </a:cubicBezTo>
                  <a:cubicBezTo>
                    <a:pt x="800187" y="253113"/>
                    <a:pt x="813842" y="227306"/>
                    <a:pt x="813842" y="227306"/>
                  </a:cubicBezTo>
                  <a:cubicBezTo>
                    <a:pt x="813842" y="227306"/>
                    <a:pt x="827425" y="174182"/>
                    <a:pt x="831522" y="164693"/>
                  </a:cubicBezTo>
                  <a:cubicBezTo>
                    <a:pt x="835618" y="155132"/>
                    <a:pt x="854663" y="103445"/>
                    <a:pt x="854663" y="103445"/>
                  </a:cubicBezTo>
                  <a:lnTo>
                    <a:pt x="870977" y="74834"/>
                  </a:lnTo>
                  <a:lnTo>
                    <a:pt x="880536" y="13586"/>
                  </a:lnTo>
                  <a:lnTo>
                    <a:pt x="864222" y="0"/>
                  </a:lnTo>
                  <a:lnTo>
                    <a:pt x="847908" y="8195"/>
                  </a:lnTo>
                  <a:lnTo>
                    <a:pt x="834324" y="34074"/>
                  </a:lnTo>
                  <a:lnTo>
                    <a:pt x="804355" y="70808"/>
                  </a:lnTo>
                  <a:lnTo>
                    <a:pt x="774745" y="77925"/>
                  </a:lnTo>
                  <a:lnTo>
                    <a:pt x="771655" y="94243"/>
                  </a:lnTo>
                  <a:lnTo>
                    <a:pt x="776757" y="104452"/>
                  </a:lnTo>
                  <a:lnTo>
                    <a:pt x="762456" y="123861"/>
                  </a:lnTo>
                  <a:lnTo>
                    <a:pt x="760443" y="138166"/>
                  </a:lnTo>
                  <a:cubicBezTo>
                    <a:pt x="760443" y="138166"/>
                    <a:pt x="761449" y="141258"/>
                    <a:pt x="761449" y="145283"/>
                  </a:cubicBezTo>
                  <a:cubicBezTo>
                    <a:pt x="761449" y="149309"/>
                    <a:pt x="758359" y="158582"/>
                    <a:pt x="758359" y="158582"/>
                  </a:cubicBezTo>
                  <a:lnTo>
                    <a:pt x="730833" y="186115"/>
                  </a:lnTo>
                  <a:lnTo>
                    <a:pt x="686922" y="223927"/>
                  </a:lnTo>
                  <a:lnTo>
                    <a:pt x="643010" y="218823"/>
                  </a:lnTo>
                  <a:cubicBezTo>
                    <a:pt x="643010" y="218823"/>
                    <a:pt x="636901" y="211706"/>
                    <a:pt x="636901" y="206602"/>
                  </a:cubicBezTo>
                  <a:cubicBezTo>
                    <a:pt x="636901" y="201499"/>
                    <a:pt x="646100" y="185180"/>
                    <a:pt x="646100" y="185180"/>
                  </a:cubicBezTo>
                  <a:lnTo>
                    <a:pt x="661408" y="168862"/>
                  </a:lnTo>
                  <a:cubicBezTo>
                    <a:pt x="661408" y="168862"/>
                    <a:pt x="646100" y="155563"/>
                    <a:pt x="642004" y="155563"/>
                  </a:cubicBezTo>
                  <a:cubicBezTo>
                    <a:pt x="637907" y="155563"/>
                    <a:pt x="620587" y="157576"/>
                    <a:pt x="620587" y="157576"/>
                  </a:cubicBezTo>
                  <a:cubicBezTo>
                    <a:pt x="620587" y="157576"/>
                    <a:pt x="588964" y="143270"/>
                    <a:pt x="581778" y="156569"/>
                  </a:cubicBezTo>
                  <a:cubicBezTo>
                    <a:pt x="574663" y="169868"/>
                    <a:pt x="570566" y="176985"/>
                    <a:pt x="570566" y="176985"/>
                  </a:cubicBezTo>
                  <a:lnTo>
                    <a:pt x="550155" y="189206"/>
                  </a:lnTo>
                  <a:lnTo>
                    <a:pt x="537938" y="181011"/>
                  </a:lnTo>
                  <a:lnTo>
                    <a:pt x="522630" y="163686"/>
                  </a:lnTo>
                  <a:lnTo>
                    <a:pt x="494026" y="169796"/>
                  </a:lnTo>
                  <a:lnTo>
                    <a:pt x="478718" y="164693"/>
                  </a:lnTo>
                  <a:lnTo>
                    <a:pt x="465422" y="178998"/>
                  </a:lnTo>
                  <a:lnTo>
                    <a:pt x="448102" y="213720"/>
                  </a:lnTo>
                  <a:lnTo>
                    <a:pt x="431787" y="224934"/>
                  </a:lnTo>
                  <a:lnTo>
                    <a:pt x="429775" y="249447"/>
                  </a:lnTo>
                  <a:lnTo>
                    <a:pt x="372640" y="305591"/>
                  </a:lnTo>
                  <a:lnTo>
                    <a:pt x="333830" y="328019"/>
                  </a:lnTo>
                  <a:lnTo>
                    <a:pt x="286900" y="346422"/>
                  </a:lnTo>
                  <a:lnTo>
                    <a:pt x="247085" y="334201"/>
                  </a:lnTo>
                  <a:lnTo>
                    <a:pt x="223727" y="319609"/>
                  </a:lnTo>
                  <a:lnTo>
                    <a:pt x="225955" y="325359"/>
                  </a:lnTo>
                  <a:cubicBezTo>
                    <a:pt x="225955" y="325359"/>
                    <a:pt x="250463" y="356702"/>
                    <a:pt x="254559" y="358068"/>
                  </a:cubicBezTo>
                  <a:cubicBezTo>
                    <a:pt x="258656" y="359434"/>
                    <a:pt x="310329" y="398900"/>
                    <a:pt x="310329" y="398900"/>
                  </a:cubicBezTo>
                  <a:lnTo>
                    <a:pt x="315791" y="422047"/>
                  </a:lnTo>
                  <a:lnTo>
                    <a:pt x="349785" y="445195"/>
                  </a:lnTo>
                  <a:lnTo>
                    <a:pt x="344323" y="465611"/>
                  </a:lnTo>
                  <a:lnTo>
                    <a:pt x="326644" y="491490"/>
                  </a:lnTo>
                  <a:cubicBezTo>
                    <a:pt x="326644" y="491490"/>
                    <a:pt x="315791" y="499685"/>
                    <a:pt x="315791" y="503711"/>
                  </a:cubicBezTo>
                  <a:cubicBezTo>
                    <a:pt x="315791" y="507736"/>
                    <a:pt x="328009" y="547274"/>
                    <a:pt x="328009" y="547274"/>
                  </a:cubicBezTo>
                  <a:lnTo>
                    <a:pt x="330740" y="571788"/>
                  </a:lnTo>
                  <a:lnTo>
                    <a:pt x="310329" y="575885"/>
                  </a:lnTo>
                  <a:lnTo>
                    <a:pt x="296746" y="570422"/>
                  </a:lnTo>
                  <a:lnTo>
                    <a:pt x="266777" y="537713"/>
                  </a:lnTo>
                  <a:lnTo>
                    <a:pt x="245001" y="537713"/>
                  </a:lnTo>
                  <a:lnTo>
                    <a:pt x="213666" y="566324"/>
                  </a:lnTo>
                  <a:lnTo>
                    <a:pt x="176941" y="593569"/>
                  </a:lnTo>
                  <a:lnTo>
                    <a:pt x="141582" y="574519"/>
                  </a:lnTo>
                  <a:lnTo>
                    <a:pt x="121171" y="603130"/>
                  </a:lnTo>
                  <a:lnTo>
                    <a:pt x="103491" y="634473"/>
                  </a:lnTo>
                  <a:cubicBezTo>
                    <a:pt x="103491" y="634473"/>
                    <a:pt x="99394" y="639936"/>
                    <a:pt x="103491" y="646694"/>
                  </a:cubicBezTo>
                  <a:cubicBezTo>
                    <a:pt x="107588" y="653523"/>
                    <a:pt x="117074" y="679330"/>
                    <a:pt x="117074" y="679330"/>
                  </a:cubicBezTo>
                  <a:lnTo>
                    <a:pt x="92567" y="707941"/>
                  </a:lnTo>
                  <a:lnTo>
                    <a:pt x="47649" y="695720"/>
                  </a:lnTo>
                  <a:lnTo>
                    <a:pt x="19045" y="694355"/>
                  </a:lnTo>
                  <a:cubicBezTo>
                    <a:pt x="19045" y="694355"/>
                    <a:pt x="0" y="707941"/>
                    <a:pt x="0" y="712038"/>
                  </a:cubicBezTo>
                  <a:cubicBezTo>
                    <a:pt x="0" y="716136"/>
                    <a:pt x="4097" y="743381"/>
                    <a:pt x="5462" y="747407"/>
                  </a:cubicBezTo>
                  <a:cubicBezTo>
                    <a:pt x="6828" y="751433"/>
                    <a:pt x="4097" y="793702"/>
                    <a:pt x="4097" y="793702"/>
                  </a:cubicBezTo>
                  <a:lnTo>
                    <a:pt x="27238" y="804629"/>
                  </a:lnTo>
                  <a:lnTo>
                    <a:pt x="62598" y="816849"/>
                  </a:lnTo>
                  <a:lnTo>
                    <a:pt x="74815" y="854949"/>
                  </a:lnTo>
                  <a:lnTo>
                    <a:pt x="65257" y="880829"/>
                  </a:lnTo>
                  <a:lnTo>
                    <a:pt x="61160" y="914831"/>
                  </a:lnTo>
                  <a:cubicBezTo>
                    <a:pt x="61160" y="914831"/>
                    <a:pt x="100616" y="929784"/>
                    <a:pt x="104713" y="929784"/>
                  </a:cubicBezTo>
                  <a:lnTo>
                    <a:pt x="150996" y="929784"/>
                  </a:lnTo>
                  <a:lnTo>
                    <a:pt x="172773" y="937979"/>
                  </a:lnTo>
                  <a:lnTo>
                    <a:pt x="167311" y="958395"/>
                  </a:lnTo>
                  <a:lnTo>
                    <a:pt x="191818" y="942723"/>
                  </a:lnTo>
                  <a:lnTo>
                    <a:pt x="228543" y="942723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1" name="Caquetá">
              <a:extLst>
                <a:ext uri="{FF2B5EF4-FFF2-40B4-BE49-F238E27FC236}">
                  <a16:creationId xmlns:a16="http://schemas.microsoft.com/office/drawing/2014/main" id="{58AACDB8-B322-582C-C18D-373392FE6866}"/>
                </a:ext>
              </a:extLst>
            </p:cNvPr>
            <p:cNvSpPr/>
            <p:nvPr/>
          </p:nvSpPr>
          <p:spPr>
            <a:xfrm>
              <a:off x="5096447" y="3948224"/>
              <a:ext cx="2056021" cy="1518320"/>
            </a:xfrm>
            <a:custGeom>
              <a:avLst/>
              <a:gdLst>
                <a:gd name="connsiteX0" fmla="*/ 1661390 w 2056021"/>
                <a:gd name="connsiteY0" fmla="*/ 923386 h 1518320"/>
                <a:gd name="connsiteX1" fmla="*/ 1634152 w 2056021"/>
                <a:gd name="connsiteY1" fmla="*/ 881188 h 1518320"/>
                <a:gd name="connsiteX2" fmla="*/ 1623299 w 2056021"/>
                <a:gd name="connsiteY2" fmla="*/ 845820 h 1518320"/>
                <a:gd name="connsiteX3" fmla="*/ 1586575 w 2056021"/>
                <a:gd name="connsiteY3" fmla="*/ 814477 h 1518320"/>
                <a:gd name="connsiteX4" fmla="*/ 1559336 w 2056021"/>
                <a:gd name="connsiteY4" fmla="*/ 772280 h 1518320"/>
                <a:gd name="connsiteX5" fmla="*/ 1510322 w 2056021"/>
                <a:gd name="connsiteY5" fmla="*/ 754595 h 1518320"/>
                <a:gd name="connsiteX6" fmla="*/ 1473597 w 2056021"/>
                <a:gd name="connsiteY6" fmla="*/ 753230 h 1518320"/>
                <a:gd name="connsiteX7" fmla="*/ 1455917 w 2056021"/>
                <a:gd name="connsiteY7" fmla="*/ 724619 h 1518320"/>
                <a:gd name="connsiteX8" fmla="*/ 1405537 w 2056021"/>
                <a:gd name="connsiteY8" fmla="*/ 745035 h 1518320"/>
                <a:gd name="connsiteX9" fmla="*/ 1408268 w 2056021"/>
                <a:gd name="connsiteY9" fmla="*/ 796793 h 1518320"/>
                <a:gd name="connsiteX10" fmla="*/ 1375640 w 2056021"/>
                <a:gd name="connsiteY10" fmla="*/ 832162 h 1518320"/>
                <a:gd name="connsiteX11" fmla="*/ 1322529 w 2056021"/>
                <a:gd name="connsiteY11" fmla="*/ 852577 h 1518320"/>
                <a:gd name="connsiteX12" fmla="*/ 1288535 w 2056021"/>
                <a:gd name="connsiteY12" fmla="*/ 834893 h 1518320"/>
                <a:gd name="connsiteX13" fmla="*/ 1236789 w 2056021"/>
                <a:gd name="connsiteY13" fmla="*/ 784501 h 1518320"/>
                <a:gd name="connsiteX14" fmla="*/ 1187775 w 2056021"/>
                <a:gd name="connsiteY14" fmla="*/ 745035 h 1518320"/>
                <a:gd name="connsiteX15" fmla="*/ 1174192 w 2056021"/>
                <a:gd name="connsiteY15" fmla="*/ 701471 h 1518320"/>
                <a:gd name="connsiteX16" fmla="*/ 1149684 w 2056021"/>
                <a:gd name="connsiteY16" fmla="*/ 679690 h 1518320"/>
                <a:gd name="connsiteX17" fmla="*/ 1134736 w 2056021"/>
                <a:gd name="connsiteY17" fmla="*/ 642956 h 1518320"/>
                <a:gd name="connsiteX18" fmla="*/ 1099376 w 2056021"/>
                <a:gd name="connsiteY18" fmla="*/ 621174 h 1518320"/>
                <a:gd name="connsiteX19" fmla="*/ 1085793 w 2056021"/>
                <a:gd name="connsiteY19" fmla="*/ 554463 h 1518320"/>
                <a:gd name="connsiteX20" fmla="*/ 1073575 w 2056021"/>
                <a:gd name="connsiteY20" fmla="*/ 550365 h 1518320"/>
                <a:gd name="connsiteX21" fmla="*/ 993298 w 2056021"/>
                <a:gd name="connsiteY21" fmla="*/ 583002 h 1518320"/>
                <a:gd name="connsiteX22" fmla="*/ 945649 w 2056021"/>
                <a:gd name="connsiteY22" fmla="*/ 577538 h 1518320"/>
                <a:gd name="connsiteX23" fmla="*/ 925238 w 2056021"/>
                <a:gd name="connsiteY23" fmla="*/ 557123 h 1518320"/>
                <a:gd name="connsiteX24" fmla="*/ 895269 w 2056021"/>
                <a:gd name="connsiteY24" fmla="*/ 536707 h 1518320"/>
                <a:gd name="connsiteX25" fmla="*/ 868031 w 2056021"/>
                <a:gd name="connsiteY25" fmla="*/ 509462 h 1518320"/>
                <a:gd name="connsiteX26" fmla="*/ 847620 w 2056021"/>
                <a:gd name="connsiteY26" fmla="*/ 498535 h 1518320"/>
                <a:gd name="connsiteX27" fmla="*/ 814992 w 2056021"/>
                <a:gd name="connsiteY27" fmla="*/ 495803 h 1518320"/>
                <a:gd name="connsiteX28" fmla="*/ 729252 w 2056021"/>
                <a:gd name="connsiteY28" fmla="*/ 457703 h 1518320"/>
                <a:gd name="connsiteX29" fmla="*/ 693893 w 2056021"/>
                <a:gd name="connsiteY29" fmla="*/ 320184 h 1518320"/>
                <a:gd name="connsiteX30" fmla="*/ 674848 w 2056021"/>
                <a:gd name="connsiteY30" fmla="*/ 288841 h 1518320"/>
                <a:gd name="connsiteX31" fmla="*/ 672117 w 2056021"/>
                <a:gd name="connsiteY31" fmla="*/ 248009 h 1518320"/>
                <a:gd name="connsiteX32" fmla="*/ 673482 w 2056021"/>
                <a:gd name="connsiteY32" fmla="*/ 223496 h 1518320"/>
                <a:gd name="connsiteX33" fmla="*/ 665289 w 2056021"/>
                <a:gd name="connsiteY33" fmla="*/ 197617 h 1518320"/>
                <a:gd name="connsiteX34" fmla="*/ 673482 w 2056021"/>
                <a:gd name="connsiteY34" fmla="*/ 155419 h 1518320"/>
                <a:gd name="connsiteX35" fmla="*/ 695258 w 2056021"/>
                <a:gd name="connsiteY35" fmla="*/ 137735 h 1518320"/>
                <a:gd name="connsiteX36" fmla="*/ 702086 w 2056021"/>
                <a:gd name="connsiteY36" fmla="*/ 106392 h 1518320"/>
                <a:gd name="connsiteX37" fmla="*/ 702086 w 2056021"/>
                <a:gd name="connsiteY37" fmla="*/ 71024 h 1518320"/>
                <a:gd name="connsiteX38" fmla="*/ 665361 w 2056021"/>
                <a:gd name="connsiteY38" fmla="*/ 47876 h 1518320"/>
                <a:gd name="connsiteX39" fmla="*/ 640854 w 2056021"/>
                <a:gd name="connsiteY39" fmla="*/ 23363 h 1518320"/>
                <a:gd name="connsiteX40" fmla="*/ 602763 w 2056021"/>
                <a:gd name="connsiteY40" fmla="*/ 12508 h 1518320"/>
                <a:gd name="connsiteX41" fmla="*/ 569919 w 2056021"/>
                <a:gd name="connsiteY41" fmla="*/ 0 h 1518320"/>
                <a:gd name="connsiteX42" fmla="*/ 561942 w 2056021"/>
                <a:gd name="connsiteY42" fmla="*/ 24801 h 1518320"/>
                <a:gd name="connsiteX43" fmla="*/ 541531 w 2056021"/>
                <a:gd name="connsiteY43" fmla="*/ 43851 h 1518320"/>
                <a:gd name="connsiteX44" fmla="*/ 514293 w 2056021"/>
                <a:gd name="connsiteY44" fmla="*/ 73827 h 1518320"/>
                <a:gd name="connsiteX45" fmla="*/ 517024 w 2056021"/>
                <a:gd name="connsiteY45" fmla="*/ 120123 h 1518320"/>
                <a:gd name="connsiteX46" fmla="*/ 500710 w 2056021"/>
                <a:gd name="connsiteY46" fmla="*/ 169149 h 1518320"/>
                <a:gd name="connsiteX47" fmla="*/ 463985 w 2056021"/>
                <a:gd name="connsiteY47" fmla="*/ 190931 h 1518320"/>
                <a:gd name="connsiteX48" fmla="*/ 423163 w 2056021"/>
                <a:gd name="connsiteY48" fmla="*/ 205884 h 1518320"/>
                <a:gd name="connsiteX49" fmla="*/ 410945 w 2056021"/>
                <a:gd name="connsiteY49" fmla="*/ 243984 h 1518320"/>
                <a:gd name="connsiteX50" fmla="*/ 381695 w 2056021"/>
                <a:gd name="connsiteY50" fmla="*/ 284168 h 1518320"/>
                <a:gd name="connsiteX51" fmla="*/ 322475 w 2056021"/>
                <a:gd name="connsiteY51" fmla="*/ 343403 h 1518320"/>
                <a:gd name="connsiteX52" fmla="*/ 306161 w 2056021"/>
                <a:gd name="connsiteY52" fmla="*/ 406736 h 1518320"/>
                <a:gd name="connsiteX53" fmla="*/ 259231 w 2056021"/>
                <a:gd name="connsiteY53" fmla="*/ 449652 h 1518320"/>
                <a:gd name="connsiteX54" fmla="*/ 202095 w 2056021"/>
                <a:gd name="connsiteY54" fmla="*/ 494581 h 1518320"/>
                <a:gd name="connsiteX55" fmla="*/ 163286 w 2056021"/>
                <a:gd name="connsiteY55" fmla="*/ 551731 h 1518320"/>
                <a:gd name="connsiteX56" fmla="*/ 130657 w 2056021"/>
                <a:gd name="connsiteY56" fmla="*/ 596660 h 1518320"/>
                <a:gd name="connsiteX57" fmla="*/ 93933 w 2056021"/>
                <a:gd name="connsiteY57" fmla="*/ 602771 h 1518320"/>
                <a:gd name="connsiteX58" fmla="*/ 57208 w 2056021"/>
                <a:gd name="connsiteY58" fmla="*/ 602771 h 1518320"/>
                <a:gd name="connsiteX59" fmla="*/ 32700 w 2056021"/>
                <a:gd name="connsiteY59" fmla="*/ 618442 h 1518320"/>
                <a:gd name="connsiteX60" fmla="*/ 6828 w 2056021"/>
                <a:gd name="connsiteY60" fmla="*/ 652445 h 1518320"/>
                <a:gd name="connsiteX61" fmla="*/ 0 w 2056021"/>
                <a:gd name="connsiteY61" fmla="*/ 716424 h 1518320"/>
                <a:gd name="connsiteX62" fmla="*/ 32628 w 2056021"/>
                <a:gd name="connsiteY62" fmla="*/ 747766 h 1518320"/>
                <a:gd name="connsiteX63" fmla="*/ 57136 w 2056021"/>
                <a:gd name="connsiteY63" fmla="*/ 769548 h 1518320"/>
                <a:gd name="connsiteX64" fmla="*/ 78912 w 2056021"/>
                <a:gd name="connsiteY64" fmla="*/ 804916 h 1518320"/>
                <a:gd name="connsiteX65" fmla="*/ 82936 w 2056021"/>
                <a:gd name="connsiteY65" fmla="*/ 824038 h 1518320"/>
                <a:gd name="connsiteX66" fmla="*/ 102054 w 2056021"/>
                <a:gd name="connsiteY66" fmla="*/ 813111 h 1518320"/>
                <a:gd name="connsiteX67" fmla="*/ 138779 w 2056021"/>
                <a:gd name="connsiteY67" fmla="*/ 827417 h 1518320"/>
                <a:gd name="connsiteX68" fmla="*/ 167382 w 2056021"/>
                <a:gd name="connsiteY68" fmla="*/ 876444 h 1518320"/>
                <a:gd name="connsiteX69" fmla="*/ 189805 w 2056021"/>
                <a:gd name="connsiteY69" fmla="*/ 894847 h 1518320"/>
                <a:gd name="connsiteX70" fmla="*/ 240832 w 2056021"/>
                <a:gd name="connsiteY70" fmla="*/ 890749 h 1518320"/>
                <a:gd name="connsiteX71" fmla="*/ 273532 w 2056021"/>
                <a:gd name="connsiteY71" fmla="*/ 888736 h 1518320"/>
                <a:gd name="connsiteX72" fmla="*/ 332752 w 2056021"/>
                <a:gd name="connsiteY72" fmla="*/ 898944 h 1518320"/>
                <a:gd name="connsiteX73" fmla="*/ 393985 w 2056021"/>
                <a:gd name="connsiteY73" fmla="*/ 945887 h 1518320"/>
                <a:gd name="connsiteX74" fmla="*/ 430709 w 2056021"/>
                <a:gd name="connsiteY74" fmla="*/ 949984 h 1518320"/>
                <a:gd name="connsiteX75" fmla="*/ 438903 w 2056021"/>
                <a:gd name="connsiteY75" fmla="*/ 976510 h 1518320"/>
                <a:gd name="connsiteX76" fmla="*/ 438903 w 2056021"/>
                <a:gd name="connsiteY76" fmla="*/ 1011231 h 1518320"/>
                <a:gd name="connsiteX77" fmla="*/ 449108 w 2056021"/>
                <a:gd name="connsiteY77" fmla="*/ 1052063 h 1518320"/>
                <a:gd name="connsiteX78" fmla="*/ 469519 w 2056021"/>
                <a:gd name="connsiteY78" fmla="*/ 1052063 h 1518320"/>
                <a:gd name="connsiteX79" fmla="*/ 496038 w 2056021"/>
                <a:gd name="connsiteY79" fmla="*/ 1050050 h 1518320"/>
                <a:gd name="connsiteX80" fmla="*/ 506243 w 2056021"/>
                <a:gd name="connsiteY80" fmla="*/ 1070466 h 1518320"/>
                <a:gd name="connsiteX81" fmla="*/ 520545 w 2056021"/>
                <a:gd name="connsiteY81" fmla="*/ 1096992 h 1518320"/>
                <a:gd name="connsiteX82" fmla="*/ 532763 w 2056021"/>
                <a:gd name="connsiteY82" fmla="*/ 1135811 h 1518320"/>
                <a:gd name="connsiteX83" fmla="*/ 581778 w 2056021"/>
                <a:gd name="connsiteY83" fmla="*/ 1156227 h 1518320"/>
                <a:gd name="connsiteX84" fmla="*/ 596079 w 2056021"/>
                <a:gd name="connsiteY84" fmla="*/ 1162338 h 1518320"/>
                <a:gd name="connsiteX85" fmla="*/ 669601 w 2056021"/>
                <a:gd name="connsiteY85" fmla="*/ 1201156 h 1518320"/>
                <a:gd name="connsiteX86" fmla="*/ 671613 w 2056021"/>
                <a:gd name="connsiteY86" fmla="*/ 1239975 h 1518320"/>
                <a:gd name="connsiteX87" fmla="*/ 667517 w 2056021"/>
                <a:gd name="connsiteY87" fmla="*/ 1282891 h 1518320"/>
                <a:gd name="connsiteX88" fmla="*/ 702229 w 2056021"/>
                <a:gd name="connsiteY88" fmla="*/ 1317613 h 1518320"/>
                <a:gd name="connsiteX89" fmla="*/ 773667 w 2056021"/>
                <a:gd name="connsiteY89" fmla="*/ 1329834 h 1518320"/>
                <a:gd name="connsiteX90" fmla="*/ 816573 w 2056021"/>
                <a:gd name="connsiteY90" fmla="*/ 1317613 h 1518320"/>
                <a:gd name="connsiteX91" fmla="*/ 867600 w 2056021"/>
                <a:gd name="connsiteY91" fmla="*/ 1325808 h 1518320"/>
                <a:gd name="connsiteX92" fmla="*/ 1001994 w 2056021"/>
                <a:gd name="connsiteY92" fmla="*/ 1407471 h 1518320"/>
                <a:gd name="connsiteX93" fmla="*/ 1004366 w 2056021"/>
                <a:gd name="connsiteY93" fmla="*/ 1406753 h 1518320"/>
                <a:gd name="connsiteX94" fmla="*/ 1026142 w 2056021"/>
                <a:gd name="connsiteY94" fmla="*/ 1410850 h 1518320"/>
                <a:gd name="connsiteX95" fmla="*/ 1053380 w 2056021"/>
                <a:gd name="connsiteY95" fmla="*/ 1387703 h 1518320"/>
                <a:gd name="connsiteX96" fmla="*/ 1072426 w 2056021"/>
                <a:gd name="connsiteY96" fmla="*/ 1391800 h 1518320"/>
                <a:gd name="connsiteX97" fmla="*/ 1103760 w 2056021"/>
                <a:gd name="connsiteY97" fmla="*/ 1419045 h 1518320"/>
                <a:gd name="connsiteX98" fmla="*/ 1118709 w 2056021"/>
                <a:gd name="connsiteY98" fmla="*/ 1432632 h 1518320"/>
                <a:gd name="connsiteX99" fmla="*/ 1120075 w 2056021"/>
                <a:gd name="connsiteY99" fmla="*/ 1444853 h 1518320"/>
                <a:gd name="connsiteX100" fmla="*/ 1141851 w 2056021"/>
                <a:gd name="connsiteY100" fmla="*/ 1455708 h 1518320"/>
                <a:gd name="connsiteX101" fmla="*/ 1179941 w 2056021"/>
                <a:gd name="connsiteY101" fmla="*/ 1444853 h 1518320"/>
                <a:gd name="connsiteX102" fmla="*/ 1213935 w 2056021"/>
                <a:gd name="connsiteY102" fmla="*/ 1451682 h 1518320"/>
                <a:gd name="connsiteX103" fmla="*/ 1260219 w 2056021"/>
                <a:gd name="connsiteY103" fmla="*/ 1470732 h 1518320"/>
                <a:gd name="connsiteX104" fmla="*/ 1276533 w 2056021"/>
                <a:gd name="connsiteY104" fmla="*/ 1489782 h 1518320"/>
                <a:gd name="connsiteX105" fmla="*/ 1320085 w 2056021"/>
                <a:gd name="connsiteY105" fmla="*/ 1492514 h 1518320"/>
                <a:gd name="connsiteX106" fmla="*/ 1331009 w 2056021"/>
                <a:gd name="connsiteY106" fmla="*/ 1476195 h 1518320"/>
                <a:gd name="connsiteX107" fmla="*/ 1336471 w 2056021"/>
                <a:gd name="connsiteY107" fmla="*/ 1446219 h 1518320"/>
                <a:gd name="connsiteX108" fmla="*/ 1360978 w 2056021"/>
                <a:gd name="connsiteY108" fmla="*/ 1444853 h 1518320"/>
                <a:gd name="connsiteX109" fmla="*/ 1381389 w 2056021"/>
                <a:gd name="connsiteY109" fmla="*/ 1470732 h 1518320"/>
                <a:gd name="connsiteX110" fmla="*/ 1392313 w 2056021"/>
                <a:gd name="connsiteY110" fmla="*/ 1485684 h 1518320"/>
                <a:gd name="connsiteX111" fmla="*/ 1423648 w 2056021"/>
                <a:gd name="connsiteY111" fmla="*/ 1478855 h 1518320"/>
                <a:gd name="connsiteX112" fmla="*/ 1460373 w 2056021"/>
                <a:gd name="connsiteY112" fmla="*/ 1458439 h 1518320"/>
                <a:gd name="connsiteX113" fmla="*/ 1494367 w 2056021"/>
                <a:gd name="connsiteY113" fmla="*/ 1477489 h 1518320"/>
                <a:gd name="connsiteX114" fmla="*/ 1537919 w 2056021"/>
                <a:gd name="connsiteY114" fmla="*/ 1518321 h 1518320"/>
                <a:gd name="connsiteX115" fmla="*/ 1607345 w 2056021"/>
                <a:gd name="connsiteY115" fmla="*/ 1448878 h 1518320"/>
                <a:gd name="connsiteX116" fmla="*/ 1633217 w 2056021"/>
                <a:gd name="connsiteY116" fmla="*/ 1486978 h 1518320"/>
                <a:gd name="connsiteX117" fmla="*/ 1664552 w 2056021"/>
                <a:gd name="connsiteY117" fmla="*/ 1486978 h 1518320"/>
                <a:gd name="connsiteX118" fmla="*/ 1679501 w 2056021"/>
                <a:gd name="connsiteY118" fmla="*/ 1458367 h 1518320"/>
                <a:gd name="connsiteX119" fmla="*/ 1699912 w 2056021"/>
                <a:gd name="connsiteY119" fmla="*/ 1412072 h 1518320"/>
                <a:gd name="connsiteX120" fmla="*/ 1736637 w 2056021"/>
                <a:gd name="connsiteY120" fmla="*/ 1384827 h 1518320"/>
                <a:gd name="connsiteX121" fmla="*/ 1744829 w 2056021"/>
                <a:gd name="connsiteY121" fmla="*/ 1376632 h 1518320"/>
                <a:gd name="connsiteX122" fmla="*/ 1753023 w 2056021"/>
                <a:gd name="connsiteY122" fmla="*/ 1341264 h 1518320"/>
                <a:gd name="connsiteX123" fmla="*/ 1815620 w 2056021"/>
                <a:gd name="connsiteY123" fmla="*/ 1334435 h 1518320"/>
                <a:gd name="connsiteX124" fmla="*/ 1860538 w 2056021"/>
                <a:gd name="connsiteY124" fmla="*/ 1348021 h 1518320"/>
                <a:gd name="connsiteX125" fmla="*/ 1875487 w 2056021"/>
                <a:gd name="connsiteY125" fmla="*/ 1314019 h 1518320"/>
                <a:gd name="connsiteX126" fmla="*/ 1887705 w 2056021"/>
                <a:gd name="connsiteY126" fmla="*/ 1284042 h 1518320"/>
                <a:gd name="connsiteX127" fmla="*/ 1954399 w 2056021"/>
                <a:gd name="connsiteY127" fmla="*/ 1233649 h 1518320"/>
                <a:gd name="connsiteX128" fmla="*/ 1993855 w 2056021"/>
                <a:gd name="connsiteY128" fmla="*/ 1213233 h 1518320"/>
                <a:gd name="connsiteX129" fmla="*/ 2038773 w 2056021"/>
                <a:gd name="connsiteY129" fmla="*/ 1203673 h 1518320"/>
                <a:gd name="connsiteX130" fmla="*/ 2050990 w 2056021"/>
                <a:gd name="connsiteY130" fmla="*/ 1184622 h 1518320"/>
                <a:gd name="connsiteX131" fmla="*/ 2056021 w 2056021"/>
                <a:gd name="connsiteY131" fmla="*/ 1187570 h 1518320"/>
                <a:gd name="connsiteX132" fmla="*/ 2048259 w 2056021"/>
                <a:gd name="connsiteY132" fmla="*/ 1165501 h 1518320"/>
                <a:gd name="connsiteX133" fmla="*/ 1978834 w 2056021"/>
                <a:gd name="connsiteY133" fmla="*/ 1162769 h 1518320"/>
                <a:gd name="connsiteX134" fmla="*/ 1918968 w 2056021"/>
                <a:gd name="connsiteY134" fmla="*/ 1136889 h 1518320"/>
                <a:gd name="connsiteX135" fmla="*/ 1867222 w 2056021"/>
                <a:gd name="connsiteY135" fmla="*/ 1106913 h 1518320"/>
                <a:gd name="connsiteX136" fmla="*/ 1831863 w 2056021"/>
                <a:gd name="connsiteY136" fmla="*/ 1071545 h 1518320"/>
                <a:gd name="connsiteX137" fmla="*/ 1830497 w 2056021"/>
                <a:gd name="connsiteY137" fmla="*/ 1030713 h 1518320"/>
                <a:gd name="connsiteX138" fmla="*/ 1791041 w 2056021"/>
                <a:gd name="connsiteY138" fmla="*/ 998076 h 1518320"/>
                <a:gd name="connsiteX139" fmla="*/ 1758341 w 2056021"/>
                <a:gd name="connsiteY139" fmla="*/ 955878 h 1518320"/>
                <a:gd name="connsiteX140" fmla="*/ 1760425 w 2056021"/>
                <a:gd name="connsiteY140" fmla="*/ 954009 h 1518320"/>
                <a:gd name="connsiteX141" fmla="*/ 1717448 w 2056021"/>
                <a:gd name="connsiteY141" fmla="*/ 935463 h 1518320"/>
                <a:gd name="connsiteX142" fmla="*/ 1661677 w 2056021"/>
                <a:gd name="connsiteY142" fmla="*/ 923242 h 1518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2056021" h="1518320">
                  <a:moveTo>
                    <a:pt x="1661390" y="923386"/>
                  </a:moveTo>
                  <a:cubicBezTo>
                    <a:pt x="1658659" y="919288"/>
                    <a:pt x="1634152" y="881188"/>
                    <a:pt x="1634152" y="881188"/>
                  </a:cubicBezTo>
                  <a:cubicBezTo>
                    <a:pt x="1634152" y="881188"/>
                    <a:pt x="1625959" y="849845"/>
                    <a:pt x="1623299" y="845820"/>
                  </a:cubicBezTo>
                  <a:cubicBezTo>
                    <a:pt x="1620568" y="841722"/>
                    <a:pt x="1586575" y="814477"/>
                    <a:pt x="1586575" y="814477"/>
                  </a:cubicBezTo>
                  <a:lnTo>
                    <a:pt x="1559336" y="772280"/>
                  </a:lnTo>
                  <a:lnTo>
                    <a:pt x="1510322" y="754595"/>
                  </a:lnTo>
                  <a:lnTo>
                    <a:pt x="1473597" y="753230"/>
                  </a:lnTo>
                  <a:lnTo>
                    <a:pt x="1455917" y="724619"/>
                  </a:lnTo>
                  <a:lnTo>
                    <a:pt x="1405537" y="745035"/>
                  </a:lnTo>
                  <a:lnTo>
                    <a:pt x="1408268" y="796793"/>
                  </a:lnTo>
                  <a:cubicBezTo>
                    <a:pt x="1408268" y="796793"/>
                    <a:pt x="1391954" y="824038"/>
                    <a:pt x="1375640" y="832162"/>
                  </a:cubicBezTo>
                  <a:cubicBezTo>
                    <a:pt x="1359326" y="840356"/>
                    <a:pt x="1327991" y="851211"/>
                    <a:pt x="1322529" y="852577"/>
                  </a:cubicBezTo>
                  <a:cubicBezTo>
                    <a:pt x="1317067" y="853943"/>
                    <a:pt x="1288535" y="834893"/>
                    <a:pt x="1288535" y="834893"/>
                  </a:cubicBezTo>
                  <a:lnTo>
                    <a:pt x="1236789" y="784501"/>
                  </a:lnTo>
                  <a:lnTo>
                    <a:pt x="1187775" y="745035"/>
                  </a:lnTo>
                  <a:lnTo>
                    <a:pt x="1174192" y="701471"/>
                  </a:lnTo>
                  <a:lnTo>
                    <a:pt x="1149684" y="679690"/>
                  </a:lnTo>
                  <a:lnTo>
                    <a:pt x="1134736" y="642956"/>
                  </a:lnTo>
                  <a:lnTo>
                    <a:pt x="1099376" y="621174"/>
                  </a:lnTo>
                  <a:lnTo>
                    <a:pt x="1085793" y="554463"/>
                  </a:lnTo>
                  <a:lnTo>
                    <a:pt x="1073575" y="550365"/>
                  </a:lnTo>
                  <a:lnTo>
                    <a:pt x="993298" y="583002"/>
                  </a:lnTo>
                  <a:lnTo>
                    <a:pt x="945649" y="577538"/>
                  </a:lnTo>
                  <a:lnTo>
                    <a:pt x="925238" y="557123"/>
                  </a:lnTo>
                  <a:lnTo>
                    <a:pt x="895269" y="536707"/>
                  </a:lnTo>
                  <a:cubicBezTo>
                    <a:pt x="895269" y="536707"/>
                    <a:pt x="872127" y="514925"/>
                    <a:pt x="868031" y="509462"/>
                  </a:cubicBezTo>
                  <a:cubicBezTo>
                    <a:pt x="863934" y="503998"/>
                    <a:pt x="847620" y="498535"/>
                    <a:pt x="847620" y="498535"/>
                  </a:cubicBezTo>
                  <a:lnTo>
                    <a:pt x="814992" y="495803"/>
                  </a:lnTo>
                  <a:lnTo>
                    <a:pt x="729252" y="457703"/>
                  </a:lnTo>
                  <a:lnTo>
                    <a:pt x="693893" y="320184"/>
                  </a:lnTo>
                  <a:lnTo>
                    <a:pt x="674848" y="288841"/>
                  </a:lnTo>
                  <a:lnTo>
                    <a:pt x="672117" y="248009"/>
                  </a:lnTo>
                  <a:lnTo>
                    <a:pt x="673482" y="223496"/>
                  </a:lnTo>
                  <a:lnTo>
                    <a:pt x="665289" y="197617"/>
                  </a:lnTo>
                  <a:lnTo>
                    <a:pt x="673482" y="155419"/>
                  </a:lnTo>
                  <a:lnTo>
                    <a:pt x="695258" y="137735"/>
                  </a:lnTo>
                  <a:lnTo>
                    <a:pt x="702086" y="106392"/>
                  </a:lnTo>
                  <a:lnTo>
                    <a:pt x="702086" y="71024"/>
                  </a:lnTo>
                  <a:lnTo>
                    <a:pt x="665361" y="47876"/>
                  </a:lnTo>
                  <a:lnTo>
                    <a:pt x="640854" y="23363"/>
                  </a:lnTo>
                  <a:lnTo>
                    <a:pt x="602763" y="12508"/>
                  </a:lnTo>
                  <a:lnTo>
                    <a:pt x="569919" y="0"/>
                  </a:lnTo>
                  <a:lnTo>
                    <a:pt x="561942" y="24801"/>
                  </a:lnTo>
                  <a:lnTo>
                    <a:pt x="541531" y="43851"/>
                  </a:lnTo>
                  <a:cubicBezTo>
                    <a:pt x="541531" y="43851"/>
                    <a:pt x="514293" y="69730"/>
                    <a:pt x="514293" y="73827"/>
                  </a:cubicBezTo>
                  <a:cubicBezTo>
                    <a:pt x="514293" y="77925"/>
                    <a:pt x="517024" y="120123"/>
                    <a:pt x="517024" y="120123"/>
                  </a:cubicBezTo>
                  <a:lnTo>
                    <a:pt x="500710" y="169149"/>
                  </a:lnTo>
                  <a:lnTo>
                    <a:pt x="463985" y="190931"/>
                  </a:lnTo>
                  <a:lnTo>
                    <a:pt x="423163" y="205884"/>
                  </a:lnTo>
                  <a:lnTo>
                    <a:pt x="410945" y="243984"/>
                  </a:lnTo>
                  <a:lnTo>
                    <a:pt x="381695" y="284168"/>
                  </a:lnTo>
                  <a:cubicBezTo>
                    <a:pt x="381695" y="284168"/>
                    <a:pt x="326572" y="335208"/>
                    <a:pt x="322475" y="343403"/>
                  </a:cubicBezTo>
                  <a:cubicBezTo>
                    <a:pt x="318379" y="351598"/>
                    <a:pt x="306161" y="400553"/>
                    <a:pt x="306161" y="406736"/>
                  </a:cubicBezTo>
                  <a:cubicBezTo>
                    <a:pt x="306161" y="412918"/>
                    <a:pt x="259231" y="449652"/>
                    <a:pt x="259231" y="449652"/>
                  </a:cubicBezTo>
                  <a:lnTo>
                    <a:pt x="202095" y="494581"/>
                  </a:lnTo>
                  <a:lnTo>
                    <a:pt x="163286" y="551731"/>
                  </a:lnTo>
                  <a:lnTo>
                    <a:pt x="130657" y="596660"/>
                  </a:lnTo>
                  <a:lnTo>
                    <a:pt x="93933" y="602771"/>
                  </a:lnTo>
                  <a:lnTo>
                    <a:pt x="57208" y="602771"/>
                  </a:lnTo>
                  <a:lnTo>
                    <a:pt x="32700" y="618442"/>
                  </a:lnTo>
                  <a:lnTo>
                    <a:pt x="6828" y="652445"/>
                  </a:lnTo>
                  <a:lnTo>
                    <a:pt x="0" y="716424"/>
                  </a:lnTo>
                  <a:lnTo>
                    <a:pt x="32628" y="747766"/>
                  </a:lnTo>
                  <a:cubicBezTo>
                    <a:pt x="32628" y="747766"/>
                    <a:pt x="54405" y="764085"/>
                    <a:pt x="57136" y="769548"/>
                  </a:cubicBezTo>
                  <a:cubicBezTo>
                    <a:pt x="59867" y="775012"/>
                    <a:pt x="78912" y="804916"/>
                    <a:pt x="78912" y="804916"/>
                  </a:cubicBezTo>
                  <a:lnTo>
                    <a:pt x="82936" y="824038"/>
                  </a:lnTo>
                  <a:lnTo>
                    <a:pt x="102054" y="813111"/>
                  </a:lnTo>
                  <a:lnTo>
                    <a:pt x="138779" y="827417"/>
                  </a:lnTo>
                  <a:lnTo>
                    <a:pt x="167382" y="876444"/>
                  </a:lnTo>
                  <a:lnTo>
                    <a:pt x="189805" y="894847"/>
                  </a:lnTo>
                  <a:lnTo>
                    <a:pt x="240832" y="890749"/>
                  </a:lnTo>
                  <a:lnTo>
                    <a:pt x="273532" y="888736"/>
                  </a:lnTo>
                  <a:lnTo>
                    <a:pt x="332752" y="898944"/>
                  </a:lnTo>
                  <a:lnTo>
                    <a:pt x="393985" y="945887"/>
                  </a:lnTo>
                  <a:lnTo>
                    <a:pt x="430709" y="949984"/>
                  </a:lnTo>
                  <a:lnTo>
                    <a:pt x="438903" y="976510"/>
                  </a:lnTo>
                  <a:lnTo>
                    <a:pt x="438903" y="1011231"/>
                  </a:lnTo>
                  <a:lnTo>
                    <a:pt x="449108" y="1052063"/>
                  </a:lnTo>
                  <a:lnTo>
                    <a:pt x="469519" y="1052063"/>
                  </a:lnTo>
                  <a:lnTo>
                    <a:pt x="496038" y="1050050"/>
                  </a:lnTo>
                  <a:lnTo>
                    <a:pt x="506243" y="1070466"/>
                  </a:lnTo>
                  <a:lnTo>
                    <a:pt x="520545" y="1096992"/>
                  </a:lnTo>
                  <a:lnTo>
                    <a:pt x="532763" y="1135811"/>
                  </a:lnTo>
                  <a:lnTo>
                    <a:pt x="581778" y="1156227"/>
                  </a:lnTo>
                  <a:lnTo>
                    <a:pt x="596079" y="1162338"/>
                  </a:lnTo>
                  <a:lnTo>
                    <a:pt x="669601" y="1201156"/>
                  </a:lnTo>
                  <a:lnTo>
                    <a:pt x="671613" y="1239975"/>
                  </a:lnTo>
                  <a:lnTo>
                    <a:pt x="667517" y="1282891"/>
                  </a:lnTo>
                  <a:lnTo>
                    <a:pt x="702229" y="1317613"/>
                  </a:lnTo>
                  <a:lnTo>
                    <a:pt x="773667" y="1329834"/>
                  </a:lnTo>
                  <a:lnTo>
                    <a:pt x="816573" y="1317613"/>
                  </a:lnTo>
                  <a:lnTo>
                    <a:pt x="867600" y="1325808"/>
                  </a:lnTo>
                  <a:lnTo>
                    <a:pt x="1001994" y="1407471"/>
                  </a:lnTo>
                  <a:lnTo>
                    <a:pt x="1004366" y="1406753"/>
                  </a:lnTo>
                  <a:lnTo>
                    <a:pt x="1026142" y="1410850"/>
                  </a:lnTo>
                  <a:lnTo>
                    <a:pt x="1053380" y="1387703"/>
                  </a:lnTo>
                  <a:cubicBezTo>
                    <a:pt x="1053380" y="1387703"/>
                    <a:pt x="1065598" y="1383605"/>
                    <a:pt x="1072426" y="1391800"/>
                  </a:cubicBezTo>
                  <a:cubicBezTo>
                    <a:pt x="1079253" y="1399995"/>
                    <a:pt x="1103760" y="1419045"/>
                    <a:pt x="1103760" y="1419045"/>
                  </a:cubicBezTo>
                  <a:lnTo>
                    <a:pt x="1118709" y="1432632"/>
                  </a:lnTo>
                  <a:lnTo>
                    <a:pt x="1120075" y="1444853"/>
                  </a:lnTo>
                  <a:cubicBezTo>
                    <a:pt x="1120075" y="1444853"/>
                    <a:pt x="1135023" y="1457073"/>
                    <a:pt x="1141851" y="1455708"/>
                  </a:cubicBezTo>
                  <a:cubicBezTo>
                    <a:pt x="1148678" y="1454342"/>
                    <a:pt x="1167724" y="1447512"/>
                    <a:pt x="1179941" y="1444853"/>
                  </a:cubicBezTo>
                  <a:cubicBezTo>
                    <a:pt x="1192159" y="1442121"/>
                    <a:pt x="1213935" y="1451682"/>
                    <a:pt x="1213935" y="1451682"/>
                  </a:cubicBezTo>
                  <a:lnTo>
                    <a:pt x="1260219" y="1470732"/>
                  </a:lnTo>
                  <a:cubicBezTo>
                    <a:pt x="1260219" y="1470732"/>
                    <a:pt x="1269777" y="1485684"/>
                    <a:pt x="1276533" y="1489782"/>
                  </a:cubicBezTo>
                  <a:cubicBezTo>
                    <a:pt x="1283360" y="1493879"/>
                    <a:pt x="1320085" y="1492514"/>
                    <a:pt x="1320085" y="1492514"/>
                  </a:cubicBezTo>
                  <a:lnTo>
                    <a:pt x="1331009" y="1476195"/>
                  </a:lnTo>
                  <a:lnTo>
                    <a:pt x="1336471" y="1446219"/>
                  </a:lnTo>
                  <a:lnTo>
                    <a:pt x="1360978" y="1444853"/>
                  </a:lnTo>
                  <a:lnTo>
                    <a:pt x="1381389" y="1470732"/>
                  </a:lnTo>
                  <a:lnTo>
                    <a:pt x="1392313" y="1485684"/>
                  </a:lnTo>
                  <a:lnTo>
                    <a:pt x="1423648" y="1478855"/>
                  </a:lnTo>
                  <a:lnTo>
                    <a:pt x="1460373" y="1458439"/>
                  </a:lnTo>
                  <a:lnTo>
                    <a:pt x="1494367" y="1477489"/>
                  </a:lnTo>
                  <a:lnTo>
                    <a:pt x="1537919" y="1518321"/>
                  </a:lnTo>
                  <a:lnTo>
                    <a:pt x="1607345" y="1448878"/>
                  </a:lnTo>
                  <a:lnTo>
                    <a:pt x="1633217" y="1486978"/>
                  </a:lnTo>
                  <a:lnTo>
                    <a:pt x="1664552" y="1486978"/>
                  </a:lnTo>
                  <a:lnTo>
                    <a:pt x="1679501" y="1458367"/>
                  </a:lnTo>
                  <a:lnTo>
                    <a:pt x="1699912" y="1412072"/>
                  </a:lnTo>
                  <a:lnTo>
                    <a:pt x="1736637" y="1384827"/>
                  </a:lnTo>
                  <a:lnTo>
                    <a:pt x="1744829" y="1376632"/>
                  </a:lnTo>
                  <a:lnTo>
                    <a:pt x="1753023" y="1341264"/>
                  </a:lnTo>
                  <a:lnTo>
                    <a:pt x="1815620" y="1334435"/>
                  </a:lnTo>
                  <a:lnTo>
                    <a:pt x="1860538" y="1348021"/>
                  </a:lnTo>
                  <a:lnTo>
                    <a:pt x="1875487" y="1314019"/>
                  </a:lnTo>
                  <a:lnTo>
                    <a:pt x="1887705" y="1284042"/>
                  </a:lnTo>
                  <a:lnTo>
                    <a:pt x="1954399" y="1233649"/>
                  </a:lnTo>
                  <a:lnTo>
                    <a:pt x="1993855" y="1213233"/>
                  </a:lnTo>
                  <a:lnTo>
                    <a:pt x="2038773" y="1203673"/>
                  </a:lnTo>
                  <a:lnTo>
                    <a:pt x="2050990" y="1184622"/>
                  </a:lnTo>
                  <a:lnTo>
                    <a:pt x="2056021" y="1187570"/>
                  </a:lnTo>
                  <a:lnTo>
                    <a:pt x="2048259" y="1165501"/>
                  </a:lnTo>
                  <a:cubicBezTo>
                    <a:pt x="2048259" y="1165501"/>
                    <a:pt x="1987027" y="1162769"/>
                    <a:pt x="1978834" y="1162769"/>
                  </a:cubicBezTo>
                  <a:cubicBezTo>
                    <a:pt x="1970641" y="1162769"/>
                    <a:pt x="1923064" y="1139621"/>
                    <a:pt x="1918968" y="1136889"/>
                  </a:cubicBezTo>
                  <a:cubicBezTo>
                    <a:pt x="1914871" y="1134158"/>
                    <a:pt x="1868587" y="1112376"/>
                    <a:pt x="1867222" y="1106913"/>
                  </a:cubicBezTo>
                  <a:cubicBezTo>
                    <a:pt x="1865856" y="1101449"/>
                    <a:pt x="1831863" y="1071545"/>
                    <a:pt x="1831863" y="1071545"/>
                  </a:cubicBezTo>
                  <a:lnTo>
                    <a:pt x="1830497" y="1030713"/>
                  </a:lnTo>
                  <a:lnTo>
                    <a:pt x="1791041" y="998076"/>
                  </a:lnTo>
                  <a:lnTo>
                    <a:pt x="1758341" y="955878"/>
                  </a:lnTo>
                  <a:lnTo>
                    <a:pt x="1760425" y="954009"/>
                  </a:lnTo>
                  <a:lnTo>
                    <a:pt x="1717448" y="935463"/>
                  </a:lnTo>
                  <a:cubicBezTo>
                    <a:pt x="1717448" y="935463"/>
                    <a:pt x="1664336" y="927268"/>
                    <a:pt x="1661677" y="923242"/>
                  </a:cubicBezTo>
                  <a:close/>
                </a:path>
              </a:pathLst>
            </a:custGeom>
            <a:grpFill/>
            <a:ln w="12700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2" name="Casanare">
              <a:extLst>
                <a:ext uri="{FF2B5EF4-FFF2-40B4-BE49-F238E27FC236}">
                  <a16:creationId xmlns:a16="http://schemas.microsoft.com/office/drawing/2014/main" id="{FABFFBB6-6343-1A27-C1E7-0E04C5D581E8}"/>
                </a:ext>
              </a:extLst>
            </p:cNvPr>
            <p:cNvSpPr/>
            <p:nvPr/>
          </p:nvSpPr>
          <p:spPr>
            <a:xfrm>
              <a:off x="6421132" y="2562750"/>
              <a:ext cx="1345526" cy="852864"/>
            </a:xfrm>
            <a:custGeom>
              <a:avLst/>
              <a:gdLst>
                <a:gd name="connsiteX0" fmla="*/ 1322098 w 1345526"/>
                <a:gd name="connsiteY0" fmla="*/ 100785 h 852864"/>
                <a:gd name="connsiteX1" fmla="*/ 1289397 w 1345526"/>
                <a:gd name="connsiteY1" fmla="*/ 73540 h 852864"/>
                <a:gd name="connsiteX2" fmla="*/ 1268987 w 1345526"/>
                <a:gd name="connsiteY2" fmla="*/ 50393 h 852864"/>
                <a:gd name="connsiteX3" fmla="*/ 1241748 w 1345526"/>
                <a:gd name="connsiteY3" fmla="*/ 28611 h 852864"/>
                <a:gd name="connsiteX4" fmla="*/ 1209120 w 1345526"/>
                <a:gd name="connsiteY4" fmla="*/ 0 h 852864"/>
                <a:gd name="connsiteX5" fmla="*/ 1162836 w 1345526"/>
                <a:gd name="connsiteY5" fmla="*/ 1366 h 852864"/>
                <a:gd name="connsiteX6" fmla="*/ 1092046 w 1345526"/>
                <a:gd name="connsiteY6" fmla="*/ 13586 h 852864"/>
                <a:gd name="connsiteX7" fmla="*/ 1055321 w 1345526"/>
                <a:gd name="connsiteY7" fmla="*/ 38100 h 852864"/>
                <a:gd name="connsiteX8" fmla="*/ 1030813 w 1345526"/>
                <a:gd name="connsiteY8" fmla="*/ 46295 h 852864"/>
                <a:gd name="connsiteX9" fmla="*/ 950536 w 1345526"/>
                <a:gd name="connsiteY9" fmla="*/ 49027 h 852864"/>
                <a:gd name="connsiteX10" fmla="*/ 893400 w 1345526"/>
                <a:gd name="connsiteY10" fmla="*/ 42198 h 852864"/>
                <a:gd name="connsiteX11" fmla="*/ 836265 w 1345526"/>
                <a:gd name="connsiteY11" fmla="*/ 35368 h 852864"/>
                <a:gd name="connsiteX12" fmla="*/ 772302 w 1345526"/>
                <a:gd name="connsiteY12" fmla="*/ 9489 h 852864"/>
                <a:gd name="connsiteX13" fmla="*/ 735577 w 1345526"/>
                <a:gd name="connsiteY13" fmla="*/ 23076 h 852864"/>
                <a:gd name="connsiteX14" fmla="*/ 686562 w 1345526"/>
                <a:gd name="connsiteY14" fmla="*/ 51687 h 852864"/>
                <a:gd name="connsiteX15" fmla="*/ 636182 w 1345526"/>
                <a:gd name="connsiteY15" fmla="*/ 53052 h 852864"/>
                <a:gd name="connsiteX16" fmla="*/ 583071 w 1345526"/>
                <a:gd name="connsiteY16" fmla="*/ 34003 h 852864"/>
                <a:gd name="connsiteX17" fmla="*/ 553102 w 1345526"/>
                <a:gd name="connsiteY17" fmla="*/ 57150 h 852864"/>
                <a:gd name="connsiteX18" fmla="*/ 479580 w 1345526"/>
                <a:gd name="connsiteY18" fmla="*/ 69371 h 852864"/>
                <a:gd name="connsiteX19" fmla="*/ 427835 w 1345526"/>
                <a:gd name="connsiteY19" fmla="*/ 95250 h 852864"/>
                <a:gd name="connsiteX20" fmla="*/ 392475 w 1345526"/>
                <a:gd name="connsiteY20" fmla="*/ 112934 h 852864"/>
                <a:gd name="connsiteX21" fmla="*/ 351654 w 1345526"/>
                <a:gd name="connsiteY21" fmla="*/ 111568 h 852864"/>
                <a:gd name="connsiteX22" fmla="*/ 308101 w 1345526"/>
                <a:gd name="connsiteY22" fmla="*/ 85689 h 852864"/>
                <a:gd name="connsiteX23" fmla="*/ 286613 w 1345526"/>
                <a:gd name="connsiteY23" fmla="*/ 64195 h 852864"/>
                <a:gd name="connsiteX24" fmla="*/ 271376 w 1345526"/>
                <a:gd name="connsiteY24" fmla="*/ 72749 h 852864"/>
                <a:gd name="connsiteX25" fmla="*/ 287691 w 1345526"/>
                <a:gd name="connsiteY25" fmla="*/ 99276 h 852864"/>
                <a:gd name="connsiteX26" fmla="*/ 297896 w 1345526"/>
                <a:gd name="connsiteY26" fmla="*/ 125802 h 852864"/>
                <a:gd name="connsiteX27" fmla="*/ 289703 w 1345526"/>
                <a:gd name="connsiteY27" fmla="*/ 154413 h 852864"/>
                <a:gd name="connsiteX28" fmla="*/ 279497 w 1345526"/>
                <a:gd name="connsiteY28" fmla="*/ 178926 h 852864"/>
                <a:gd name="connsiteX29" fmla="*/ 259087 w 1345526"/>
                <a:gd name="connsiteY29" fmla="*/ 187121 h 852864"/>
                <a:gd name="connsiteX30" fmla="*/ 257074 w 1345526"/>
                <a:gd name="connsiteY30" fmla="*/ 201427 h 852864"/>
                <a:gd name="connsiteX31" fmla="*/ 285678 w 1345526"/>
                <a:gd name="connsiteY31" fmla="*/ 205524 h 852864"/>
                <a:gd name="connsiteX32" fmla="*/ 314282 w 1345526"/>
                <a:gd name="connsiteY32" fmla="*/ 215732 h 852864"/>
                <a:gd name="connsiteX33" fmla="*/ 338789 w 1345526"/>
                <a:gd name="connsiteY33" fmla="*/ 256564 h 852864"/>
                <a:gd name="connsiteX34" fmla="*/ 344898 w 1345526"/>
                <a:gd name="connsiteY34" fmla="*/ 266772 h 852864"/>
                <a:gd name="connsiteX35" fmla="*/ 312198 w 1345526"/>
                <a:gd name="connsiteY35" fmla="*/ 307604 h 852864"/>
                <a:gd name="connsiteX36" fmla="*/ 320391 w 1345526"/>
                <a:gd name="connsiteY36" fmla="*/ 342325 h 852864"/>
                <a:gd name="connsiteX37" fmla="*/ 308173 w 1345526"/>
                <a:gd name="connsiteY37" fmla="*/ 348435 h 852864"/>
                <a:gd name="connsiteX38" fmla="*/ 287762 w 1345526"/>
                <a:gd name="connsiteY38" fmla="*/ 336214 h 852864"/>
                <a:gd name="connsiteX39" fmla="*/ 271448 w 1345526"/>
                <a:gd name="connsiteY39" fmla="*/ 317811 h 852864"/>
                <a:gd name="connsiteX40" fmla="*/ 249025 w 1345526"/>
                <a:gd name="connsiteY40" fmla="*/ 334130 h 852864"/>
                <a:gd name="connsiteX41" fmla="*/ 226602 w 1345526"/>
                <a:gd name="connsiteY41" fmla="*/ 374962 h 852864"/>
                <a:gd name="connsiteX42" fmla="*/ 208204 w 1345526"/>
                <a:gd name="connsiteY42" fmla="*/ 395377 h 852864"/>
                <a:gd name="connsiteX43" fmla="*/ 183697 w 1345526"/>
                <a:gd name="connsiteY43" fmla="*/ 405585 h 852864"/>
                <a:gd name="connsiteX44" fmla="*/ 165298 w 1345526"/>
                <a:gd name="connsiteY44" fmla="*/ 436209 h 852864"/>
                <a:gd name="connsiteX45" fmla="*/ 153080 w 1345526"/>
                <a:gd name="connsiteY45" fmla="*/ 454612 h 852864"/>
                <a:gd name="connsiteX46" fmla="*/ 136766 w 1345526"/>
                <a:gd name="connsiteY46" fmla="*/ 426001 h 852864"/>
                <a:gd name="connsiteX47" fmla="*/ 106150 w 1345526"/>
                <a:gd name="connsiteY47" fmla="*/ 395377 h 852864"/>
                <a:gd name="connsiteX48" fmla="*/ 93933 w 1345526"/>
                <a:gd name="connsiteY48" fmla="*/ 395377 h 852864"/>
                <a:gd name="connsiteX49" fmla="*/ 75534 w 1345526"/>
                <a:gd name="connsiteY49" fmla="*/ 428014 h 852864"/>
                <a:gd name="connsiteX50" fmla="*/ 51027 w 1345526"/>
                <a:gd name="connsiteY50" fmla="*/ 470930 h 852864"/>
                <a:gd name="connsiteX51" fmla="*/ 46930 w 1345526"/>
                <a:gd name="connsiteY51" fmla="*/ 501554 h 852864"/>
                <a:gd name="connsiteX52" fmla="*/ 61232 w 1345526"/>
                <a:gd name="connsiteY52" fmla="*/ 521970 h 852864"/>
                <a:gd name="connsiteX53" fmla="*/ 44918 w 1345526"/>
                <a:gd name="connsiteY53" fmla="*/ 558704 h 852864"/>
                <a:gd name="connsiteX54" fmla="*/ 20411 w 1345526"/>
                <a:gd name="connsiteY54" fmla="*/ 556691 h 852864"/>
                <a:gd name="connsiteX55" fmla="*/ 8193 w 1345526"/>
                <a:gd name="connsiteY55" fmla="*/ 603633 h 852864"/>
                <a:gd name="connsiteX56" fmla="*/ 0 w 1345526"/>
                <a:gd name="connsiteY56" fmla="*/ 646550 h 852864"/>
                <a:gd name="connsiteX57" fmla="*/ 26520 w 1345526"/>
                <a:gd name="connsiteY57" fmla="*/ 726200 h 852864"/>
                <a:gd name="connsiteX58" fmla="*/ 65329 w 1345526"/>
                <a:gd name="connsiteY58" fmla="*/ 765019 h 852864"/>
                <a:gd name="connsiteX59" fmla="*/ 118440 w 1345526"/>
                <a:gd name="connsiteY59" fmla="*/ 838559 h 852864"/>
                <a:gd name="connsiteX60" fmla="*/ 169466 w 1345526"/>
                <a:gd name="connsiteY60" fmla="*/ 852865 h 852864"/>
                <a:gd name="connsiteX61" fmla="*/ 202095 w 1345526"/>
                <a:gd name="connsiteY61" fmla="*/ 836547 h 852864"/>
                <a:gd name="connsiteX62" fmla="*/ 259231 w 1345526"/>
                <a:gd name="connsiteY62" fmla="*/ 828352 h 852864"/>
                <a:gd name="connsiteX63" fmla="*/ 302136 w 1345526"/>
                <a:gd name="connsiteY63" fmla="*/ 801825 h 852864"/>
                <a:gd name="connsiteX64" fmla="*/ 332752 w 1345526"/>
                <a:gd name="connsiteY64" fmla="*/ 777312 h 852864"/>
                <a:gd name="connsiteX65" fmla="*/ 412383 w 1345526"/>
                <a:gd name="connsiteY65" fmla="*/ 779325 h 852864"/>
                <a:gd name="connsiteX66" fmla="*/ 424600 w 1345526"/>
                <a:gd name="connsiteY66" fmla="*/ 799741 h 852864"/>
                <a:gd name="connsiteX67" fmla="*/ 473615 w 1345526"/>
                <a:gd name="connsiteY67" fmla="*/ 793630 h 852864"/>
                <a:gd name="connsiteX68" fmla="*/ 500135 w 1345526"/>
                <a:gd name="connsiteY68" fmla="*/ 767104 h 852864"/>
                <a:gd name="connsiteX69" fmla="*/ 514436 w 1345526"/>
                <a:gd name="connsiteY69" fmla="*/ 736480 h 852864"/>
                <a:gd name="connsiteX70" fmla="*/ 555258 w 1345526"/>
                <a:gd name="connsiteY70" fmla="*/ 718077 h 852864"/>
                <a:gd name="connsiteX71" fmla="*/ 602188 w 1345526"/>
                <a:gd name="connsiteY71" fmla="*/ 707869 h 852864"/>
                <a:gd name="connsiteX72" fmla="*/ 667517 w 1345526"/>
                <a:gd name="connsiteY72" fmla="*/ 685441 h 852864"/>
                <a:gd name="connsiteX73" fmla="*/ 714447 w 1345526"/>
                <a:gd name="connsiteY73" fmla="*/ 644609 h 852864"/>
                <a:gd name="connsiteX74" fmla="*/ 765474 w 1345526"/>
                <a:gd name="connsiteY74" fmla="*/ 620096 h 852864"/>
                <a:gd name="connsiteX75" fmla="*/ 822610 w 1345526"/>
                <a:gd name="connsiteY75" fmla="*/ 602843 h 852864"/>
                <a:gd name="connsiteX76" fmla="*/ 822610 w 1345526"/>
                <a:gd name="connsiteY76" fmla="*/ 582642 h 852864"/>
                <a:gd name="connsiteX77" fmla="*/ 870259 w 1345526"/>
                <a:gd name="connsiteY77" fmla="*/ 510468 h 852864"/>
                <a:gd name="connsiteX78" fmla="*/ 879817 w 1345526"/>
                <a:gd name="connsiteY78" fmla="*/ 479125 h 852864"/>
                <a:gd name="connsiteX79" fmla="*/ 928832 w 1345526"/>
                <a:gd name="connsiteY79" fmla="*/ 460075 h 852864"/>
                <a:gd name="connsiteX80" fmla="*/ 981943 w 1345526"/>
                <a:gd name="connsiteY80" fmla="*/ 430099 h 852864"/>
                <a:gd name="connsiteX81" fmla="*/ 986039 w 1345526"/>
                <a:gd name="connsiteY81" fmla="*/ 391999 h 852864"/>
                <a:gd name="connsiteX82" fmla="*/ 1007815 w 1345526"/>
                <a:gd name="connsiteY82" fmla="*/ 370217 h 852864"/>
                <a:gd name="connsiteX83" fmla="*/ 1041809 w 1345526"/>
                <a:gd name="connsiteY83" fmla="*/ 336214 h 852864"/>
                <a:gd name="connsiteX84" fmla="*/ 1077169 w 1345526"/>
                <a:gd name="connsiteY84" fmla="*/ 308970 h 852864"/>
                <a:gd name="connsiteX85" fmla="*/ 1131573 w 1345526"/>
                <a:gd name="connsiteY85" fmla="*/ 300774 h 852864"/>
                <a:gd name="connsiteX86" fmla="*/ 1156081 w 1345526"/>
                <a:gd name="connsiteY86" fmla="*/ 296677 h 852864"/>
                <a:gd name="connsiteX87" fmla="*/ 1199633 w 1345526"/>
                <a:gd name="connsiteY87" fmla="*/ 283090 h 852864"/>
                <a:gd name="connsiteX88" fmla="*/ 1239089 w 1345526"/>
                <a:gd name="connsiteY88" fmla="*/ 258577 h 852864"/>
                <a:gd name="connsiteX89" fmla="*/ 1254038 w 1345526"/>
                <a:gd name="connsiteY89" fmla="*/ 225940 h 852864"/>
                <a:gd name="connsiteX90" fmla="*/ 1313905 w 1345526"/>
                <a:gd name="connsiteY90" fmla="*/ 182377 h 852864"/>
                <a:gd name="connsiteX91" fmla="*/ 1324828 w 1345526"/>
                <a:gd name="connsiteY91" fmla="*/ 145643 h 852864"/>
                <a:gd name="connsiteX92" fmla="*/ 1339777 w 1345526"/>
                <a:gd name="connsiteY92" fmla="*/ 119763 h 852864"/>
                <a:gd name="connsiteX93" fmla="*/ 1345527 w 1345526"/>
                <a:gd name="connsiteY93" fmla="*/ 112718 h 852864"/>
                <a:gd name="connsiteX94" fmla="*/ 1322098 w 1345526"/>
                <a:gd name="connsiteY94" fmla="*/ 100713 h 852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345526" h="852864">
                  <a:moveTo>
                    <a:pt x="1322098" y="100785"/>
                  </a:moveTo>
                  <a:cubicBezTo>
                    <a:pt x="1315270" y="95322"/>
                    <a:pt x="1289397" y="73540"/>
                    <a:pt x="1289397" y="73540"/>
                  </a:cubicBezTo>
                  <a:cubicBezTo>
                    <a:pt x="1289397" y="73540"/>
                    <a:pt x="1275814" y="58588"/>
                    <a:pt x="1268987" y="50393"/>
                  </a:cubicBezTo>
                  <a:cubicBezTo>
                    <a:pt x="1262159" y="42198"/>
                    <a:pt x="1241748" y="28611"/>
                    <a:pt x="1241748" y="28611"/>
                  </a:cubicBezTo>
                  <a:lnTo>
                    <a:pt x="1209120" y="0"/>
                  </a:lnTo>
                  <a:lnTo>
                    <a:pt x="1162836" y="1366"/>
                  </a:lnTo>
                  <a:lnTo>
                    <a:pt x="1092046" y="13586"/>
                  </a:lnTo>
                  <a:cubicBezTo>
                    <a:pt x="1092046" y="13586"/>
                    <a:pt x="1066173" y="29905"/>
                    <a:pt x="1055321" y="38100"/>
                  </a:cubicBezTo>
                  <a:cubicBezTo>
                    <a:pt x="1044397" y="46295"/>
                    <a:pt x="1030813" y="46295"/>
                    <a:pt x="1030813" y="46295"/>
                  </a:cubicBezTo>
                  <a:lnTo>
                    <a:pt x="950536" y="49027"/>
                  </a:lnTo>
                  <a:lnTo>
                    <a:pt x="893400" y="42198"/>
                  </a:lnTo>
                  <a:lnTo>
                    <a:pt x="836265" y="35368"/>
                  </a:lnTo>
                  <a:lnTo>
                    <a:pt x="772302" y="9489"/>
                  </a:lnTo>
                  <a:lnTo>
                    <a:pt x="735577" y="23076"/>
                  </a:lnTo>
                  <a:cubicBezTo>
                    <a:pt x="735577" y="23076"/>
                    <a:pt x="698852" y="47589"/>
                    <a:pt x="686562" y="51687"/>
                  </a:cubicBezTo>
                  <a:cubicBezTo>
                    <a:pt x="674273" y="55784"/>
                    <a:pt x="636182" y="53052"/>
                    <a:pt x="636182" y="53052"/>
                  </a:cubicBezTo>
                  <a:cubicBezTo>
                    <a:pt x="636182" y="53052"/>
                    <a:pt x="596726" y="39466"/>
                    <a:pt x="583071" y="34003"/>
                  </a:cubicBezTo>
                  <a:cubicBezTo>
                    <a:pt x="569488" y="28539"/>
                    <a:pt x="583071" y="34003"/>
                    <a:pt x="553102" y="57150"/>
                  </a:cubicBezTo>
                  <a:cubicBezTo>
                    <a:pt x="523132" y="80298"/>
                    <a:pt x="479580" y="69371"/>
                    <a:pt x="479580" y="69371"/>
                  </a:cubicBezTo>
                  <a:lnTo>
                    <a:pt x="427835" y="95250"/>
                  </a:lnTo>
                  <a:lnTo>
                    <a:pt x="392475" y="112934"/>
                  </a:lnTo>
                  <a:lnTo>
                    <a:pt x="351654" y="111568"/>
                  </a:lnTo>
                  <a:lnTo>
                    <a:pt x="308101" y="85689"/>
                  </a:lnTo>
                  <a:lnTo>
                    <a:pt x="286613" y="64195"/>
                  </a:lnTo>
                  <a:lnTo>
                    <a:pt x="271376" y="72749"/>
                  </a:lnTo>
                  <a:cubicBezTo>
                    <a:pt x="271376" y="72749"/>
                    <a:pt x="281582" y="95178"/>
                    <a:pt x="287691" y="99276"/>
                  </a:cubicBezTo>
                  <a:cubicBezTo>
                    <a:pt x="293799" y="103373"/>
                    <a:pt x="297896" y="125802"/>
                    <a:pt x="297896" y="125802"/>
                  </a:cubicBezTo>
                  <a:lnTo>
                    <a:pt x="289703" y="154413"/>
                  </a:lnTo>
                  <a:lnTo>
                    <a:pt x="279497" y="178926"/>
                  </a:lnTo>
                  <a:lnTo>
                    <a:pt x="259087" y="187121"/>
                  </a:lnTo>
                  <a:cubicBezTo>
                    <a:pt x="259087" y="187121"/>
                    <a:pt x="250894" y="199342"/>
                    <a:pt x="257074" y="201427"/>
                  </a:cubicBezTo>
                  <a:cubicBezTo>
                    <a:pt x="263183" y="203440"/>
                    <a:pt x="285678" y="205524"/>
                    <a:pt x="285678" y="205524"/>
                  </a:cubicBezTo>
                  <a:lnTo>
                    <a:pt x="314282" y="215732"/>
                  </a:lnTo>
                  <a:lnTo>
                    <a:pt x="338789" y="256564"/>
                  </a:lnTo>
                  <a:lnTo>
                    <a:pt x="344898" y="266772"/>
                  </a:lnTo>
                  <a:lnTo>
                    <a:pt x="312198" y="307604"/>
                  </a:lnTo>
                  <a:lnTo>
                    <a:pt x="320391" y="342325"/>
                  </a:lnTo>
                  <a:lnTo>
                    <a:pt x="308173" y="348435"/>
                  </a:lnTo>
                  <a:lnTo>
                    <a:pt x="287762" y="336214"/>
                  </a:lnTo>
                  <a:lnTo>
                    <a:pt x="271448" y="317811"/>
                  </a:lnTo>
                  <a:lnTo>
                    <a:pt x="249025" y="334130"/>
                  </a:lnTo>
                  <a:lnTo>
                    <a:pt x="226602" y="374962"/>
                  </a:lnTo>
                  <a:lnTo>
                    <a:pt x="208204" y="395377"/>
                  </a:lnTo>
                  <a:lnTo>
                    <a:pt x="183697" y="405585"/>
                  </a:lnTo>
                  <a:lnTo>
                    <a:pt x="165298" y="436209"/>
                  </a:lnTo>
                  <a:lnTo>
                    <a:pt x="153080" y="454612"/>
                  </a:lnTo>
                  <a:lnTo>
                    <a:pt x="136766" y="426001"/>
                  </a:lnTo>
                  <a:lnTo>
                    <a:pt x="106150" y="395377"/>
                  </a:lnTo>
                  <a:cubicBezTo>
                    <a:pt x="106150" y="395377"/>
                    <a:pt x="97957" y="385169"/>
                    <a:pt x="93933" y="395377"/>
                  </a:cubicBezTo>
                  <a:cubicBezTo>
                    <a:pt x="89908" y="405585"/>
                    <a:pt x="75534" y="428014"/>
                    <a:pt x="75534" y="428014"/>
                  </a:cubicBezTo>
                  <a:lnTo>
                    <a:pt x="51027" y="470930"/>
                  </a:lnTo>
                  <a:lnTo>
                    <a:pt x="46930" y="501554"/>
                  </a:lnTo>
                  <a:lnTo>
                    <a:pt x="61232" y="521970"/>
                  </a:lnTo>
                  <a:lnTo>
                    <a:pt x="44918" y="558704"/>
                  </a:lnTo>
                  <a:lnTo>
                    <a:pt x="20411" y="556691"/>
                  </a:lnTo>
                  <a:lnTo>
                    <a:pt x="8193" y="603633"/>
                  </a:lnTo>
                  <a:lnTo>
                    <a:pt x="0" y="646550"/>
                  </a:lnTo>
                  <a:lnTo>
                    <a:pt x="26520" y="726200"/>
                  </a:lnTo>
                  <a:lnTo>
                    <a:pt x="65329" y="765019"/>
                  </a:lnTo>
                  <a:lnTo>
                    <a:pt x="118440" y="838559"/>
                  </a:lnTo>
                  <a:lnTo>
                    <a:pt x="169466" y="852865"/>
                  </a:lnTo>
                  <a:cubicBezTo>
                    <a:pt x="169466" y="852865"/>
                    <a:pt x="175575" y="840644"/>
                    <a:pt x="202095" y="836547"/>
                  </a:cubicBezTo>
                  <a:cubicBezTo>
                    <a:pt x="228614" y="832449"/>
                    <a:pt x="259231" y="828352"/>
                    <a:pt x="259231" y="828352"/>
                  </a:cubicBezTo>
                  <a:lnTo>
                    <a:pt x="302136" y="801825"/>
                  </a:lnTo>
                  <a:lnTo>
                    <a:pt x="332752" y="777312"/>
                  </a:lnTo>
                  <a:lnTo>
                    <a:pt x="412383" y="779325"/>
                  </a:lnTo>
                  <a:lnTo>
                    <a:pt x="424600" y="799741"/>
                  </a:lnTo>
                  <a:lnTo>
                    <a:pt x="473615" y="793630"/>
                  </a:lnTo>
                  <a:lnTo>
                    <a:pt x="500135" y="767104"/>
                  </a:lnTo>
                  <a:lnTo>
                    <a:pt x="514436" y="736480"/>
                  </a:lnTo>
                  <a:lnTo>
                    <a:pt x="555258" y="718077"/>
                  </a:lnTo>
                  <a:lnTo>
                    <a:pt x="602188" y="707869"/>
                  </a:lnTo>
                  <a:lnTo>
                    <a:pt x="667517" y="685441"/>
                  </a:lnTo>
                  <a:lnTo>
                    <a:pt x="714447" y="644609"/>
                  </a:lnTo>
                  <a:lnTo>
                    <a:pt x="765474" y="620096"/>
                  </a:lnTo>
                  <a:lnTo>
                    <a:pt x="822610" y="602843"/>
                  </a:lnTo>
                  <a:lnTo>
                    <a:pt x="822610" y="582642"/>
                  </a:lnTo>
                  <a:lnTo>
                    <a:pt x="870259" y="510468"/>
                  </a:lnTo>
                  <a:lnTo>
                    <a:pt x="879817" y="479125"/>
                  </a:lnTo>
                  <a:cubicBezTo>
                    <a:pt x="879817" y="479125"/>
                    <a:pt x="924735" y="461441"/>
                    <a:pt x="928832" y="460075"/>
                  </a:cubicBezTo>
                  <a:cubicBezTo>
                    <a:pt x="932928" y="458710"/>
                    <a:pt x="981943" y="430099"/>
                    <a:pt x="981943" y="430099"/>
                  </a:cubicBezTo>
                  <a:lnTo>
                    <a:pt x="986039" y="391999"/>
                  </a:lnTo>
                  <a:lnTo>
                    <a:pt x="1007815" y="370217"/>
                  </a:lnTo>
                  <a:lnTo>
                    <a:pt x="1041809" y="336214"/>
                  </a:lnTo>
                  <a:lnTo>
                    <a:pt x="1077169" y="308970"/>
                  </a:lnTo>
                  <a:lnTo>
                    <a:pt x="1131573" y="300774"/>
                  </a:lnTo>
                  <a:lnTo>
                    <a:pt x="1156081" y="296677"/>
                  </a:lnTo>
                  <a:lnTo>
                    <a:pt x="1199633" y="283090"/>
                  </a:lnTo>
                  <a:lnTo>
                    <a:pt x="1239089" y="258577"/>
                  </a:lnTo>
                  <a:lnTo>
                    <a:pt x="1254038" y="225940"/>
                  </a:lnTo>
                  <a:cubicBezTo>
                    <a:pt x="1254038" y="225940"/>
                    <a:pt x="1307149" y="193303"/>
                    <a:pt x="1313905" y="182377"/>
                  </a:cubicBezTo>
                  <a:cubicBezTo>
                    <a:pt x="1320732" y="171522"/>
                    <a:pt x="1324828" y="145643"/>
                    <a:pt x="1324828" y="145643"/>
                  </a:cubicBezTo>
                  <a:lnTo>
                    <a:pt x="1339777" y="119763"/>
                  </a:lnTo>
                  <a:lnTo>
                    <a:pt x="1345527" y="112718"/>
                  </a:lnTo>
                  <a:cubicBezTo>
                    <a:pt x="1336615" y="108765"/>
                    <a:pt x="1325835" y="103733"/>
                    <a:pt x="1322098" y="100713"/>
                  </a:cubicBezTo>
                  <a:close/>
                </a:path>
              </a:pathLst>
            </a:custGeom>
            <a:grpFill/>
            <a:ln w="12700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3" name="Guavariare">
              <a:extLst>
                <a:ext uri="{FF2B5EF4-FFF2-40B4-BE49-F238E27FC236}">
                  <a16:creationId xmlns:a16="http://schemas.microsoft.com/office/drawing/2014/main" id="{7C1C09BA-EE11-8197-84DB-E99E7E7547DD}"/>
                </a:ext>
              </a:extLst>
            </p:cNvPr>
            <p:cNvSpPr/>
            <p:nvPr/>
          </p:nvSpPr>
          <p:spPr>
            <a:xfrm>
              <a:off x="6196326" y="3985389"/>
              <a:ext cx="1506440" cy="916987"/>
            </a:xfrm>
            <a:custGeom>
              <a:avLst/>
              <a:gdLst>
                <a:gd name="connsiteX0" fmla="*/ 1484305 w 1506440"/>
                <a:gd name="connsiteY0" fmla="*/ 245062 h 916987"/>
                <a:gd name="connsiteX1" fmla="*/ 1437375 w 1506440"/>
                <a:gd name="connsiteY1" fmla="*/ 247075 h 916987"/>
                <a:gd name="connsiteX2" fmla="*/ 1416964 w 1506440"/>
                <a:gd name="connsiteY2" fmla="*/ 257283 h 916987"/>
                <a:gd name="connsiteX3" fmla="*/ 1368956 w 1506440"/>
                <a:gd name="connsiteY3" fmla="*/ 271589 h 916987"/>
                <a:gd name="connsiteX4" fmla="*/ 1322026 w 1506440"/>
                <a:gd name="connsiteY4" fmla="*/ 273601 h 916987"/>
                <a:gd name="connsiteX5" fmla="*/ 1259787 w 1506440"/>
                <a:gd name="connsiteY5" fmla="*/ 255198 h 916987"/>
                <a:gd name="connsiteX6" fmla="*/ 1256697 w 1506440"/>
                <a:gd name="connsiteY6" fmla="*/ 223568 h 916987"/>
                <a:gd name="connsiteX7" fmla="*/ 1208689 w 1506440"/>
                <a:gd name="connsiteY7" fmla="*/ 178639 h 916987"/>
                <a:gd name="connsiteX8" fmla="*/ 1188278 w 1506440"/>
                <a:gd name="connsiteY8" fmla="*/ 138813 h 916987"/>
                <a:gd name="connsiteX9" fmla="*/ 1156656 w 1506440"/>
                <a:gd name="connsiteY9" fmla="*/ 142911 h 916987"/>
                <a:gd name="connsiteX10" fmla="*/ 1143360 w 1506440"/>
                <a:gd name="connsiteY10" fmla="*/ 125586 h 916987"/>
                <a:gd name="connsiteX11" fmla="*/ 1285229 w 1506440"/>
                <a:gd name="connsiteY11" fmla="*/ 53124 h 916987"/>
                <a:gd name="connsiteX12" fmla="*/ 1295506 w 1506440"/>
                <a:gd name="connsiteY12" fmla="*/ 33931 h 916987"/>
                <a:gd name="connsiteX13" fmla="*/ 1248791 w 1506440"/>
                <a:gd name="connsiteY13" fmla="*/ 28611 h 916987"/>
                <a:gd name="connsiteX14" fmla="*/ 1213432 w 1506440"/>
                <a:gd name="connsiteY14" fmla="*/ 44929 h 916987"/>
                <a:gd name="connsiteX15" fmla="*/ 1169880 w 1506440"/>
                <a:gd name="connsiteY15" fmla="*/ 38100 h 916987"/>
                <a:gd name="connsiteX16" fmla="*/ 1124962 w 1506440"/>
                <a:gd name="connsiteY16" fmla="*/ 27173 h 916987"/>
                <a:gd name="connsiteX17" fmla="*/ 1093627 w 1506440"/>
                <a:gd name="connsiteY17" fmla="*/ 28539 h 916987"/>
                <a:gd name="connsiteX18" fmla="*/ 1047343 w 1506440"/>
                <a:gd name="connsiteY18" fmla="*/ 9489 h 916987"/>
                <a:gd name="connsiteX19" fmla="*/ 1047343 w 1506440"/>
                <a:gd name="connsiteY19" fmla="*/ 1438 h 916987"/>
                <a:gd name="connsiteX20" fmla="*/ 937097 w 1506440"/>
                <a:gd name="connsiteY20" fmla="*/ 6110 h 916987"/>
                <a:gd name="connsiteX21" fmla="*/ 908493 w 1506440"/>
                <a:gd name="connsiteY21" fmla="*/ 10208 h 916987"/>
                <a:gd name="connsiteX22" fmla="*/ 824766 w 1506440"/>
                <a:gd name="connsiteY22" fmla="*/ 4098 h 916987"/>
                <a:gd name="connsiteX23" fmla="*/ 767630 w 1506440"/>
                <a:gd name="connsiteY23" fmla="*/ 26526 h 916987"/>
                <a:gd name="connsiteX24" fmla="*/ 667589 w 1506440"/>
                <a:gd name="connsiteY24" fmla="*/ 12221 h 916987"/>
                <a:gd name="connsiteX25" fmla="*/ 614478 w 1506440"/>
                <a:gd name="connsiteY25" fmla="*/ 0 h 916987"/>
                <a:gd name="connsiteX26" fmla="*/ 575669 w 1506440"/>
                <a:gd name="connsiteY26" fmla="*/ 20416 h 916987"/>
                <a:gd name="connsiteX27" fmla="*/ 545053 w 1506440"/>
                <a:gd name="connsiteY27" fmla="*/ 12221 h 916987"/>
                <a:gd name="connsiteX28" fmla="*/ 502147 w 1506440"/>
                <a:gd name="connsiteY28" fmla="*/ 53052 h 916987"/>
                <a:gd name="connsiteX29" fmla="*/ 459241 w 1506440"/>
                <a:gd name="connsiteY29" fmla="*/ 99995 h 916987"/>
                <a:gd name="connsiteX30" fmla="*/ 389816 w 1506440"/>
                <a:gd name="connsiteY30" fmla="*/ 124508 h 916987"/>
                <a:gd name="connsiteX31" fmla="*/ 342886 w 1506440"/>
                <a:gd name="connsiteY31" fmla="*/ 93884 h 916987"/>
                <a:gd name="connsiteX32" fmla="*/ 308173 w 1506440"/>
                <a:gd name="connsiteY32" fmla="*/ 126593 h 916987"/>
                <a:gd name="connsiteX33" fmla="*/ 277557 w 1506440"/>
                <a:gd name="connsiteY33" fmla="*/ 153119 h 916987"/>
                <a:gd name="connsiteX34" fmla="*/ 277557 w 1506440"/>
                <a:gd name="connsiteY34" fmla="*/ 185756 h 916987"/>
                <a:gd name="connsiteX35" fmla="*/ 251037 w 1506440"/>
                <a:gd name="connsiteY35" fmla="*/ 193950 h 916987"/>
                <a:gd name="connsiteX36" fmla="*/ 163286 w 1506440"/>
                <a:gd name="connsiteY36" fmla="*/ 220477 h 916987"/>
                <a:gd name="connsiteX37" fmla="*/ 75534 w 1506440"/>
                <a:gd name="connsiteY37" fmla="*/ 228672 h 916987"/>
                <a:gd name="connsiteX38" fmla="*/ 0 w 1506440"/>
                <a:gd name="connsiteY38" fmla="*/ 218464 h 916987"/>
                <a:gd name="connsiteX39" fmla="*/ 0 w 1506440"/>
                <a:gd name="connsiteY39" fmla="*/ 584440 h 916987"/>
                <a:gd name="connsiteX40" fmla="*/ 34713 w 1506440"/>
                <a:gd name="connsiteY40" fmla="*/ 605790 h 916987"/>
                <a:gd name="connsiteX41" fmla="*/ 49661 w 1506440"/>
                <a:gd name="connsiteY41" fmla="*/ 642524 h 916987"/>
                <a:gd name="connsiteX42" fmla="*/ 74168 w 1506440"/>
                <a:gd name="connsiteY42" fmla="*/ 664306 h 916987"/>
                <a:gd name="connsiteX43" fmla="*/ 87752 w 1506440"/>
                <a:gd name="connsiteY43" fmla="*/ 707870 h 916987"/>
                <a:gd name="connsiteX44" fmla="*/ 136766 w 1506440"/>
                <a:gd name="connsiteY44" fmla="*/ 747335 h 916987"/>
                <a:gd name="connsiteX45" fmla="*/ 188512 w 1506440"/>
                <a:gd name="connsiteY45" fmla="*/ 797728 h 916987"/>
                <a:gd name="connsiteX46" fmla="*/ 222506 w 1506440"/>
                <a:gd name="connsiteY46" fmla="*/ 815412 h 916987"/>
                <a:gd name="connsiteX47" fmla="*/ 275617 w 1506440"/>
                <a:gd name="connsiteY47" fmla="*/ 794996 h 916987"/>
                <a:gd name="connsiteX48" fmla="*/ 308245 w 1506440"/>
                <a:gd name="connsiteY48" fmla="*/ 759628 h 916987"/>
                <a:gd name="connsiteX49" fmla="*/ 305514 w 1506440"/>
                <a:gd name="connsiteY49" fmla="*/ 707870 h 916987"/>
                <a:gd name="connsiteX50" fmla="*/ 355894 w 1506440"/>
                <a:gd name="connsiteY50" fmla="*/ 687453 h 916987"/>
                <a:gd name="connsiteX51" fmla="*/ 373574 w 1506440"/>
                <a:gd name="connsiteY51" fmla="*/ 716064 h 916987"/>
                <a:gd name="connsiteX52" fmla="*/ 410299 w 1506440"/>
                <a:gd name="connsiteY52" fmla="*/ 717430 h 916987"/>
                <a:gd name="connsiteX53" fmla="*/ 459313 w 1506440"/>
                <a:gd name="connsiteY53" fmla="*/ 735114 h 916987"/>
                <a:gd name="connsiteX54" fmla="*/ 486551 w 1506440"/>
                <a:gd name="connsiteY54" fmla="*/ 777312 h 916987"/>
                <a:gd name="connsiteX55" fmla="*/ 523276 w 1506440"/>
                <a:gd name="connsiteY55" fmla="*/ 808654 h 916987"/>
                <a:gd name="connsiteX56" fmla="*/ 534128 w 1506440"/>
                <a:gd name="connsiteY56" fmla="*/ 844023 h 916987"/>
                <a:gd name="connsiteX57" fmla="*/ 561367 w 1506440"/>
                <a:gd name="connsiteY57" fmla="*/ 886221 h 916987"/>
                <a:gd name="connsiteX58" fmla="*/ 617137 w 1506440"/>
                <a:gd name="connsiteY58" fmla="*/ 898441 h 916987"/>
                <a:gd name="connsiteX59" fmla="*/ 660115 w 1506440"/>
                <a:gd name="connsiteY59" fmla="*/ 916988 h 916987"/>
                <a:gd name="connsiteX60" fmla="*/ 760084 w 1506440"/>
                <a:gd name="connsiteY60" fmla="*/ 827705 h 916987"/>
                <a:gd name="connsiteX61" fmla="*/ 762815 w 1506440"/>
                <a:gd name="connsiteY61" fmla="*/ 801825 h 916987"/>
                <a:gd name="connsiteX62" fmla="*/ 775033 w 1506440"/>
                <a:gd name="connsiteY62" fmla="*/ 789605 h 916987"/>
                <a:gd name="connsiteX63" fmla="*/ 780495 w 1506440"/>
                <a:gd name="connsiteY63" fmla="*/ 788239 h 916987"/>
                <a:gd name="connsiteX64" fmla="*/ 791419 w 1506440"/>
                <a:gd name="connsiteY64" fmla="*/ 785507 h 916987"/>
                <a:gd name="connsiteX65" fmla="*/ 810464 w 1506440"/>
                <a:gd name="connsiteY65" fmla="*/ 759628 h 916987"/>
                <a:gd name="connsiteX66" fmla="*/ 836337 w 1506440"/>
                <a:gd name="connsiteY66" fmla="*/ 741944 h 916987"/>
                <a:gd name="connsiteX67" fmla="*/ 879889 w 1506440"/>
                <a:gd name="connsiteY67" fmla="*/ 726991 h 916987"/>
                <a:gd name="connsiteX68" fmla="*/ 881255 w 1506440"/>
                <a:gd name="connsiteY68" fmla="*/ 709307 h 916987"/>
                <a:gd name="connsiteX69" fmla="*/ 878524 w 1506440"/>
                <a:gd name="connsiteY69" fmla="*/ 664378 h 916987"/>
                <a:gd name="connsiteX70" fmla="*/ 877158 w 1506440"/>
                <a:gd name="connsiteY70" fmla="*/ 618083 h 916987"/>
                <a:gd name="connsiteX71" fmla="*/ 892107 w 1506440"/>
                <a:gd name="connsiteY71" fmla="*/ 573153 h 916987"/>
                <a:gd name="connsiteX72" fmla="*/ 911152 w 1506440"/>
                <a:gd name="connsiteY72" fmla="*/ 532322 h 916987"/>
                <a:gd name="connsiteX73" fmla="*/ 931563 w 1506440"/>
                <a:gd name="connsiteY73" fmla="*/ 491490 h 916987"/>
                <a:gd name="connsiteX74" fmla="*/ 938390 w 1506440"/>
                <a:gd name="connsiteY74" fmla="*/ 458854 h 916987"/>
                <a:gd name="connsiteX75" fmla="*/ 971019 w 1506440"/>
                <a:gd name="connsiteY75" fmla="*/ 473806 h 916987"/>
                <a:gd name="connsiteX76" fmla="*/ 1010475 w 1506440"/>
                <a:gd name="connsiteY76" fmla="*/ 483367 h 916987"/>
                <a:gd name="connsiteX77" fmla="*/ 1071707 w 1506440"/>
                <a:gd name="connsiteY77" fmla="*/ 460219 h 916987"/>
                <a:gd name="connsiteX78" fmla="*/ 1112528 w 1506440"/>
                <a:gd name="connsiteY78" fmla="*/ 407095 h 916987"/>
                <a:gd name="connsiteX79" fmla="*/ 1168298 w 1506440"/>
                <a:gd name="connsiteY79" fmla="*/ 402997 h 916987"/>
                <a:gd name="connsiteX80" fmla="*/ 1224068 w 1506440"/>
                <a:gd name="connsiteY80" fmla="*/ 413852 h 916987"/>
                <a:gd name="connsiteX81" fmla="*/ 1241748 w 1506440"/>
                <a:gd name="connsiteY81" fmla="*/ 415218 h 916987"/>
                <a:gd name="connsiteX82" fmla="*/ 1307077 w 1506440"/>
                <a:gd name="connsiteY82" fmla="*/ 390705 h 916987"/>
                <a:gd name="connsiteX83" fmla="*/ 1360188 w 1506440"/>
                <a:gd name="connsiteY83" fmla="*/ 373021 h 916987"/>
                <a:gd name="connsiteX84" fmla="*/ 1403740 w 1506440"/>
                <a:gd name="connsiteY84" fmla="*/ 349873 h 916987"/>
                <a:gd name="connsiteX85" fmla="*/ 1440465 w 1506440"/>
                <a:gd name="connsiteY85" fmla="*/ 334921 h 916987"/>
                <a:gd name="connsiteX86" fmla="*/ 1460876 w 1506440"/>
                <a:gd name="connsiteY86" fmla="*/ 346854 h 916987"/>
                <a:gd name="connsiteX87" fmla="*/ 1461523 w 1506440"/>
                <a:gd name="connsiteY87" fmla="*/ 341103 h 916987"/>
                <a:gd name="connsiteX88" fmla="*/ 1468638 w 1506440"/>
                <a:gd name="connsiteY88" fmla="*/ 303290 h 916987"/>
                <a:gd name="connsiteX89" fmla="*/ 1503350 w 1506440"/>
                <a:gd name="connsiteY89" fmla="*/ 287978 h 916987"/>
                <a:gd name="connsiteX90" fmla="*/ 1506441 w 1506440"/>
                <a:gd name="connsiteY90" fmla="*/ 267563 h 916987"/>
                <a:gd name="connsiteX91" fmla="*/ 1484018 w 1506440"/>
                <a:gd name="connsiteY91" fmla="*/ 245134 h 916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506440" h="916987">
                  <a:moveTo>
                    <a:pt x="1484305" y="245062"/>
                  </a:moveTo>
                  <a:lnTo>
                    <a:pt x="1437375" y="247075"/>
                  </a:lnTo>
                  <a:lnTo>
                    <a:pt x="1416964" y="257283"/>
                  </a:lnTo>
                  <a:lnTo>
                    <a:pt x="1368956" y="271589"/>
                  </a:lnTo>
                  <a:lnTo>
                    <a:pt x="1322026" y="273601"/>
                  </a:lnTo>
                  <a:lnTo>
                    <a:pt x="1259787" y="255198"/>
                  </a:lnTo>
                  <a:lnTo>
                    <a:pt x="1256697" y="223568"/>
                  </a:lnTo>
                  <a:lnTo>
                    <a:pt x="1208689" y="178639"/>
                  </a:lnTo>
                  <a:lnTo>
                    <a:pt x="1188278" y="138813"/>
                  </a:lnTo>
                  <a:lnTo>
                    <a:pt x="1156656" y="142911"/>
                  </a:lnTo>
                  <a:lnTo>
                    <a:pt x="1143360" y="125586"/>
                  </a:lnTo>
                  <a:lnTo>
                    <a:pt x="1285229" y="53124"/>
                  </a:lnTo>
                  <a:lnTo>
                    <a:pt x="1295506" y="33931"/>
                  </a:lnTo>
                  <a:lnTo>
                    <a:pt x="1248791" y="28611"/>
                  </a:lnTo>
                  <a:lnTo>
                    <a:pt x="1213432" y="44929"/>
                  </a:lnTo>
                  <a:lnTo>
                    <a:pt x="1169880" y="38100"/>
                  </a:lnTo>
                  <a:cubicBezTo>
                    <a:pt x="1169880" y="38100"/>
                    <a:pt x="1129058" y="27173"/>
                    <a:pt x="1124962" y="27173"/>
                  </a:cubicBezTo>
                  <a:cubicBezTo>
                    <a:pt x="1120865" y="27173"/>
                    <a:pt x="1093627" y="28539"/>
                    <a:pt x="1093627" y="28539"/>
                  </a:cubicBezTo>
                  <a:lnTo>
                    <a:pt x="1047343" y="9489"/>
                  </a:lnTo>
                  <a:lnTo>
                    <a:pt x="1047343" y="1438"/>
                  </a:lnTo>
                  <a:lnTo>
                    <a:pt x="937097" y="6110"/>
                  </a:lnTo>
                  <a:lnTo>
                    <a:pt x="908493" y="10208"/>
                  </a:lnTo>
                  <a:cubicBezTo>
                    <a:pt x="908493" y="10208"/>
                    <a:pt x="843164" y="4098"/>
                    <a:pt x="824766" y="4098"/>
                  </a:cubicBezTo>
                  <a:lnTo>
                    <a:pt x="767630" y="26526"/>
                  </a:lnTo>
                  <a:lnTo>
                    <a:pt x="667589" y="12221"/>
                  </a:lnTo>
                  <a:lnTo>
                    <a:pt x="614478" y="0"/>
                  </a:lnTo>
                  <a:lnTo>
                    <a:pt x="575669" y="20416"/>
                  </a:lnTo>
                  <a:lnTo>
                    <a:pt x="545053" y="12221"/>
                  </a:lnTo>
                  <a:lnTo>
                    <a:pt x="502147" y="53052"/>
                  </a:lnTo>
                  <a:lnTo>
                    <a:pt x="459241" y="99995"/>
                  </a:lnTo>
                  <a:lnTo>
                    <a:pt x="389816" y="124508"/>
                  </a:lnTo>
                  <a:lnTo>
                    <a:pt x="342886" y="93884"/>
                  </a:lnTo>
                  <a:cubicBezTo>
                    <a:pt x="342886" y="93884"/>
                    <a:pt x="310257" y="120410"/>
                    <a:pt x="308173" y="126593"/>
                  </a:cubicBezTo>
                  <a:cubicBezTo>
                    <a:pt x="306161" y="132703"/>
                    <a:pt x="277557" y="153119"/>
                    <a:pt x="277557" y="153119"/>
                  </a:cubicBezTo>
                  <a:lnTo>
                    <a:pt x="277557" y="185756"/>
                  </a:lnTo>
                  <a:lnTo>
                    <a:pt x="251037" y="193950"/>
                  </a:lnTo>
                  <a:lnTo>
                    <a:pt x="163286" y="220477"/>
                  </a:lnTo>
                  <a:lnTo>
                    <a:pt x="75534" y="228672"/>
                  </a:lnTo>
                  <a:lnTo>
                    <a:pt x="0" y="218464"/>
                  </a:lnTo>
                  <a:lnTo>
                    <a:pt x="0" y="584440"/>
                  </a:lnTo>
                  <a:lnTo>
                    <a:pt x="34713" y="605790"/>
                  </a:lnTo>
                  <a:lnTo>
                    <a:pt x="49661" y="642524"/>
                  </a:lnTo>
                  <a:lnTo>
                    <a:pt x="74168" y="664306"/>
                  </a:lnTo>
                  <a:lnTo>
                    <a:pt x="87752" y="707870"/>
                  </a:lnTo>
                  <a:lnTo>
                    <a:pt x="136766" y="747335"/>
                  </a:lnTo>
                  <a:lnTo>
                    <a:pt x="188512" y="797728"/>
                  </a:lnTo>
                  <a:cubicBezTo>
                    <a:pt x="188512" y="797728"/>
                    <a:pt x="217115" y="816778"/>
                    <a:pt x="222506" y="815412"/>
                  </a:cubicBezTo>
                  <a:cubicBezTo>
                    <a:pt x="227968" y="814046"/>
                    <a:pt x="259230" y="803191"/>
                    <a:pt x="275617" y="794996"/>
                  </a:cubicBezTo>
                  <a:cubicBezTo>
                    <a:pt x="291931" y="786801"/>
                    <a:pt x="308245" y="759628"/>
                    <a:pt x="308245" y="759628"/>
                  </a:cubicBezTo>
                  <a:lnTo>
                    <a:pt x="305514" y="707870"/>
                  </a:lnTo>
                  <a:lnTo>
                    <a:pt x="355894" y="687453"/>
                  </a:lnTo>
                  <a:lnTo>
                    <a:pt x="373574" y="716064"/>
                  </a:lnTo>
                  <a:lnTo>
                    <a:pt x="410299" y="717430"/>
                  </a:lnTo>
                  <a:lnTo>
                    <a:pt x="459313" y="735114"/>
                  </a:lnTo>
                  <a:lnTo>
                    <a:pt x="486551" y="777312"/>
                  </a:lnTo>
                  <a:cubicBezTo>
                    <a:pt x="486551" y="777312"/>
                    <a:pt x="520545" y="804557"/>
                    <a:pt x="523276" y="808654"/>
                  </a:cubicBezTo>
                  <a:cubicBezTo>
                    <a:pt x="526007" y="812752"/>
                    <a:pt x="534128" y="844023"/>
                    <a:pt x="534128" y="844023"/>
                  </a:cubicBezTo>
                  <a:cubicBezTo>
                    <a:pt x="534128" y="844023"/>
                    <a:pt x="558636" y="882123"/>
                    <a:pt x="561367" y="886221"/>
                  </a:cubicBezTo>
                  <a:cubicBezTo>
                    <a:pt x="564098" y="890318"/>
                    <a:pt x="617137" y="898441"/>
                    <a:pt x="617137" y="898441"/>
                  </a:cubicBezTo>
                  <a:lnTo>
                    <a:pt x="660115" y="916988"/>
                  </a:lnTo>
                  <a:lnTo>
                    <a:pt x="760084" y="827705"/>
                  </a:lnTo>
                  <a:lnTo>
                    <a:pt x="762815" y="801825"/>
                  </a:lnTo>
                  <a:lnTo>
                    <a:pt x="775033" y="789605"/>
                  </a:lnTo>
                  <a:lnTo>
                    <a:pt x="780495" y="788239"/>
                  </a:lnTo>
                  <a:lnTo>
                    <a:pt x="791419" y="785507"/>
                  </a:lnTo>
                  <a:lnTo>
                    <a:pt x="810464" y="759628"/>
                  </a:lnTo>
                  <a:lnTo>
                    <a:pt x="836337" y="741944"/>
                  </a:lnTo>
                  <a:lnTo>
                    <a:pt x="879889" y="726991"/>
                  </a:lnTo>
                  <a:cubicBezTo>
                    <a:pt x="879889" y="726991"/>
                    <a:pt x="881255" y="713404"/>
                    <a:pt x="881255" y="709307"/>
                  </a:cubicBezTo>
                  <a:cubicBezTo>
                    <a:pt x="881255" y="705209"/>
                    <a:pt x="878524" y="664378"/>
                    <a:pt x="878524" y="664378"/>
                  </a:cubicBezTo>
                  <a:cubicBezTo>
                    <a:pt x="878524" y="664378"/>
                    <a:pt x="877158" y="634401"/>
                    <a:pt x="877158" y="618083"/>
                  </a:cubicBezTo>
                  <a:cubicBezTo>
                    <a:pt x="877158" y="601765"/>
                    <a:pt x="892107" y="573153"/>
                    <a:pt x="892107" y="573153"/>
                  </a:cubicBezTo>
                  <a:lnTo>
                    <a:pt x="911152" y="532322"/>
                  </a:lnTo>
                  <a:lnTo>
                    <a:pt x="931563" y="491490"/>
                  </a:lnTo>
                  <a:lnTo>
                    <a:pt x="938390" y="458854"/>
                  </a:lnTo>
                  <a:lnTo>
                    <a:pt x="971019" y="473806"/>
                  </a:lnTo>
                  <a:lnTo>
                    <a:pt x="1010475" y="483367"/>
                  </a:lnTo>
                  <a:lnTo>
                    <a:pt x="1071707" y="460219"/>
                  </a:lnTo>
                  <a:cubicBezTo>
                    <a:pt x="1071707" y="460219"/>
                    <a:pt x="1104335" y="413924"/>
                    <a:pt x="1112528" y="407095"/>
                  </a:cubicBezTo>
                  <a:cubicBezTo>
                    <a:pt x="1120721" y="400266"/>
                    <a:pt x="1168298" y="402997"/>
                    <a:pt x="1168298" y="402997"/>
                  </a:cubicBezTo>
                  <a:cubicBezTo>
                    <a:pt x="1168298" y="402997"/>
                    <a:pt x="1218678" y="412558"/>
                    <a:pt x="1224068" y="413852"/>
                  </a:cubicBezTo>
                  <a:cubicBezTo>
                    <a:pt x="1229530" y="415218"/>
                    <a:pt x="1241748" y="415218"/>
                    <a:pt x="1241748" y="415218"/>
                  </a:cubicBezTo>
                  <a:lnTo>
                    <a:pt x="1307077" y="390705"/>
                  </a:lnTo>
                  <a:lnTo>
                    <a:pt x="1360188" y="373021"/>
                  </a:lnTo>
                  <a:lnTo>
                    <a:pt x="1403740" y="349873"/>
                  </a:lnTo>
                  <a:lnTo>
                    <a:pt x="1440465" y="334921"/>
                  </a:lnTo>
                  <a:lnTo>
                    <a:pt x="1460876" y="346854"/>
                  </a:lnTo>
                  <a:lnTo>
                    <a:pt x="1461523" y="341103"/>
                  </a:lnTo>
                  <a:lnTo>
                    <a:pt x="1468638" y="303290"/>
                  </a:lnTo>
                  <a:lnTo>
                    <a:pt x="1503350" y="287978"/>
                  </a:lnTo>
                  <a:lnTo>
                    <a:pt x="1506441" y="267563"/>
                  </a:lnTo>
                  <a:lnTo>
                    <a:pt x="1484018" y="245134"/>
                  </a:lnTo>
                  <a:close/>
                </a:path>
              </a:pathLst>
            </a:custGeom>
            <a:grpFill/>
            <a:ln w="12700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4" name="Quindío">
              <a:extLst>
                <a:ext uri="{FF2B5EF4-FFF2-40B4-BE49-F238E27FC236}">
                  <a16:creationId xmlns:a16="http://schemas.microsoft.com/office/drawing/2014/main" id="{15A512BC-C1D5-0443-8CE4-1453CC77207B}"/>
                </a:ext>
              </a:extLst>
            </p:cNvPr>
            <p:cNvSpPr/>
            <p:nvPr/>
          </p:nvSpPr>
          <p:spPr>
            <a:xfrm>
              <a:off x="5266273" y="3225905"/>
              <a:ext cx="208563" cy="285534"/>
            </a:xfrm>
            <a:custGeom>
              <a:avLst/>
              <a:gdLst>
                <a:gd name="connsiteX0" fmla="*/ 78840 w 208563"/>
                <a:gd name="connsiteY0" fmla="*/ 258217 h 285534"/>
                <a:gd name="connsiteX1" fmla="*/ 87033 w 208563"/>
                <a:gd name="connsiteY1" fmla="*/ 219398 h 285534"/>
                <a:gd name="connsiteX2" fmla="*/ 107444 w 208563"/>
                <a:gd name="connsiteY2" fmla="*/ 182664 h 285534"/>
                <a:gd name="connsiteX3" fmla="*/ 126848 w 208563"/>
                <a:gd name="connsiteY3" fmla="*/ 140826 h 285534"/>
                <a:gd name="connsiteX4" fmla="*/ 124836 w 208563"/>
                <a:gd name="connsiteY4" fmla="*/ 99995 h 285534"/>
                <a:gd name="connsiteX5" fmla="*/ 169754 w 208563"/>
                <a:gd name="connsiteY5" fmla="*/ 74475 h 285534"/>
                <a:gd name="connsiteX6" fmla="*/ 199364 w 208563"/>
                <a:gd name="connsiteY6" fmla="*/ 52046 h 285534"/>
                <a:gd name="connsiteX7" fmla="*/ 208563 w 208563"/>
                <a:gd name="connsiteY7" fmla="*/ 0 h 285534"/>
                <a:gd name="connsiteX8" fmla="*/ 165657 w 208563"/>
                <a:gd name="connsiteY8" fmla="*/ 8195 h 285534"/>
                <a:gd name="connsiteX9" fmla="*/ 123830 w 208563"/>
                <a:gd name="connsiteY9" fmla="*/ 14305 h 285534"/>
                <a:gd name="connsiteX10" fmla="*/ 91201 w 208563"/>
                <a:gd name="connsiteY10" fmla="*/ 7189 h 285534"/>
                <a:gd name="connsiteX11" fmla="*/ 74672 w 208563"/>
                <a:gd name="connsiteY11" fmla="*/ 6829 h 285534"/>
                <a:gd name="connsiteX12" fmla="*/ 74815 w 208563"/>
                <a:gd name="connsiteY12" fmla="*/ 6829 h 285534"/>
                <a:gd name="connsiteX13" fmla="*/ 60513 w 208563"/>
                <a:gd name="connsiteY13" fmla="*/ 35440 h 285534"/>
                <a:gd name="connsiteX14" fmla="*/ 55770 w 208563"/>
                <a:gd name="connsiteY14" fmla="*/ 40185 h 285534"/>
                <a:gd name="connsiteX15" fmla="*/ 12218 w 208563"/>
                <a:gd name="connsiteY15" fmla="*/ 34074 h 285534"/>
                <a:gd name="connsiteX16" fmla="*/ 5390 w 208563"/>
                <a:gd name="connsiteY16" fmla="*/ 52477 h 285534"/>
                <a:gd name="connsiteX17" fmla="*/ 9487 w 208563"/>
                <a:gd name="connsiteY17" fmla="*/ 79004 h 285534"/>
                <a:gd name="connsiteX18" fmla="*/ 3378 w 208563"/>
                <a:gd name="connsiteY18" fmla="*/ 96041 h 285534"/>
                <a:gd name="connsiteX19" fmla="*/ 0 w 208563"/>
                <a:gd name="connsiteY19" fmla="*/ 121201 h 285534"/>
                <a:gd name="connsiteX20" fmla="*/ 24507 w 208563"/>
                <a:gd name="connsiteY20" fmla="*/ 128677 h 285534"/>
                <a:gd name="connsiteX21" fmla="*/ 35359 w 208563"/>
                <a:gd name="connsiteY21" fmla="*/ 151106 h 285534"/>
                <a:gd name="connsiteX22" fmla="*/ 31263 w 208563"/>
                <a:gd name="connsiteY22" fmla="*/ 204230 h 285534"/>
                <a:gd name="connsiteX23" fmla="*/ 17680 w 208563"/>
                <a:gd name="connsiteY23" fmla="*/ 253257 h 285534"/>
                <a:gd name="connsiteX24" fmla="*/ 31263 w 208563"/>
                <a:gd name="connsiteY24" fmla="*/ 277770 h 285534"/>
                <a:gd name="connsiteX25" fmla="*/ 33706 w 208563"/>
                <a:gd name="connsiteY25" fmla="*/ 285534 h 285534"/>
                <a:gd name="connsiteX26" fmla="*/ 53398 w 208563"/>
                <a:gd name="connsiteY26" fmla="*/ 264472 h 285534"/>
                <a:gd name="connsiteX27" fmla="*/ 78912 w 208563"/>
                <a:gd name="connsiteY27" fmla="*/ 258361 h 285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08563" h="285534">
                  <a:moveTo>
                    <a:pt x="78840" y="258217"/>
                  </a:moveTo>
                  <a:cubicBezTo>
                    <a:pt x="78840" y="258217"/>
                    <a:pt x="84949" y="226587"/>
                    <a:pt x="87033" y="219398"/>
                  </a:cubicBezTo>
                  <a:cubicBezTo>
                    <a:pt x="89045" y="212282"/>
                    <a:pt x="100329" y="186690"/>
                    <a:pt x="107444" y="182664"/>
                  </a:cubicBezTo>
                  <a:cubicBezTo>
                    <a:pt x="114559" y="178567"/>
                    <a:pt x="126848" y="159157"/>
                    <a:pt x="126848" y="140826"/>
                  </a:cubicBezTo>
                  <a:cubicBezTo>
                    <a:pt x="126848" y="122495"/>
                    <a:pt x="124836" y="99995"/>
                    <a:pt x="124836" y="99995"/>
                  </a:cubicBezTo>
                  <a:lnTo>
                    <a:pt x="169754" y="74475"/>
                  </a:lnTo>
                  <a:cubicBezTo>
                    <a:pt x="169754" y="74475"/>
                    <a:pt x="198358" y="62254"/>
                    <a:pt x="199364" y="52046"/>
                  </a:cubicBezTo>
                  <a:cubicBezTo>
                    <a:pt x="200370" y="41838"/>
                    <a:pt x="208563" y="0"/>
                    <a:pt x="208563" y="0"/>
                  </a:cubicBezTo>
                  <a:lnTo>
                    <a:pt x="165657" y="8195"/>
                  </a:lnTo>
                  <a:lnTo>
                    <a:pt x="123830" y="14305"/>
                  </a:lnTo>
                  <a:lnTo>
                    <a:pt x="91201" y="7189"/>
                  </a:lnTo>
                  <a:lnTo>
                    <a:pt x="74672" y="6829"/>
                  </a:lnTo>
                  <a:lnTo>
                    <a:pt x="74815" y="6829"/>
                  </a:lnTo>
                  <a:cubicBezTo>
                    <a:pt x="74815" y="6829"/>
                    <a:pt x="60513" y="35440"/>
                    <a:pt x="60513" y="35440"/>
                  </a:cubicBezTo>
                  <a:lnTo>
                    <a:pt x="55770" y="40185"/>
                  </a:lnTo>
                  <a:lnTo>
                    <a:pt x="12218" y="34074"/>
                  </a:lnTo>
                  <a:lnTo>
                    <a:pt x="5390" y="52477"/>
                  </a:lnTo>
                  <a:lnTo>
                    <a:pt x="9487" y="79004"/>
                  </a:lnTo>
                  <a:cubicBezTo>
                    <a:pt x="9487" y="79004"/>
                    <a:pt x="4743" y="93956"/>
                    <a:pt x="3378" y="96041"/>
                  </a:cubicBezTo>
                  <a:cubicBezTo>
                    <a:pt x="2012" y="98053"/>
                    <a:pt x="0" y="121201"/>
                    <a:pt x="0" y="121201"/>
                  </a:cubicBezTo>
                  <a:lnTo>
                    <a:pt x="24507" y="128677"/>
                  </a:lnTo>
                  <a:lnTo>
                    <a:pt x="35359" y="151106"/>
                  </a:lnTo>
                  <a:lnTo>
                    <a:pt x="31263" y="204230"/>
                  </a:lnTo>
                  <a:cubicBezTo>
                    <a:pt x="31263" y="204230"/>
                    <a:pt x="17680" y="249160"/>
                    <a:pt x="17680" y="253257"/>
                  </a:cubicBezTo>
                  <a:cubicBezTo>
                    <a:pt x="17680" y="257355"/>
                    <a:pt x="31263" y="277770"/>
                    <a:pt x="31263" y="277770"/>
                  </a:cubicBezTo>
                  <a:lnTo>
                    <a:pt x="33706" y="285534"/>
                  </a:lnTo>
                  <a:lnTo>
                    <a:pt x="53398" y="264472"/>
                  </a:lnTo>
                  <a:lnTo>
                    <a:pt x="78912" y="258361"/>
                  </a:lnTo>
                  <a:close/>
                </a:path>
              </a:pathLst>
            </a:custGeom>
            <a:grpFill/>
            <a:ln w="12700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5" name="Risaralda">
              <a:extLst>
                <a:ext uri="{FF2B5EF4-FFF2-40B4-BE49-F238E27FC236}">
                  <a16:creationId xmlns:a16="http://schemas.microsoft.com/office/drawing/2014/main" id="{811C4ED3-91F5-BEF3-84D1-81A63CD52DFE}"/>
                </a:ext>
              </a:extLst>
            </p:cNvPr>
            <p:cNvSpPr/>
            <p:nvPr/>
          </p:nvSpPr>
          <p:spPr>
            <a:xfrm>
              <a:off x="5122032" y="2867909"/>
              <a:ext cx="349066" cy="372157"/>
            </a:xfrm>
            <a:custGeom>
              <a:avLst/>
              <a:gdLst>
                <a:gd name="connsiteX0" fmla="*/ 267999 w 349066"/>
                <a:gd name="connsiteY0" fmla="*/ 372158 h 372157"/>
                <a:gd name="connsiteX1" fmla="*/ 309826 w 349066"/>
                <a:gd name="connsiteY1" fmla="*/ 366047 h 372157"/>
                <a:gd name="connsiteX2" fmla="*/ 349067 w 349066"/>
                <a:gd name="connsiteY2" fmla="*/ 358571 h 372157"/>
                <a:gd name="connsiteX3" fmla="*/ 347629 w 349066"/>
                <a:gd name="connsiteY3" fmla="*/ 315008 h 372157"/>
                <a:gd name="connsiteX4" fmla="*/ 330309 w 349066"/>
                <a:gd name="connsiteY4" fmla="*/ 305806 h 372157"/>
                <a:gd name="connsiteX5" fmla="*/ 318091 w 349066"/>
                <a:gd name="connsiteY5" fmla="*/ 292507 h 372157"/>
                <a:gd name="connsiteX6" fmla="*/ 302280 w 349066"/>
                <a:gd name="connsiteY6" fmla="*/ 279208 h 372157"/>
                <a:gd name="connsiteX7" fmla="*/ 211438 w 349066"/>
                <a:gd name="connsiteY7" fmla="*/ 275111 h 372157"/>
                <a:gd name="connsiteX8" fmla="*/ 205329 w 349066"/>
                <a:gd name="connsiteY8" fmla="*/ 260805 h 372157"/>
                <a:gd name="connsiteX9" fmla="*/ 200729 w 349066"/>
                <a:gd name="connsiteY9" fmla="*/ 234782 h 372157"/>
                <a:gd name="connsiteX10" fmla="*/ 197639 w 349066"/>
                <a:gd name="connsiteY10" fmla="*/ 226587 h 372157"/>
                <a:gd name="connsiteX11" fmla="*/ 177228 w 349066"/>
                <a:gd name="connsiteY11" fmla="*/ 238808 h 372157"/>
                <a:gd name="connsiteX12" fmla="*/ 170616 w 349066"/>
                <a:gd name="connsiteY12" fmla="*/ 261812 h 372157"/>
                <a:gd name="connsiteX13" fmla="*/ 164508 w 349066"/>
                <a:gd name="connsiteY13" fmla="*/ 273026 h 372157"/>
                <a:gd name="connsiteX14" fmla="*/ 155812 w 349066"/>
                <a:gd name="connsiteY14" fmla="*/ 277124 h 372157"/>
                <a:gd name="connsiteX15" fmla="*/ 137916 w 349066"/>
                <a:gd name="connsiteY15" fmla="*/ 265909 h 372157"/>
                <a:gd name="connsiteX16" fmla="*/ 123614 w 349066"/>
                <a:gd name="connsiteY16" fmla="*/ 240893 h 372157"/>
                <a:gd name="connsiteX17" fmla="*/ 123111 w 349066"/>
                <a:gd name="connsiteY17" fmla="*/ 218464 h 372157"/>
                <a:gd name="connsiteX18" fmla="*/ 128717 w 349066"/>
                <a:gd name="connsiteY18" fmla="*/ 206243 h 372157"/>
                <a:gd name="connsiteX19" fmla="*/ 151140 w 349066"/>
                <a:gd name="connsiteY19" fmla="*/ 201642 h 372157"/>
                <a:gd name="connsiteX20" fmla="*/ 158255 w 349066"/>
                <a:gd name="connsiteY20" fmla="*/ 183239 h 372157"/>
                <a:gd name="connsiteX21" fmla="*/ 160267 w 349066"/>
                <a:gd name="connsiteY21" fmla="*/ 157216 h 372157"/>
                <a:gd name="connsiteX22" fmla="*/ 158758 w 349066"/>
                <a:gd name="connsiteY22" fmla="*/ 139316 h 372157"/>
                <a:gd name="connsiteX23" fmla="*/ 164867 w 349066"/>
                <a:gd name="connsiteY23" fmla="*/ 130115 h 372157"/>
                <a:gd name="connsiteX24" fmla="*/ 177085 w 349066"/>
                <a:gd name="connsiteY24" fmla="*/ 124005 h 372157"/>
                <a:gd name="connsiteX25" fmla="*/ 188296 w 349066"/>
                <a:gd name="connsiteY25" fmla="*/ 132200 h 372157"/>
                <a:gd name="connsiteX26" fmla="*/ 208707 w 349066"/>
                <a:gd name="connsiteY26" fmla="*/ 141401 h 372157"/>
                <a:gd name="connsiteX27" fmla="*/ 218912 w 349066"/>
                <a:gd name="connsiteY27" fmla="*/ 140898 h 372157"/>
                <a:gd name="connsiteX28" fmla="*/ 230627 w 349066"/>
                <a:gd name="connsiteY28" fmla="*/ 119476 h 372157"/>
                <a:gd name="connsiteX29" fmla="*/ 229118 w 349066"/>
                <a:gd name="connsiteY29" fmla="*/ 98053 h 372157"/>
                <a:gd name="connsiteX30" fmla="*/ 216900 w 349066"/>
                <a:gd name="connsiteY30" fmla="*/ 83748 h 372157"/>
                <a:gd name="connsiteX31" fmla="*/ 201089 w 349066"/>
                <a:gd name="connsiteY31" fmla="*/ 77638 h 372157"/>
                <a:gd name="connsiteX32" fmla="*/ 173563 w 349066"/>
                <a:gd name="connsiteY32" fmla="*/ 85833 h 372157"/>
                <a:gd name="connsiteX33" fmla="*/ 162351 w 349066"/>
                <a:gd name="connsiteY33" fmla="*/ 96544 h 372157"/>
                <a:gd name="connsiteX34" fmla="*/ 146037 w 349066"/>
                <a:gd name="connsiteY34" fmla="*/ 98053 h 372157"/>
                <a:gd name="connsiteX35" fmla="*/ 146540 w 349066"/>
                <a:gd name="connsiteY35" fmla="*/ 94459 h 372157"/>
                <a:gd name="connsiteX36" fmla="*/ 146037 w 349066"/>
                <a:gd name="connsiteY36" fmla="*/ 75553 h 372157"/>
                <a:gd name="connsiteX37" fmla="*/ 149631 w 349066"/>
                <a:gd name="connsiteY37" fmla="*/ 46439 h 372157"/>
                <a:gd name="connsiteX38" fmla="*/ 132310 w 349066"/>
                <a:gd name="connsiteY38" fmla="*/ 45432 h 372157"/>
                <a:gd name="connsiteX39" fmla="*/ 106294 w 349066"/>
                <a:gd name="connsiteY39" fmla="*/ 43419 h 372157"/>
                <a:gd name="connsiteX40" fmla="*/ 83871 w 349066"/>
                <a:gd name="connsiteY40" fmla="*/ 38316 h 372157"/>
                <a:gd name="connsiteX41" fmla="*/ 77762 w 349066"/>
                <a:gd name="connsiteY41" fmla="*/ 19913 h 372157"/>
                <a:gd name="connsiteX42" fmla="*/ 77762 w 349066"/>
                <a:gd name="connsiteY42" fmla="*/ 3594 h 372157"/>
                <a:gd name="connsiteX43" fmla="*/ 67054 w 349066"/>
                <a:gd name="connsiteY43" fmla="*/ 0 h 372157"/>
                <a:gd name="connsiteX44" fmla="*/ 58932 w 349066"/>
                <a:gd name="connsiteY44" fmla="*/ 4313 h 372157"/>
                <a:gd name="connsiteX45" fmla="*/ 55842 w 349066"/>
                <a:gd name="connsiteY45" fmla="*/ 31127 h 372157"/>
                <a:gd name="connsiteX46" fmla="*/ 46283 w 349066"/>
                <a:gd name="connsiteY46" fmla="*/ 52909 h 372157"/>
                <a:gd name="connsiteX47" fmla="*/ 14949 w 349066"/>
                <a:gd name="connsiteY47" fmla="*/ 67861 h 372157"/>
                <a:gd name="connsiteX48" fmla="*/ 0 w 349066"/>
                <a:gd name="connsiteY48" fmla="*/ 89643 h 372157"/>
                <a:gd name="connsiteX49" fmla="*/ 8193 w 349066"/>
                <a:gd name="connsiteY49" fmla="*/ 134572 h 372157"/>
                <a:gd name="connsiteX50" fmla="*/ 32700 w 349066"/>
                <a:gd name="connsiteY50" fmla="*/ 169940 h 372157"/>
                <a:gd name="connsiteX51" fmla="*/ 51745 w 349066"/>
                <a:gd name="connsiteY51" fmla="*/ 205309 h 372157"/>
                <a:gd name="connsiteX52" fmla="*/ 59292 w 349066"/>
                <a:gd name="connsiteY52" fmla="*/ 252969 h 372157"/>
                <a:gd name="connsiteX53" fmla="*/ 83080 w 349066"/>
                <a:gd name="connsiteY53" fmla="*/ 276764 h 372157"/>
                <a:gd name="connsiteX54" fmla="*/ 99394 w 349066"/>
                <a:gd name="connsiteY54" fmla="*/ 297899 h 372157"/>
                <a:gd name="connsiteX55" fmla="*/ 126633 w 349066"/>
                <a:gd name="connsiteY55" fmla="*/ 302643 h 372157"/>
                <a:gd name="connsiteX56" fmla="*/ 127998 w 349066"/>
                <a:gd name="connsiteY56" fmla="*/ 319681 h 372157"/>
                <a:gd name="connsiteX57" fmla="*/ 116427 w 349066"/>
                <a:gd name="connsiteY57" fmla="*/ 335999 h 372157"/>
                <a:gd name="connsiteX58" fmla="*/ 127280 w 349066"/>
                <a:gd name="connsiteY58" fmla="*/ 347572 h 372157"/>
                <a:gd name="connsiteX59" fmla="*/ 154518 w 349066"/>
                <a:gd name="connsiteY59" fmla="*/ 342828 h 372157"/>
                <a:gd name="connsiteX60" fmla="*/ 164076 w 349066"/>
                <a:gd name="connsiteY60" fmla="*/ 359865 h 372157"/>
                <a:gd name="connsiteX61" fmla="*/ 188584 w 349066"/>
                <a:gd name="connsiteY61" fmla="*/ 358499 h 372157"/>
                <a:gd name="connsiteX62" fmla="*/ 219056 w 349066"/>
                <a:gd name="connsiteY62" fmla="*/ 364610 h 372157"/>
                <a:gd name="connsiteX63" fmla="*/ 235586 w 349066"/>
                <a:gd name="connsiteY63" fmla="*/ 364969 h 372157"/>
                <a:gd name="connsiteX64" fmla="*/ 268214 w 349066"/>
                <a:gd name="connsiteY64" fmla="*/ 372086 h 372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349066" h="372157">
                  <a:moveTo>
                    <a:pt x="267999" y="372158"/>
                  </a:moveTo>
                  <a:lnTo>
                    <a:pt x="309826" y="366047"/>
                  </a:lnTo>
                  <a:lnTo>
                    <a:pt x="349067" y="358571"/>
                  </a:lnTo>
                  <a:lnTo>
                    <a:pt x="347629" y="315008"/>
                  </a:lnTo>
                  <a:cubicBezTo>
                    <a:pt x="347629" y="315008"/>
                    <a:pt x="333327" y="306813"/>
                    <a:pt x="330309" y="305806"/>
                  </a:cubicBezTo>
                  <a:cubicBezTo>
                    <a:pt x="327218" y="304800"/>
                    <a:pt x="319097" y="295095"/>
                    <a:pt x="318091" y="292507"/>
                  </a:cubicBezTo>
                  <a:cubicBezTo>
                    <a:pt x="317085" y="289991"/>
                    <a:pt x="302280" y="279208"/>
                    <a:pt x="302280" y="279208"/>
                  </a:cubicBezTo>
                  <a:lnTo>
                    <a:pt x="211438" y="275111"/>
                  </a:lnTo>
                  <a:lnTo>
                    <a:pt x="205329" y="260805"/>
                  </a:lnTo>
                  <a:lnTo>
                    <a:pt x="200729" y="234782"/>
                  </a:lnTo>
                  <a:lnTo>
                    <a:pt x="197639" y="226587"/>
                  </a:lnTo>
                  <a:lnTo>
                    <a:pt x="177228" y="238808"/>
                  </a:lnTo>
                  <a:lnTo>
                    <a:pt x="170616" y="261812"/>
                  </a:lnTo>
                  <a:lnTo>
                    <a:pt x="164508" y="273026"/>
                  </a:lnTo>
                  <a:lnTo>
                    <a:pt x="155812" y="277124"/>
                  </a:lnTo>
                  <a:cubicBezTo>
                    <a:pt x="155812" y="277124"/>
                    <a:pt x="146109" y="273026"/>
                    <a:pt x="137916" y="265909"/>
                  </a:cubicBezTo>
                  <a:cubicBezTo>
                    <a:pt x="129723" y="258792"/>
                    <a:pt x="124117" y="248009"/>
                    <a:pt x="123614" y="240893"/>
                  </a:cubicBezTo>
                  <a:cubicBezTo>
                    <a:pt x="123111" y="233776"/>
                    <a:pt x="122608" y="224574"/>
                    <a:pt x="123111" y="218464"/>
                  </a:cubicBezTo>
                  <a:cubicBezTo>
                    <a:pt x="123614" y="212353"/>
                    <a:pt x="128717" y="206243"/>
                    <a:pt x="128717" y="206243"/>
                  </a:cubicBezTo>
                  <a:lnTo>
                    <a:pt x="151140" y="201642"/>
                  </a:lnTo>
                  <a:lnTo>
                    <a:pt x="158255" y="183239"/>
                  </a:lnTo>
                  <a:cubicBezTo>
                    <a:pt x="158255" y="183239"/>
                    <a:pt x="160842" y="165915"/>
                    <a:pt x="160267" y="157216"/>
                  </a:cubicBezTo>
                  <a:cubicBezTo>
                    <a:pt x="159764" y="148518"/>
                    <a:pt x="158758" y="139316"/>
                    <a:pt x="158758" y="139316"/>
                  </a:cubicBezTo>
                  <a:lnTo>
                    <a:pt x="164867" y="130115"/>
                  </a:lnTo>
                  <a:lnTo>
                    <a:pt x="177085" y="124005"/>
                  </a:lnTo>
                  <a:lnTo>
                    <a:pt x="188296" y="132200"/>
                  </a:lnTo>
                  <a:lnTo>
                    <a:pt x="208707" y="141401"/>
                  </a:lnTo>
                  <a:lnTo>
                    <a:pt x="218912" y="140898"/>
                  </a:lnTo>
                  <a:lnTo>
                    <a:pt x="230627" y="119476"/>
                  </a:lnTo>
                  <a:lnTo>
                    <a:pt x="229118" y="98053"/>
                  </a:lnTo>
                  <a:lnTo>
                    <a:pt x="216900" y="83748"/>
                  </a:lnTo>
                  <a:lnTo>
                    <a:pt x="201089" y="77638"/>
                  </a:lnTo>
                  <a:lnTo>
                    <a:pt x="173563" y="85833"/>
                  </a:lnTo>
                  <a:lnTo>
                    <a:pt x="162351" y="96544"/>
                  </a:lnTo>
                  <a:cubicBezTo>
                    <a:pt x="162351" y="96544"/>
                    <a:pt x="153152" y="97550"/>
                    <a:pt x="146037" y="98053"/>
                  </a:cubicBezTo>
                  <a:cubicBezTo>
                    <a:pt x="138922" y="98557"/>
                    <a:pt x="146540" y="94459"/>
                    <a:pt x="146540" y="94459"/>
                  </a:cubicBezTo>
                  <a:lnTo>
                    <a:pt x="146037" y="75553"/>
                  </a:lnTo>
                  <a:lnTo>
                    <a:pt x="149631" y="46439"/>
                  </a:lnTo>
                  <a:lnTo>
                    <a:pt x="132310" y="45432"/>
                  </a:lnTo>
                  <a:lnTo>
                    <a:pt x="106294" y="43419"/>
                  </a:lnTo>
                  <a:cubicBezTo>
                    <a:pt x="106294" y="43419"/>
                    <a:pt x="85380" y="39322"/>
                    <a:pt x="83871" y="38316"/>
                  </a:cubicBezTo>
                  <a:cubicBezTo>
                    <a:pt x="82362" y="37309"/>
                    <a:pt x="77762" y="19913"/>
                    <a:pt x="77762" y="19913"/>
                  </a:cubicBezTo>
                  <a:lnTo>
                    <a:pt x="77762" y="3594"/>
                  </a:lnTo>
                  <a:lnTo>
                    <a:pt x="67054" y="0"/>
                  </a:lnTo>
                  <a:lnTo>
                    <a:pt x="58932" y="4313"/>
                  </a:lnTo>
                  <a:cubicBezTo>
                    <a:pt x="57711" y="16103"/>
                    <a:pt x="55842" y="31127"/>
                    <a:pt x="55842" y="31127"/>
                  </a:cubicBezTo>
                  <a:lnTo>
                    <a:pt x="46283" y="52909"/>
                  </a:lnTo>
                  <a:lnTo>
                    <a:pt x="14949" y="67861"/>
                  </a:lnTo>
                  <a:lnTo>
                    <a:pt x="0" y="89643"/>
                  </a:lnTo>
                  <a:lnTo>
                    <a:pt x="8193" y="134572"/>
                  </a:lnTo>
                  <a:lnTo>
                    <a:pt x="32700" y="169940"/>
                  </a:lnTo>
                  <a:lnTo>
                    <a:pt x="51745" y="205309"/>
                  </a:lnTo>
                  <a:lnTo>
                    <a:pt x="59292" y="252969"/>
                  </a:lnTo>
                  <a:cubicBezTo>
                    <a:pt x="71509" y="264543"/>
                    <a:pt x="82505" y="275254"/>
                    <a:pt x="83080" y="276764"/>
                  </a:cubicBezTo>
                  <a:cubicBezTo>
                    <a:pt x="84446" y="280143"/>
                    <a:pt x="99394" y="297899"/>
                    <a:pt x="99394" y="297899"/>
                  </a:cubicBezTo>
                  <a:lnTo>
                    <a:pt x="126633" y="302643"/>
                  </a:lnTo>
                  <a:lnTo>
                    <a:pt x="127998" y="319681"/>
                  </a:lnTo>
                  <a:lnTo>
                    <a:pt x="116427" y="335999"/>
                  </a:lnTo>
                  <a:lnTo>
                    <a:pt x="127280" y="347572"/>
                  </a:lnTo>
                  <a:lnTo>
                    <a:pt x="154518" y="342828"/>
                  </a:lnTo>
                  <a:lnTo>
                    <a:pt x="164076" y="359865"/>
                  </a:lnTo>
                  <a:lnTo>
                    <a:pt x="188584" y="358499"/>
                  </a:lnTo>
                  <a:lnTo>
                    <a:pt x="219056" y="364610"/>
                  </a:lnTo>
                  <a:lnTo>
                    <a:pt x="235586" y="364969"/>
                  </a:lnTo>
                  <a:lnTo>
                    <a:pt x="268214" y="372086"/>
                  </a:lnTo>
                  <a:close/>
                </a:path>
              </a:pathLst>
            </a:custGeom>
            <a:grpFill/>
            <a:ln w="12700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6" name="Boyacá">
              <a:extLst>
                <a:ext uri="{FF2B5EF4-FFF2-40B4-BE49-F238E27FC236}">
                  <a16:creationId xmlns:a16="http://schemas.microsoft.com/office/drawing/2014/main" id="{BE74320E-5C8C-2D3F-67EF-8E677FA78F87}"/>
                </a:ext>
              </a:extLst>
            </p:cNvPr>
            <p:cNvSpPr/>
            <p:nvPr/>
          </p:nvSpPr>
          <p:spPr>
            <a:xfrm>
              <a:off x="5776038" y="2250977"/>
              <a:ext cx="1101676" cy="1005624"/>
            </a:xfrm>
            <a:custGeom>
              <a:avLst/>
              <a:gdLst>
                <a:gd name="connsiteX0" fmla="*/ 885136 w 1101676"/>
                <a:gd name="connsiteY0" fmla="*/ 98125 h 1005624"/>
                <a:gd name="connsiteX1" fmla="*/ 887867 w 1101676"/>
                <a:gd name="connsiteY1" fmla="*/ 117175 h 1005624"/>
                <a:gd name="connsiteX2" fmla="*/ 883770 w 1101676"/>
                <a:gd name="connsiteY2" fmla="*/ 140323 h 1005624"/>
                <a:gd name="connsiteX3" fmla="*/ 887148 w 1101676"/>
                <a:gd name="connsiteY3" fmla="*/ 153910 h 1005624"/>
                <a:gd name="connsiteX4" fmla="*/ 894622 w 1101676"/>
                <a:gd name="connsiteY4" fmla="*/ 164764 h 1005624"/>
                <a:gd name="connsiteX5" fmla="*/ 888513 w 1101676"/>
                <a:gd name="connsiteY5" fmla="*/ 182449 h 1005624"/>
                <a:gd name="connsiteX6" fmla="*/ 881686 w 1101676"/>
                <a:gd name="connsiteY6" fmla="*/ 191291 h 1005624"/>
                <a:gd name="connsiteX7" fmla="*/ 862641 w 1101676"/>
                <a:gd name="connsiteY7" fmla="*/ 204877 h 1005624"/>
                <a:gd name="connsiteX8" fmla="*/ 859910 w 1101676"/>
                <a:gd name="connsiteY8" fmla="*/ 217817 h 1005624"/>
                <a:gd name="connsiteX9" fmla="*/ 870762 w 1101676"/>
                <a:gd name="connsiteY9" fmla="*/ 231404 h 1005624"/>
                <a:gd name="connsiteX10" fmla="*/ 867384 w 1101676"/>
                <a:gd name="connsiteY10" fmla="*/ 239599 h 1005624"/>
                <a:gd name="connsiteX11" fmla="*/ 826563 w 1101676"/>
                <a:gd name="connsiteY11" fmla="*/ 261380 h 1005624"/>
                <a:gd name="connsiteX12" fmla="*/ 812261 w 1101676"/>
                <a:gd name="connsiteY12" fmla="*/ 261380 h 1005624"/>
                <a:gd name="connsiteX13" fmla="*/ 808164 w 1101676"/>
                <a:gd name="connsiteY13" fmla="*/ 246428 h 1005624"/>
                <a:gd name="connsiteX14" fmla="*/ 804786 w 1101676"/>
                <a:gd name="connsiteY14" fmla="*/ 232841 h 1005624"/>
                <a:gd name="connsiteX15" fmla="*/ 769427 w 1101676"/>
                <a:gd name="connsiteY15" fmla="*/ 210413 h 1005624"/>
                <a:gd name="connsiteX16" fmla="*/ 750382 w 1101676"/>
                <a:gd name="connsiteY16" fmla="*/ 214510 h 1005624"/>
                <a:gd name="connsiteX17" fmla="*/ 748369 w 1101676"/>
                <a:gd name="connsiteY17" fmla="*/ 225365 h 1005624"/>
                <a:gd name="connsiteX18" fmla="*/ 759222 w 1101676"/>
                <a:gd name="connsiteY18" fmla="*/ 237586 h 1005624"/>
                <a:gd name="connsiteX19" fmla="*/ 783010 w 1101676"/>
                <a:gd name="connsiteY19" fmla="*/ 258721 h 1005624"/>
                <a:gd name="connsiteX20" fmla="*/ 785741 w 1101676"/>
                <a:gd name="connsiteY20" fmla="*/ 271660 h 1005624"/>
                <a:gd name="connsiteX21" fmla="*/ 775536 w 1101676"/>
                <a:gd name="connsiteY21" fmla="*/ 303003 h 1005624"/>
                <a:gd name="connsiteX22" fmla="*/ 773523 w 1101676"/>
                <a:gd name="connsiteY22" fmla="*/ 342469 h 1005624"/>
                <a:gd name="connsiteX23" fmla="*/ 700720 w 1101676"/>
                <a:gd name="connsiteY23" fmla="*/ 420034 h 1005624"/>
                <a:gd name="connsiteX24" fmla="*/ 698708 w 1101676"/>
                <a:gd name="connsiteY24" fmla="*/ 434340 h 1005624"/>
                <a:gd name="connsiteX25" fmla="*/ 661983 w 1101676"/>
                <a:gd name="connsiteY25" fmla="*/ 458853 h 1005624"/>
                <a:gd name="connsiteX26" fmla="*/ 628636 w 1101676"/>
                <a:gd name="connsiteY26" fmla="*/ 462232 h 1005624"/>
                <a:gd name="connsiteX27" fmla="*/ 612322 w 1101676"/>
                <a:gd name="connsiteY27" fmla="*/ 450658 h 1005624"/>
                <a:gd name="connsiteX28" fmla="*/ 587815 w 1101676"/>
                <a:gd name="connsiteY28" fmla="*/ 455403 h 1005624"/>
                <a:gd name="connsiteX29" fmla="*/ 576244 w 1101676"/>
                <a:gd name="connsiteY29" fmla="*/ 466977 h 1005624"/>
                <a:gd name="connsiteX30" fmla="*/ 564026 w 1101676"/>
                <a:gd name="connsiteY30" fmla="*/ 498966 h 1005624"/>
                <a:gd name="connsiteX31" fmla="*/ 532691 w 1101676"/>
                <a:gd name="connsiteY31" fmla="*/ 512553 h 1005624"/>
                <a:gd name="connsiteX32" fmla="*/ 517743 w 1101676"/>
                <a:gd name="connsiteY32" fmla="*/ 518663 h 1005624"/>
                <a:gd name="connsiteX33" fmla="*/ 504159 w 1101676"/>
                <a:gd name="connsiteY33" fmla="*/ 553384 h 1005624"/>
                <a:gd name="connsiteX34" fmla="*/ 483030 w 1101676"/>
                <a:gd name="connsiteY34" fmla="*/ 537066 h 1005624"/>
                <a:gd name="connsiteX35" fmla="*/ 481664 w 1101676"/>
                <a:gd name="connsiteY35" fmla="*/ 515284 h 1005624"/>
                <a:gd name="connsiteX36" fmla="*/ 509549 w 1101676"/>
                <a:gd name="connsiteY36" fmla="*/ 481929 h 1005624"/>
                <a:gd name="connsiteX37" fmla="*/ 521120 w 1101676"/>
                <a:gd name="connsiteY37" fmla="*/ 462879 h 1005624"/>
                <a:gd name="connsiteX38" fmla="*/ 515658 w 1101676"/>
                <a:gd name="connsiteY38" fmla="*/ 440450 h 1005624"/>
                <a:gd name="connsiteX39" fmla="*/ 482311 w 1101676"/>
                <a:gd name="connsiteY39" fmla="*/ 405729 h 1005624"/>
                <a:gd name="connsiteX40" fmla="*/ 453707 w 1101676"/>
                <a:gd name="connsiteY40" fmla="*/ 396887 h 1005624"/>
                <a:gd name="connsiteX41" fmla="*/ 450330 w 1101676"/>
                <a:gd name="connsiteY41" fmla="*/ 418022 h 1005624"/>
                <a:gd name="connsiteX42" fmla="*/ 454426 w 1101676"/>
                <a:gd name="connsiteY42" fmla="*/ 435059 h 1005624"/>
                <a:gd name="connsiteX43" fmla="*/ 432650 w 1101676"/>
                <a:gd name="connsiteY43" fmla="*/ 448646 h 1005624"/>
                <a:gd name="connsiteX44" fmla="*/ 427188 w 1101676"/>
                <a:gd name="connsiteY44" fmla="*/ 477256 h 1005624"/>
                <a:gd name="connsiteX45" fmla="*/ 431284 w 1101676"/>
                <a:gd name="connsiteY45" fmla="*/ 491562 h 1005624"/>
                <a:gd name="connsiteX46" fmla="*/ 438112 w 1101676"/>
                <a:gd name="connsiteY46" fmla="*/ 509965 h 1005624"/>
                <a:gd name="connsiteX47" fmla="*/ 416982 w 1101676"/>
                <a:gd name="connsiteY47" fmla="*/ 561005 h 1005624"/>
                <a:gd name="connsiteX48" fmla="*/ 399303 w 1101676"/>
                <a:gd name="connsiteY48" fmla="*/ 554175 h 1005624"/>
                <a:gd name="connsiteX49" fmla="*/ 386366 w 1101676"/>
                <a:gd name="connsiteY49" fmla="*/ 538504 h 1005624"/>
                <a:gd name="connsiteX50" fmla="*/ 378892 w 1101676"/>
                <a:gd name="connsiteY50" fmla="*/ 538504 h 1005624"/>
                <a:gd name="connsiteX51" fmla="*/ 345545 w 1101676"/>
                <a:gd name="connsiteY51" fmla="*/ 547346 h 1005624"/>
                <a:gd name="connsiteX52" fmla="*/ 332609 w 1101676"/>
                <a:gd name="connsiteY52" fmla="*/ 561652 h 1005624"/>
                <a:gd name="connsiteX53" fmla="*/ 304723 w 1101676"/>
                <a:gd name="connsiteY53" fmla="*/ 559639 h 1005624"/>
                <a:gd name="connsiteX54" fmla="*/ 274754 w 1101676"/>
                <a:gd name="connsiteY54" fmla="*/ 552162 h 1005624"/>
                <a:gd name="connsiteX55" fmla="*/ 258440 w 1101676"/>
                <a:gd name="connsiteY55" fmla="*/ 546699 h 1005624"/>
                <a:gd name="connsiteX56" fmla="*/ 244857 w 1101676"/>
                <a:gd name="connsiteY56" fmla="*/ 526283 h 1005624"/>
                <a:gd name="connsiteX57" fmla="*/ 214241 w 1101676"/>
                <a:gd name="connsiteY57" fmla="*/ 520173 h 1005624"/>
                <a:gd name="connsiteX58" fmla="*/ 199292 w 1101676"/>
                <a:gd name="connsiteY58" fmla="*/ 498391 h 1005624"/>
                <a:gd name="connsiteX59" fmla="*/ 184990 w 1101676"/>
                <a:gd name="connsiteY59" fmla="*/ 495659 h 1005624"/>
                <a:gd name="connsiteX60" fmla="*/ 162567 w 1101676"/>
                <a:gd name="connsiteY60" fmla="*/ 501123 h 1005624"/>
                <a:gd name="connsiteX61" fmla="*/ 160555 w 1101676"/>
                <a:gd name="connsiteY61" fmla="*/ 486170 h 1005624"/>
                <a:gd name="connsiteX62" fmla="*/ 164651 w 1101676"/>
                <a:gd name="connsiteY62" fmla="*/ 472584 h 1005624"/>
                <a:gd name="connsiteX63" fmla="*/ 148337 w 1101676"/>
                <a:gd name="connsiteY63" fmla="*/ 449436 h 1005624"/>
                <a:gd name="connsiteX64" fmla="*/ 151068 w 1101676"/>
                <a:gd name="connsiteY64" fmla="*/ 427654 h 1005624"/>
                <a:gd name="connsiteX65" fmla="*/ 142875 w 1101676"/>
                <a:gd name="connsiteY65" fmla="*/ 420825 h 1005624"/>
                <a:gd name="connsiteX66" fmla="*/ 118368 w 1101676"/>
                <a:gd name="connsiteY66" fmla="*/ 428301 h 1005624"/>
                <a:gd name="connsiteX67" fmla="*/ 101335 w 1101676"/>
                <a:gd name="connsiteY67" fmla="*/ 424204 h 1005624"/>
                <a:gd name="connsiteX68" fmla="*/ 84302 w 1101676"/>
                <a:gd name="connsiteY68" fmla="*/ 400409 h 1005624"/>
                <a:gd name="connsiteX69" fmla="*/ 59795 w 1101676"/>
                <a:gd name="connsiteY69" fmla="*/ 373164 h 1005624"/>
                <a:gd name="connsiteX70" fmla="*/ 46212 w 1101676"/>
                <a:gd name="connsiteY70" fmla="*/ 344553 h 1005624"/>
                <a:gd name="connsiteX71" fmla="*/ 28532 w 1101676"/>
                <a:gd name="connsiteY71" fmla="*/ 358140 h 1005624"/>
                <a:gd name="connsiteX72" fmla="*/ 13583 w 1101676"/>
                <a:gd name="connsiteY72" fmla="*/ 393508 h 1005624"/>
                <a:gd name="connsiteX73" fmla="*/ 10852 w 1101676"/>
                <a:gd name="connsiteY73" fmla="*/ 422766 h 1005624"/>
                <a:gd name="connsiteX74" fmla="*/ 25801 w 1101676"/>
                <a:gd name="connsiteY74" fmla="*/ 440450 h 1005624"/>
                <a:gd name="connsiteX75" fmla="*/ 27166 w 1101676"/>
                <a:gd name="connsiteY75" fmla="*/ 458853 h 1005624"/>
                <a:gd name="connsiteX76" fmla="*/ 16961 w 1101676"/>
                <a:gd name="connsiteY76" fmla="*/ 473806 h 1005624"/>
                <a:gd name="connsiteX77" fmla="*/ 18327 w 1101676"/>
                <a:gd name="connsiteY77" fmla="*/ 491490 h 1005624"/>
                <a:gd name="connsiteX78" fmla="*/ 3378 w 1101676"/>
                <a:gd name="connsiteY78" fmla="*/ 504430 h 1005624"/>
                <a:gd name="connsiteX79" fmla="*/ 0 w 1101676"/>
                <a:gd name="connsiteY79" fmla="*/ 522833 h 1005624"/>
                <a:gd name="connsiteX80" fmla="*/ 11571 w 1101676"/>
                <a:gd name="connsiteY80" fmla="*/ 547346 h 1005624"/>
                <a:gd name="connsiteX81" fmla="*/ 43552 w 1101676"/>
                <a:gd name="connsiteY81" fmla="*/ 545980 h 1005624"/>
                <a:gd name="connsiteX82" fmla="*/ 52392 w 1101676"/>
                <a:gd name="connsiteY82" fmla="*/ 541236 h 1005624"/>
                <a:gd name="connsiteX83" fmla="*/ 79631 w 1101676"/>
                <a:gd name="connsiteY83" fmla="*/ 548712 h 1005624"/>
                <a:gd name="connsiteX84" fmla="*/ 104785 w 1101676"/>
                <a:gd name="connsiteY84" fmla="*/ 550078 h 1005624"/>
                <a:gd name="connsiteX85" fmla="*/ 119733 w 1101676"/>
                <a:gd name="connsiteY85" fmla="*/ 522186 h 1005624"/>
                <a:gd name="connsiteX86" fmla="*/ 136047 w 1101676"/>
                <a:gd name="connsiteY86" fmla="*/ 536491 h 1005624"/>
                <a:gd name="connsiteX87" fmla="*/ 146972 w 1101676"/>
                <a:gd name="connsiteY87" fmla="*/ 558273 h 1005624"/>
                <a:gd name="connsiteX88" fmla="*/ 149703 w 1101676"/>
                <a:gd name="connsiteY88" fmla="*/ 579408 h 1005624"/>
                <a:gd name="connsiteX89" fmla="*/ 138779 w 1101676"/>
                <a:gd name="connsiteY89" fmla="*/ 595079 h 1005624"/>
                <a:gd name="connsiteX90" fmla="*/ 153080 w 1101676"/>
                <a:gd name="connsiteY90" fmla="*/ 611397 h 1005624"/>
                <a:gd name="connsiteX91" fmla="*/ 150350 w 1101676"/>
                <a:gd name="connsiteY91" fmla="*/ 656326 h 1005624"/>
                <a:gd name="connsiteX92" fmla="*/ 180965 w 1101676"/>
                <a:gd name="connsiteY92" fmla="*/ 662437 h 1005624"/>
                <a:gd name="connsiteX93" fmla="*/ 220422 w 1101676"/>
                <a:gd name="connsiteY93" fmla="*/ 674010 h 1005624"/>
                <a:gd name="connsiteX94" fmla="*/ 233358 w 1101676"/>
                <a:gd name="connsiteY94" fmla="*/ 695792 h 1005624"/>
                <a:gd name="connsiteX95" fmla="*/ 261962 w 1101676"/>
                <a:gd name="connsiteY95" fmla="*/ 711464 h 1005624"/>
                <a:gd name="connsiteX96" fmla="*/ 285750 w 1101676"/>
                <a:gd name="connsiteY96" fmla="*/ 693061 h 1005624"/>
                <a:gd name="connsiteX97" fmla="*/ 295309 w 1101676"/>
                <a:gd name="connsiteY97" fmla="*/ 663803 h 1005624"/>
                <a:gd name="connsiteX98" fmla="*/ 299405 w 1101676"/>
                <a:gd name="connsiteY98" fmla="*/ 648850 h 1005624"/>
                <a:gd name="connsiteX99" fmla="*/ 358625 w 1101676"/>
                <a:gd name="connsiteY99" fmla="*/ 616214 h 1005624"/>
                <a:gd name="connsiteX100" fmla="*/ 358625 w 1101676"/>
                <a:gd name="connsiteY100" fmla="*/ 640008 h 1005624"/>
                <a:gd name="connsiteX101" fmla="*/ 351151 w 1101676"/>
                <a:gd name="connsiteY101" fmla="*/ 659058 h 1005624"/>
                <a:gd name="connsiteX102" fmla="*/ 385863 w 1101676"/>
                <a:gd name="connsiteY102" fmla="*/ 667253 h 1005624"/>
                <a:gd name="connsiteX103" fmla="*/ 417845 w 1101676"/>
                <a:gd name="connsiteY103" fmla="*/ 675448 h 1005624"/>
                <a:gd name="connsiteX104" fmla="*/ 428050 w 1101676"/>
                <a:gd name="connsiteY104" fmla="*/ 707438 h 1005624"/>
                <a:gd name="connsiteX105" fmla="*/ 437609 w 1101676"/>
                <a:gd name="connsiteY105" fmla="*/ 730586 h 1005624"/>
                <a:gd name="connsiteX106" fmla="*/ 463481 w 1101676"/>
                <a:gd name="connsiteY106" fmla="*/ 753733 h 1005624"/>
                <a:gd name="connsiteX107" fmla="*/ 467578 w 1101676"/>
                <a:gd name="connsiteY107" fmla="*/ 781625 h 1005624"/>
                <a:gd name="connsiteX108" fmla="*/ 470309 w 1101676"/>
                <a:gd name="connsiteY108" fmla="*/ 810883 h 1005624"/>
                <a:gd name="connsiteX109" fmla="*/ 481233 w 1101676"/>
                <a:gd name="connsiteY109" fmla="*/ 823823 h 1005624"/>
                <a:gd name="connsiteX110" fmla="*/ 469016 w 1101676"/>
                <a:gd name="connsiteY110" fmla="*/ 845604 h 1005624"/>
                <a:gd name="connsiteX111" fmla="*/ 443861 w 1101676"/>
                <a:gd name="connsiteY111" fmla="*/ 855812 h 1005624"/>
                <a:gd name="connsiteX112" fmla="*/ 445227 w 1101676"/>
                <a:gd name="connsiteY112" fmla="*/ 887155 h 1005624"/>
                <a:gd name="connsiteX113" fmla="*/ 462907 w 1101676"/>
                <a:gd name="connsiteY113" fmla="*/ 904192 h 1005624"/>
                <a:gd name="connsiteX114" fmla="*/ 516018 w 1101676"/>
                <a:gd name="connsiteY114" fmla="*/ 911021 h 1005624"/>
                <a:gd name="connsiteX115" fmla="*/ 522845 w 1101676"/>
                <a:gd name="connsiteY115" fmla="*/ 934816 h 1005624"/>
                <a:gd name="connsiteX116" fmla="*/ 535781 w 1101676"/>
                <a:gd name="connsiteY116" fmla="*/ 964074 h 1005624"/>
                <a:gd name="connsiteX117" fmla="*/ 567116 w 1101676"/>
                <a:gd name="connsiteY117" fmla="*/ 975648 h 1005624"/>
                <a:gd name="connsiteX118" fmla="*/ 581418 w 1101676"/>
                <a:gd name="connsiteY118" fmla="*/ 991319 h 1005624"/>
                <a:gd name="connsiteX119" fmla="*/ 609303 w 1101676"/>
                <a:gd name="connsiteY119" fmla="*/ 1005624 h 1005624"/>
                <a:gd name="connsiteX120" fmla="*/ 655946 w 1101676"/>
                <a:gd name="connsiteY120" fmla="*/ 990456 h 1005624"/>
                <a:gd name="connsiteX121" fmla="*/ 645310 w 1101676"/>
                <a:gd name="connsiteY121" fmla="*/ 958610 h 1005624"/>
                <a:gd name="connsiteX122" fmla="*/ 653502 w 1101676"/>
                <a:gd name="connsiteY122" fmla="*/ 915694 h 1005624"/>
                <a:gd name="connsiteX123" fmla="*/ 665720 w 1101676"/>
                <a:gd name="connsiteY123" fmla="*/ 868752 h 1005624"/>
                <a:gd name="connsiteX124" fmla="*/ 690228 w 1101676"/>
                <a:gd name="connsiteY124" fmla="*/ 870765 h 1005624"/>
                <a:gd name="connsiteX125" fmla="*/ 706542 w 1101676"/>
                <a:gd name="connsiteY125" fmla="*/ 834031 h 1005624"/>
                <a:gd name="connsiteX126" fmla="*/ 692240 w 1101676"/>
                <a:gd name="connsiteY126" fmla="*/ 813615 h 1005624"/>
                <a:gd name="connsiteX127" fmla="*/ 696336 w 1101676"/>
                <a:gd name="connsiteY127" fmla="*/ 782991 h 1005624"/>
                <a:gd name="connsiteX128" fmla="*/ 720843 w 1101676"/>
                <a:gd name="connsiteY128" fmla="*/ 740074 h 1005624"/>
                <a:gd name="connsiteX129" fmla="*/ 739242 w 1101676"/>
                <a:gd name="connsiteY129" fmla="*/ 707438 h 1005624"/>
                <a:gd name="connsiteX130" fmla="*/ 751460 w 1101676"/>
                <a:gd name="connsiteY130" fmla="*/ 707438 h 1005624"/>
                <a:gd name="connsiteX131" fmla="*/ 782076 w 1101676"/>
                <a:gd name="connsiteY131" fmla="*/ 738062 h 1005624"/>
                <a:gd name="connsiteX132" fmla="*/ 798390 w 1101676"/>
                <a:gd name="connsiteY132" fmla="*/ 766673 h 1005624"/>
                <a:gd name="connsiteX133" fmla="*/ 810608 w 1101676"/>
                <a:gd name="connsiteY133" fmla="*/ 748270 h 1005624"/>
                <a:gd name="connsiteX134" fmla="*/ 829006 w 1101676"/>
                <a:gd name="connsiteY134" fmla="*/ 717646 h 1005624"/>
                <a:gd name="connsiteX135" fmla="*/ 853513 w 1101676"/>
                <a:gd name="connsiteY135" fmla="*/ 707438 h 1005624"/>
                <a:gd name="connsiteX136" fmla="*/ 871912 w 1101676"/>
                <a:gd name="connsiteY136" fmla="*/ 687022 h 1005624"/>
                <a:gd name="connsiteX137" fmla="*/ 894335 w 1101676"/>
                <a:gd name="connsiteY137" fmla="*/ 646190 h 1005624"/>
                <a:gd name="connsiteX138" fmla="*/ 916758 w 1101676"/>
                <a:gd name="connsiteY138" fmla="*/ 629872 h 1005624"/>
                <a:gd name="connsiteX139" fmla="*/ 933072 w 1101676"/>
                <a:gd name="connsiteY139" fmla="*/ 648275 h 1005624"/>
                <a:gd name="connsiteX140" fmla="*/ 953483 w 1101676"/>
                <a:gd name="connsiteY140" fmla="*/ 660496 h 1005624"/>
                <a:gd name="connsiteX141" fmla="*/ 965700 w 1101676"/>
                <a:gd name="connsiteY141" fmla="*/ 654385 h 1005624"/>
                <a:gd name="connsiteX142" fmla="*/ 957507 w 1101676"/>
                <a:gd name="connsiteY142" fmla="*/ 619664 h 1005624"/>
                <a:gd name="connsiteX143" fmla="*/ 990208 w 1101676"/>
                <a:gd name="connsiteY143" fmla="*/ 578832 h 1005624"/>
                <a:gd name="connsiteX144" fmla="*/ 984099 w 1101676"/>
                <a:gd name="connsiteY144" fmla="*/ 568625 h 1005624"/>
                <a:gd name="connsiteX145" fmla="*/ 959591 w 1101676"/>
                <a:gd name="connsiteY145" fmla="*/ 527793 h 1005624"/>
                <a:gd name="connsiteX146" fmla="*/ 930988 w 1101676"/>
                <a:gd name="connsiteY146" fmla="*/ 517585 h 1005624"/>
                <a:gd name="connsiteX147" fmla="*/ 902384 w 1101676"/>
                <a:gd name="connsiteY147" fmla="*/ 513487 h 1005624"/>
                <a:gd name="connsiteX148" fmla="*/ 904396 w 1101676"/>
                <a:gd name="connsiteY148" fmla="*/ 499182 h 1005624"/>
                <a:gd name="connsiteX149" fmla="*/ 924807 w 1101676"/>
                <a:gd name="connsiteY149" fmla="*/ 490987 h 1005624"/>
                <a:gd name="connsiteX150" fmla="*/ 935012 w 1101676"/>
                <a:gd name="connsiteY150" fmla="*/ 466473 h 1005624"/>
                <a:gd name="connsiteX151" fmla="*/ 943205 w 1101676"/>
                <a:gd name="connsiteY151" fmla="*/ 437862 h 1005624"/>
                <a:gd name="connsiteX152" fmla="*/ 933000 w 1101676"/>
                <a:gd name="connsiteY152" fmla="*/ 411336 h 1005624"/>
                <a:gd name="connsiteX153" fmla="*/ 916686 w 1101676"/>
                <a:gd name="connsiteY153" fmla="*/ 384810 h 1005624"/>
                <a:gd name="connsiteX154" fmla="*/ 931922 w 1101676"/>
                <a:gd name="connsiteY154" fmla="*/ 376255 h 1005624"/>
                <a:gd name="connsiteX155" fmla="*/ 912589 w 1101676"/>
                <a:gd name="connsiteY155" fmla="*/ 356918 h 1005624"/>
                <a:gd name="connsiteX156" fmla="*/ 903031 w 1101676"/>
                <a:gd name="connsiteY156" fmla="*/ 326941 h 1005624"/>
                <a:gd name="connsiteX157" fmla="*/ 927538 w 1101676"/>
                <a:gd name="connsiteY157" fmla="*/ 311989 h 1005624"/>
                <a:gd name="connsiteX158" fmla="*/ 958873 w 1101676"/>
                <a:gd name="connsiteY158" fmla="*/ 287475 h 1005624"/>
                <a:gd name="connsiteX159" fmla="*/ 957507 w 1101676"/>
                <a:gd name="connsiteY159" fmla="*/ 264328 h 1005624"/>
                <a:gd name="connsiteX160" fmla="*/ 969725 w 1101676"/>
                <a:gd name="connsiteY160" fmla="*/ 258864 h 1005624"/>
                <a:gd name="connsiteX161" fmla="*/ 1011912 w 1101676"/>
                <a:gd name="connsiteY161" fmla="*/ 258864 h 1005624"/>
                <a:gd name="connsiteX162" fmla="*/ 1025495 w 1101676"/>
                <a:gd name="connsiteY162" fmla="*/ 237083 h 1005624"/>
                <a:gd name="connsiteX163" fmla="*/ 1026861 w 1101676"/>
                <a:gd name="connsiteY163" fmla="*/ 204446 h 1005624"/>
                <a:gd name="connsiteX164" fmla="*/ 1059489 w 1101676"/>
                <a:gd name="connsiteY164" fmla="*/ 159517 h 1005624"/>
                <a:gd name="connsiteX165" fmla="*/ 1089458 w 1101676"/>
                <a:gd name="connsiteY165" fmla="*/ 81951 h 1005624"/>
                <a:gd name="connsiteX166" fmla="*/ 1101676 w 1101676"/>
                <a:gd name="connsiteY166" fmla="*/ 37022 h 1005624"/>
                <a:gd name="connsiteX167" fmla="*/ 1101676 w 1101676"/>
                <a:gd name="connsiteY167" fmla="*/ 25879 h 1005624"/>
                <a:gd name="connsiteX168" fmla="*/ 1070701 w 1101676"/>
                <a:gd name="connsiteY168" fmla="*/ 28539 h 1005624"/>
                <a:gd name="connsiteX169" fmla="*/ 1055968 w 1101676"/>
                <a:gd name="connsiteY169" fmla="*/ 5392 h 1005624"/>
                <a:gd name="connsiteX170" fmla="*/ 1015577 w 1101676"/>
                <a:gd name="connsiteY170" fmla="*/ 0 h 1005624"/>
                <a:gd name="connsiteX171" fmla="*/ 1010475 w 1101676"/>
                <a:gd name="connsiteY171" fmla="*/ 12221 h 1005624"/>
                <a:gd name="connsiteX172" fmla="*/ 1012487 w 1101676"/>
                <a:gd name="connsiteY172" fmla="*/ 42844 h 1005624"/>
                <a:gd name="connsiteX173" fmla="*/ 986974 w 1101676"/>
                <a:gd name="connsiteY173" fmla="*/ 37741 h 1005624"/>
                <a:gd name="connsiteX174" fmla="*/ 969653 w 1101676"/>
                <a:gd name="connsiteY174" fmla="*/ 28539 h 1005624"/>
                <a:gd name="connsiteX175" fmla="*/ 962538 w 1101676"/>
                <a:gd name="connsiteY175" fmla="*/ 55065 h 1005624"/>
                <a:gd name="connsiteX176" fmla="*/ 958442 w 1101676"/>
                <a:gd name="connsiteY176" fmla="*/ 74475 h 1005624"/>
                <a:gd name="connsiteX177" fmla="*/ 929838 w 1101676"/>
                <a:gd name="connsiteY177" fmla="*/ 81592 h 1005624"/>
                <a:gd name="connsiteX178" fmla="*/ 904325 w 1101676"/>
                <a:gd name="connsiteY178" fmla="*/ 76487 h 1005624"/>
                <a:gd name="connsiteX179" fmla="*/ 891029 w 1101676"/>
                <a:gd name="connsiteY179" fmla="*/ 65273 h 1005624"/>
                <a:gd name="connsiteX180" fmla="*/ 883123 w 1101676"/>
                <a:gd name="connsiteY180" fmla="*/ 67574 h 1005624"/>
                <a:gd name="connsiteX181" fmla="*/ 879817 w 1101676"/>
                <a:gd name="connsiteY181" fmla="*/ 84036 h 1005624"/>
                <a:gd name="connsiteX182" fmla="*/ 885279 w 1101676"/>
                <a:gd name="connsiteY182" fmla="*/ 98341 h 1005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</a:cxnLst>
              <a:rect l="l" t="t" r="r" b="b"/>
              <a:pathLst>
                <a:path w="1101676" h="1005624">
                  <a:moveTo>
                    <a:pt x="885136" y="98125"/>
                  </a:moveTo>
                  <a:cubicBezTo>
                    <a:pt x="885136" y="98125"/>
                    <a:pt x="887867" y="115163"/>
                    <a:pt x="887867" y="117175"/>
                  </a:cubicBezTo>
                  <a:cubicBezTo>
                    <a:pt x="887867" y="119188"/>
                    <a:pt x="883770" y="140323"/>
                    <a:pt x="883770" y="140323"/>
                  </a:cubicBezTo>
                  <a:lnTo>
                    <a:pt x="887148" y="153910"/>
                  </a:lnTo>
                  <a:lnTo>
                    <a:pt x="894622" y="164764"/>
                  </a:lnTo>
                  <a:lnTo>
                    <a:pt x="888513" y="182449"/>
                  </a:lnTo>
                  <a:lnTo>
                    <a:pt x="881686" y="191291"/>
                  </a:lnTo>
                  <a:lnTo>
                    <a:pt x="862641" y="204877"/>
                  </a:lnTo>
                  <a:lnTo>
                    <a:pt x="859910" y="217817"/>
                  </a:lnTo>
                  <a:lnTo>
                    <a:pt x="870762" y="231404"/>
                  </a:lnTo>
                  <a:lnTo>
                    <a:pt x="867384" y="239599"/>
                  </a:lnTo>
                  <a:lnTo>
                    <a:pt x="826563" y="261380"/>
                  </a:lnTo>
                  <a:lnTo>
                    <a:pt x="812261" y="261380"/>
                  </a:lnTo>
                  <a:lnTo>
                    <a:pt x="808164" y="246428"/>
                  </a:lnTo>
                  <a:lnTo>
                    <a:pt x="804786" y="232841"/>
                  </a:lnTo>
                  <a:lnTo>
                    <a:pt x="769427" y="210413"/>
                  </a:lnTo>
                  <a:lnTo>
                    <a:pt x="750382" y="214510"/>
                  </a:lnTo>
                  <a:lnTo>
                    <a:pt x="748369" y="225365"/>
                  </a:lnTo>
                  <a:lnTo>
                    <a:pt x="759222" y="237586"/>
                  </a:lnTo>
                  <a:lnTo>
                    <a:pt x="783010" y="258721"/>
                  </a:lnTo>
                  <a:lnTo>
                    <a:pt x="785741" y="271660"/>
                  </a:lnTo>
                  <a:lnTo>
                    <a:pt x="775536" y="303003"/>
                  </a:lnTo>
                  <a:lnTo>
                    <a:pt x="773523" y="342469"/>
                  </a:lnTo>
                  <a:lnTo>
                    <a:pt x="700720" y="420034"/>
                  </a:lnTo>
                  <a:lnTo>
                    <a:pt x="698708" y="434340"/>
                  </a:lnTo>
                  <a:lnTo>
                    <a:pt x="661983" y="458853"/>
                  </a:lnTo>
                  <a:lnTo>
                    <a:pt x="628636" y="462232"/>
                  </a:lnTo>
                  <a:lnTo>
                    <a:pt x="612322" y="450658"/>
                  </a:lnTo>
                  <a:lnTo>
                    <a:pt x="587815" y="455403"/>
                  </a:lnTo>
                  <a:lnTo>
                    <a:pt x="576244" y="466977"/>
                  </a:lnTo>
                  <a:lnTo>
                    <a:pt x="564026" y="498966"/>
                  </a:lnTo>
                  <a:lnTo>
                    <a:pt x="532691" y="512553"/>
                  </a:lnTo>
                  <a:lnTo>
                    <a:pt x="517743" y="518663"/>
                  </a:lnTo>
                  <a:lnTo>
                    <a:pt x="504159" y="553384"/>
                  </a:lnTo>
                  <a:lnTo>
                    <a:pt x="483030" y="537066"/>
                  </a:lnTo>
                  <a:lnTo>
                    <a:pt x="481664" y="515284"/>
                  </a:lnTo>
                  <a:lnTo>
                    <a:pt x="509549" y="481929"/>
                  </a:lnTo>
                  <a:lnTo>
                    <a:pt x="521120" y="462879"/>
                  </a:lnTo>
                  <a:lnTo>
                    <a:pt x="515658" y="440450"/>
                  </a:lnTo>
                  <a:lnTo>
                    <a:pt x="482311" y="405729"/>
                  </a:lnTo>
                  <a:lnTo>
                    <a:pt x="453707" y="396887"/>
                  </a:lnTo>
                  <a:lnTo>
                    <a:pt x="450330" y="418022"/>
                  </a:lnTo>
                  <a:lnTo>
                    <a:pt x="454426" y="435059"/>
                  </a:lnTo>
                  <a:lnTo>
                    <a:pt x="432650" y="448646"/>
                  </a:lnTo>
                  <a:lnTo>
                    <a:pt x="427188" y="477256"/>
                  </a:lnTo>
                  <a:lnTo>
                    <a:pt x="431284" y="491562"/>
                  </a:lnTo>
                  <a:lnTo>
                    <a:pt x="438112" y="509965"/>
                  </a:lnTo>
                  <a:lnTo>
                    <a:pt x="416982" y="561005"/>
                  </a:lnTo>
                  <a:lnTo>
                    <a:pt x="399303" y="554175"/>
                  </a:lnTo>
                  <a:lnTo>
                    <a:pt x="386366" y="538504"/>
                  </a:lnTo>
                  <a:lnTo>
                    <a:pt x="378892" y="538504"/>
                  </a:lnTo>
                  <a:lnTo>
                    <a:pt x="345545" y="547346"/>
                  </a:lnTo>
                  <a:lnTo>
                    <a:pt x="332609" y="561652"/>
                  </a:lnTo>
                  <a:lnTo>
                    <a:pt x="304723" y="559639"/>
                  </a:lnTo>
                  <a:lnTo>
                    <a:pt x="274754" y="552162"/>
                  </a:lnTo>
                  <a:lnTo>
                    <a:pt x="258440" y="546699"/>
                  </a:lnTo>
                  <a:lnTo>
                    <a:pt x="244857" y="526283"/>
                  </a:lnTo>
                  <a:lnTo>
                    <a:pt x="214241" y="520173"/>
                  </a:lnTo>
                  <a:lnTo>
                    <a:pt x="199292" y="498391"/>
                  </a:lnTo>
                  <a:cubicBezTo>
                    <a:pt x="199292" y="498391"/>
                    <a:pt x="187074" y="492928"/>
                    <a:pt x="184990" y="495659"/>
                  </a:cubicBezTo>
                  <a:cubicBezTo>
                    <a:pt x="182978" y="498391"/>
                    <a:pt x="162567" y="501123"/>
                    <a:pt x="162567" y="501123"/>
                  </a:cubicBezTo>
                  <a:lnTo>
                    <a:pt x="160555" y="486170"/>
                  </a:lnTo>
                  <a:cubicBezTo>
                    <a:pt x="160555" y="486170"/>
                    <a:pt x="164651" y="475243"/>
                    <a:pt x="164651" y="472584"/>
                  </a:cubicBezTo>
                  <a:cubicBezTo>
                    <a:pt x="164651" y="469924"/>
                    <a:pt x="148337" y="449436"/>
                    <a:pt x="148337" y="449436"/>
                  </a:cubicBezTo>
                  <a:lnTo>
                    <a:pt x="151068" y="427654"/>
                  </a:lnTo>
                  <a:lnTo>
                    <a:pt x="142875" y="420825"/>
                  </a:lnTo>
                  <a:lnTo>
                    <a:pt x="118368" y="428301"/>
                  </a:lnTo>
                  <a:lnTo>
                    <a:pt x="101335" y="424204"/>
                  </a:lnTo>
                  <a:lnTo>
                    <a:pt x="84302" y="400409"/>
                  </a:lnTo>
                  <a:lnTo>
                    <a:pt x="59795" y="373164"/>
                  </a:lnTo>
                  <a:lnTo>
                    <a:pt x="46212" y="344553"/>
                  </a:lnTo>
                  <a:lnTo>
                    <a:pt x="28532" y="358140"/>
                  </a:lnTo>
                  <a:lnTo>
                    <a:pt x="13583" y="393508"/>
                  </a:lnTo>
                  <a:lnTo>
                    <a:pt x="10852" y="422766"/>
                  </a:lnTo>
                  <a:lnTo>
                    <a:pt x="25801" y="440450"/>
                  </a:lnTo>
                  <a:lnTo>
                    <a:pt x="27166" y="458853"/>
                  </a:lnTo>
                  <a:lnTo>
                    <a:pt x="16961" y="473806"/>
                  </a:lnTo>
                  <a:lnTo>
                    <a:pt x="18327" y="491490"/>
                  </a:lnTo>
                  <a:lnTo>
                    <a:pt x="3378" y="504430"/>
                  </a:lnTo>
                  <a:lnTo>
                    <a:pt x="0" y="522833"/>
                  </a:lnTo>
                  <a:lnTo>
                    <a:pt x="11571" y="547346"/>
                  </a:lnTo>
                  <a:lnTo>
                    <a:pt x="43552" y="545980"/>
                  </a:lnTo>
                  <a:lnTo>
                    <a:pt x="52392" y="541236"/>
                  </a:lnTo>
                  <a:lnTo>
                    <a:pt x="79631" y="548712"/>
                  </a:lnTo>
                  <a:lnTo>
                    <a:pt x="104785" y="550078"/>
                  </a:lnTo>
                  <a:lnTo>
                    <a:pt x="119733" y="522186"/>
                  </a:lnTo>
                  <a:lnTo>
                    <a:pt x="136047" y="536491"/>
                  </a:lnTo>
                  <a:lnTo>
                    <a:pt x="146972" y="558273"/>
                  </a:lnTo>
                  <a:lnTo>
                    <a:pt x="149703" y="579408"/>
                  </a:lnTo>
                  <a:lnTo>
                    <a:pt x="138779" y="595079"/>
                  </a:lnTo>
                  <a:cubicBezTo>
                    <a:pt x="138779" y="595079"/>
                    <a:pt x="153080" y="609384"/>
                    <a:pt x="153080" y="611397"/>
                  </a:cubicBezTo>
                  <a:cubicBezTo>
                    <a:pt x="153080" y="613410"/>
                    <a:pt x="150350" y="656326"/>
                    <a:pt x="150350" y="656326"/>
                  </a:cubicBezTo>
                  <a:lnTo>
                    <a:pt x="180965" y="662437"/>
                  </a:lnTo>
                  <a:lnTo>
                    <a:pt x="220422" y="674010"/>
                  </a:lnTo>
                  <a:lnTo>
                    <a:pt x="233358" y="695792"/>
                  </a:lnTo>
                  <a:lnTo>
                    <a:pt x="261962" y="711464"/>
                  </a:lnTo>
                  <a:lnTo>
                    <a:pt x="285750" y="693061"/>
                  </a:lnTo>
                  <a:lnTo>
                    <a:pt x="295309" y="663803"/>
                  </a:lnTo>
                  <a:lnTo>
                    <a:pt x="299405" y="648850"/>
                  </a:lnTo>
                  <a:lnTo>
                    <a:pt x="358625" y="616214"/>
                  </a:lnTo>
                  <a:lnTo>
                    <a:pt x="358625" y="640008"/>
                  </a:lnTo>
                  <a:lnTo>
                    <a:pt x="351151" y="659058"/>
                  </a:lnTo>
                  <a:lnTo>
                    <a:pt x="385863" y="667253"/>
                  </a:lnTo>
                  <a:lnTo>
                    <a:pt x="417845" y="675448"/>
                  </a:lnTo>
                  <a:lnTo>
                    <a:pt x="428050" y="707438"/>
                  </a:lnTo>
                  <a:lnTo>
                    <a:pt x="437609" y="730586"/>
                  </a:lnTo>
                  <a:lnTo>
                    <a:pt x="463481" y="753733"/>
                  </a:lnTo>
                  <a:lnTo>
                    <a:pt x="467578" y="781625"/>
                  </a:lnTo>
                  <a:lnTo>
                    <a:pt x="470309" y="810883"/>
                  </a:lnTo>
                  <a:lnTo>
                    <a:pt x="481233" y="823823"/>
                  </a:lnTo>
                  <a:lnTo>
                    <a:pt x="469016" y="845604"/>
                  </a:lnTo>
                  <a:lnTo>
                    <a:pt x="443861" y="855812"/>
                  </a:lnTo>
                  <a:lnTo>
                    <a:pt x="445227" y="887155"/>
                  </a:lnTo>
                  <a:lnTo>
                    <a:pt x="462907" y="904192"/>
                  </a:lnTo>
                  <a:lnTo>
                    <a:pt x="516018" y="911021"/>
                  </a:lnTo>
                  <a:lnTo>
                    <a:pt x="522845" y="934816"/>
                  </a:lnTo>
                  <a:lnTo>
                    <a:pt x="535781" y="964074"/>
                  </a:lnTo>
                  <a:lnTo>
                    <a:pt x="567116" y="975648"/>
                  </a:lnTo>
                  <a:lnTo>
                    <a:pt x="581418" y="991319"/>
                  </a:lnTo>
                  <a:lnTo>
                    <a:pt x="609303" y="1005624"/>
                  </a:lnTo>
                  <a:lnTo>
                    <a:pt x="655946" y="990456"/>
                  </a:lnTo>
                  <a:lnTo>
                    <a:pt x="645310" y="958610"/>
                  </a:lnTo>
                  <a:lnTo>
                    <a:pt x="653502" y="915694"/>
                  </a:lnTo>
                  <a:lnTo>
                    <a:pt x="665720" y="868752"/>
                  </a:lnTo>
                  <a:lnTo>
                    <a:pt x="690228" y="870765"/>
                  </a:lnTo>
                  <a:lnTo>
                    <a:pt x="706542" y="834031"/>
                  </a:lnTo>
                  <a:lnTo>
                    <a:pt x="692240" y="813615"/>
                  </a:lnTo>
                  <a:lnTo>
                    <a:pt x="696336" y="782991"/>
                  </a:lnTo>
                  <a:lnTo>
                    <a:pt x="720843" y="740074"/>
                  </a:lnTo>
                  <a:cubicBezTo>
                    <a:pt x="720843" y="740074"/>
                    <a:pt x="735145" y="717646"/>
                    <a:pt x="739242" y="707438"/>
                  </a:cubicBezTo>
                  <a:cubicBezTo>
                    <a:pt x="743338" y="697230"/>
                    <a:pt x="751460" y="707438"/>
                    <a:pt x="751460" y="707438"/>
                  </a:cubicBezTo>
                  <a:lnTo>
                    <a:pt x="782076" y="738062"/>
                  </a:lnTo>
                  <a:lnTo>
                    <a:pt x="798390" y="766673"/>
                  </a:lnTo>
                  <a:lnTo>
                    <a:pt x="810608" y="748270"/>
                  </a:lnTo>
                  <a:lnTo>
                    <a:pt x="829006" y="717646"/>
                  </a:lnTo>
                  <a:lnTo>
                    <a:pt x="853513" y="707438"/>
                  </a:lnTo>
                  <a:lnTo>
                    <a:pt x="871912" y="687022"/>
                  </a:lnTo>
                  <a:lnTo>
                    <a:pt x="894335" y="646190"/>
                  </a:lnTo>
                  <a:lnTo>
                    <a:pt x="916758" y="629872"/>
                  </a:lnTo>
                  <a:lnTo>
                    <a:pt x="933072" y="648275"/>
                  </a:lnTo>
                  <a:lnTo>
                    <a:pt x="953483" y="660496"/>
                  </a:lnTo>
                  <a:lnTo>
                    <a:pt x="965700" y="654385"/>
                  </a:lnTo>
                  <a:lnTo>
                    <a:pt x="957507" y="619664"/>
                  </a:lnTo>
                  <a:lnTo>
                    <a:pt x="990208" y="578832"/>
                  </a:lnTo>
                  <a:lnTo>
                    <a:pt x="984099" y="568625"/>
                  </a:lnTo>
                  <a:lnTo>
                    <a:pt x="959591" y="527793"/>
                  </a:lnTo>
                  <a:lnTo>
                    <a:pt x="930988" y="517585"/>
                  </a:lnTo>
                  <a:cubicBezTo>
                    <a:pt x="930988" y="517585"/>
                    <a:pt x="908565" y="515572"/>
                    <a:pt x="902384" y="513487"/>
                  </a:cubicBezTo>
                  <a:cubicBezTo>
                    <a:pt x="896275" y="511475"/>
                    <a:pt x="904396" y="499182"/>
                    <a:pt x="904396" y="499182"/>
                  </a:cubicBezTo>
                  <a:lnTo>
                    <a:pt x="924807" y="490987"/>
                  </a:lnTo>
                  <a:lnTo>
                    <a:pt x="935012" y="466473"/>
                  </a:lnTo>
                  <a:lnTo>
                    <a:pt x="943205" y="437862"/>
                  </a:lnTo>
                  <a:cubicBezTo>
                    <a:pt x="943205" y="437862"/>
                    <a:pt x="939109" y="415434"/>
                    <a:pt x="933000" y="411336"/>
                  </a:cubicBezTo>
                  <a:cubicBezTo>
                    <a:pt x="926891" y="407239"/>
                    <a:pt x="916686" y="384810"/>
                    <a:pt x="916686" y="384810"/>
                  </a:cubicBezTo>
                  <a:lnTo>
                    <a:pt x="931922" y="376255"/>
                  </a:lnTo>
                  <a:lnTo>
                    <a:pt x="912589" y="356918"/>
                  </a:lnTo>
                  <a:cubicBezTo>
                    <a:pt x="912589" y="356918"/>
                    <a:pt x="903031" y="343331"/>
                    <a:pt x="903031" y="326941"/>
                  </a:cubicBezTo>
                  <a:cubicBezTo>
                    <a:pt x="903031" y="310551"/>
                    <a:pt x="927538" y="311989"/>
                    <a:pt x="927538" y="311989"/>
                  </a:cubicBezTo>
                  <a:cubicBezTo>
                    <a:pt x="927538" y="311989"/>
                    <a:pt x="957507" y="295670"/>
                    <a:pt x="958873" y="287475"/>
                  </a:cubicBezTo>
                  <a:cubicBezTo>
                    <a:pt x="960238" y="279280"/>
                    <a:pt x="957507" y="264328"/>
                    <a:pt x="957507" y="264328"/>
                  </a:cubicBezTo>
                  <a:lnTo>
                    <a:pt x="969725" y="258864"/>
                  </a:lnTo>
                  <a:lnTo>
                    <a:pt x="1011912" y="258864"/>
                  </a:lnTo>
                  <a:cubicBezTo>
                    <a:pt x="1011912" y="258864"/>
                    <a:pt x="1021471" y="245278"/>
                    <a:pt x="1025495" y="237083"/>
                  </a:cubicBezTo>
                  <a:cubicBezTo>
                    <a:pt x="1029592" y="228888"/>
                    <a:pt x="1026861" y="204446"/>
                    <a:pt x="1026861" y="204446"/>
                  </a:cubicBezTo>
                  <a:lnTo>
                    <a:pt x="1059489" y="159517"/>
                  </a:lnTo>
                  <a:lnTo>
                    <a:pt x="1089458" y="81951"/>
                  </a:lnTo>
                  <a:lnTo>
                    <a:pt x="1101676" y="37022"/>
                  </a:lnTo>
                  <a:lnTo>
                    <a:pt x="1101676" y="25879"/>
                  </a:lnTo>
                  <a:lnTo>
                    <a:pt x="1070701" y="28539"/>
                  </a:lnTo>
                  <a:cubicBezTo>
                    <a:pt x="1070701" y="28539"/>
                    <a:pt x="1064376" y="18691"/>
                    <a:pt x="1055968" y="5392"/>
                  </a:cubicBezTo>
                  <a:lnTo>
                    <a:pt x="1015577" y="0"/>
                  </a:lnTo>
                  <a:lnTo>
                    <a:pt x="1010475" y="12221"/>
                  </a:lnTo>
                  <a:lnTo>
                    <a:pt x="1012487" y="42844"/>
                  </a:lnTo>
                  <a:lnTo>
                    <a:pt x="986974" y="37741"/>
                  </a:lnTo>
                  <a:lnTo>
                    <a:pt x="969653" y="28539"/>
                  </a:lnTo>
                  <a:cubicBezTo>
                    <a:pt x="969653" y="28539"/>
                    <a:pt x="962538" y="49961"/>
                    <a:pt x="962538" y="55065"/>
                  </a:cubicBezTo>
                  <a:cubicBezTo>
                    <a:pt x="962538" y="60169"/>
                    <a:pt x="961532" y="66280"/>
                    <a:pt x="958442" y="74475"/>
                  </a:cubicBezTo>
                  <a:cubicBezTo>
                    <a:pt x="955351" y="82670"/>
                    <a:pt x="934941" y="79579"/>
                    <a:pt x="929838" y="81592"/>
                  </a:cubicBezTo>
                  <a:cubicBezTo>
                    <a:pt x="924735" y="83604"/>
                    <a:pt x="904325" y="76487"/>
                    <a:pt x="904325" y="76487"/>
                  </a:cubicBezTo>
                  <a:lnTo>
                    <a:pt x="891029" y="65273"/>
                  </a:lnTo>
                  <a:lnTo>
                    <a:pt x="883123" y="67574"/>
                  </a:lnTo>
                  <a:lnTo>
                    <a:pt x="879817" y="84036"/>
                  </a:lnTo>
                  <a:lnTo>
                    <a:pt x="885279" y="98341"/>
                  </a:lnTo>
                  <a:close/>
                </a:path>
              </a:pathLst>
            </a:custGeom>
            <a:grpFill/>
            <a:ln w="12700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7" name="Meta">
              <a:extLst>
                <a:ext uri="{FF2B5EF4-FFF2-40B4-BE49-F238E27FC236}">
                  <a16:creationId xmlns:a16="http://schemas.microsoft.com/office/drawing/2014/main" id="{E2798544-A063-35C9-5574-D3B8E090F46F}"/>
                </a:ext>
              </a:extLst>
            </p:cNvPr>
            <p:cNvSpPr/>
            <p:nvPr/>
          </p:nvSpPr>
          <p:spPr>
            <a:xfrm>
              <a:off x="5666150" y="3165664"/>
              <a:ext cx="1577447" cy="1404236"/>
            </a:xfrm>
            <a:custGeom>
              <a:avLst/>
              <a:gdLst>
                <a:gd name="connsiteX0" fmla="*/ 1520383 w 1577447"/>
                <a:gd name="connsiteY0" fmla="*/ 17253 h 1404236"/>
                <a:gd name="connsiteX1" fmla="*/ 1469357 w 1577447"/>
                <a:gd name="connsiteY1" fmla="*/ 41766 h 1404236"/>
                <a:gd name="connsiteX2" fmla="*/ 1422426 w 1577447"/>
                <a:gd name="connsiteY2" fmla="*/ 82598 h 1404236"/>
                <a:gd name="connsiteX3" fmla="*/ 1357098 w 1577447"/>
                <a:gd name="connsiteY3" fmla="*/ 105027 h 1404236"/>
                <a:gd name="connsiteX4" fmla="*/ 1310167 w 1577447"/>
                <a:gd name="connsiteY4" fmla="*/ 115235 h 1404236"/>
                <a:gd name="connsiteX5" fmla="*/ 1269346 w 1577447"/>
                <a:gd name="connsiteY5" fmla="*/ 133638 h 1404236"/>
                <a:gd name="connsiteX6" fmla="*/ 1255044 w 1577447"/>
                <a:gd name="connsiteY6" fmla="*/ 164261 h 1404236"/>
                <a:gd name="connsiteX7" fmla="*/ 1228524 w 1577447"/>
                <a:gd name="connsiteY7" fmla="*/ 190788 h 1404236"/>
                <a:gd name="connsiteX8" fmla="*/ 1179510 w 1577447"/>
                <a:gd name="connsiteY8" fmla="*/ 196898 h 1404236"/>
                <a:gd name="connsiteX9" fmla="*/ 1167292 w 1577447"/>
                <a:gd name="connsiteY9" fmla="*/ 176482 h 1404236"/>
                <a:gd name="connsiteX10" fmla="*/ 1087662 w 1577447"/>
                <a:gd name="connsiteY10" fmla="*/ 174469 h 1404236"/>
                <a:gd name="connsiteX11" fmla="*/ 1057046 w 1577447"/>
                <a:gd name="connsiteY11" fmla="*/ 198983 h 1404236"/>
                <a:gd name="connsiteX12" fmla="*/ 1014140 w 1577447"/>
                <a:gd name="connsiteY12" fmla="*/ 225509 h 1404236"/>
                <a:gd name="connsiteX13" fmla="*/ 957004 w 1577447"/>
                <a:gd name="connsiteY13" fmla="*/ 233704 h 1404236"/>
                <a:gd name="connsiteX14" fmla="*/ 924376 w 1577447"/>
                <a:gd name="connsiteY14" fmla="*/ 250022 h 1404236"/>
                <a:gd name="connsiteX15" fmla="*/ 873349 w 1577447"/>
                <a:gd name="connsiteY15" fmla="*/ 235717 h 1404236"/>
                <a:gd name="connsiteX16" fmla="*/ 820238 w 1577447"/>
                <a:gd name="connsiteY16" fmla="*/ 162177 h 1404236"/>
                <a:gd name="connsiteX17" fmla="*/ 781429 w 1577447"/>
                <a:gd name="connsiteY17" fmla="*/ 123358 h 1404236"/>
                <a:gd name="connsiteX18" fmla="*/ 765474 w 1577447"/>
                <a:gd name="connsiteY18" fmla="*/ 75553 h 1404236"/>
                <a:gd name="connsiteX19" fmla="*/ 761953 w 1577447"/>
                <a:gd name="connsiteY19" fmla="*/ 76703 h 1404236"/>
                <a:gd name="connsiteX20" fmla="*/ 732414 w 1577447"/>
                <a:gd name="connsiteY20" fmla="*/ 273817 h 1404236"/>
                <a:gd name="connsiteX21" fmla="*/ 714735 w 1577447"/>
                <a:gd name="connsiteY21" fmla="*/ 257499 h 1404236"/>
                <a:gd name="connsiteX22" fmla="*/ 664355 w 1577447"/>
                <a:gd name="connsiteY22" fmla="*/ 228888 h 1404236"/>
                <a:gd name="connsiteX23" fmla="*/ 612609 w 1577447"/>
                <a:gd name="connsiteY23" fmla="*/ 238449 h 1404236"/>
                <a:gd name="connsiteX24" fmla="*/ 564960 w 1577447"/>
                <a:gd name="connsiteY24" fmla="*/ 230253 h 1404236"/>
                <a:gd name="connsiteX25" fmla="*/ 548646 w 1577447"/>
                <a:gd name="connsiteY25" fmla="*/ 190788 h 1404236"/>
                <a:gd name="connsiteX26" fmla="*/ 521408 w 1577447"/>
                <a:gd name="connsiteY26" fmla="*/ 148590 h 1404236"/>
                <a:gd name="connsiteX27" fmla="*/ 491438 w 1577447"/>
                <a:gd name="connsiteY27" fmla="*/ 140395 h 1404236"/>
                <a:gd name="connsiteX28" fmla="*/ 454714 w 1577447"/>
                <a:gd name="connsiteY28" fmla="*/ 164908 h 1404236"/>
                <a:gd name="connsiteX29" fmla="*/ 462907 w 1577447"/>
                <a:gd name="connsiteY29" fmla="*/ 224790 h 1404236"/>
                <a:gd name="connsiteX30" fmla="*/ 475124 w 1577447"/>
                <a:gd name="connsiteY30" fmla="*/ 265622 h 1404236"/>
                <a:gd name="connsiteX31" fmla="*/ 479221 w 1577447"/>
                <a:gd name="connsiteY31" fmla="*/ 296964 h 1404236"/>
                <a:gd name="connsiteX32" fmla="*/ 415258 w 1577447"/>
                <a:gd name="connsiteY32" fmla="*/ 316014 h 1404236"/>
                <a:gd name="connsiteX33" fmla="*/ 330884 w 1577447"/>
                <a:gd name="connsiteY33" fmla="*/ 352749 h 1404236"/>
                <a:gd name="connsiteX34" fmla="*/ 288697 w 1577447"/>
                <a:gd name="connsiteY34" fmla="*/ 370433 h 1404236"/>
                <a:gd name="connsiteX35" fmla="*/ 260093 w 1577447"/>
                <a:gd name="connsiteY35" fmla="*/ 435778 h 1404236"/>
                <a:gd name="connsiteX36" fmla="*/ 223368 w 1577447"/>
                <a:gd name="connsiteY36" fmla="*/ 461657 h 1404236"/>
                <a:gd name="connsiteX37" fmla="*/ 200226 w 1577447"/>
                <a:gd name="connsiteY37" fmla="*/ 494294 h 1404236"/>
                <a:gd name="connsiteX38" fmla="*/ 169251 w 1577447"/>
                <a:gd name="connsiteY38" fmla="*/ 497960 h 1404236"/>
                <a:gd name="connsiteX39" fmla="*/ 166232 w 1577447"/>
                <a:gd name="connsiteY39" fmla="*/ 517441 h 1404236"/>
                <a:gd name="connsiteX40" fmla="*/ 149918 w 1577447"/>
                <a:gd name="connsiteY40" fmla="*/ 546052 h 1404236"/>
                <a:gd name="connsiteX41" fmla="*/ 126776 w 1577447"/>
                <a:gd name="connsiteY41" fmla="*/ 607300 h 1404236"/>
                <a:gd name="connsiteX42" fmla="*/ 109097 w 1577447"/>
                <a:gd name="connsiteY42" fmla="*/ 669913 h 1404236"/>
                <a:gd name="connsiteX43" fmla="*/ 83224 w 1577447"/>
                <a:gd name="connsiteY43" fmla="*/ 702550 h 1404236"/>
                <a:gd name="connsiteX44" fmla="*/ 53255 w 1577447"/>
                <a:gd name="connsiteY44" fmla="*/ 721599 h 1404236"/>
                <a:gd name="connsiteX45" fmla="*/ 5606 w 1577447"/>
                <a:gd name="connsiteY45" fmla="*/ 765163 h 1404236"/>
                <a:gd name="connsiteX46" fmla="*/ 0 w 1577447"/>
                <a:gd name="connsiteY46" fmla="*/ 782632 h 1404236"/>
                <a:gd name="connsiteX47" fmla="*/ 32844 w 1577447"/>
                <a:gd name="connsiteY47" fmla="*/ 795140 h 1404236"/>
                <a:gd name="connsiteX48" fmla="*/ 70934 w 1577447"/>
                <a:gd name="connsiteY48" fmla="*/ 805995 h 1404236"/>
                <a:gd name="connsiteX49" fmla="*/ 95442 w 1577447"/>
                <a:gd name="connsiteY49" fmla="*/ 830508 h 1404236"/>
                <a:gd name="connsiteX50" fmla="*/ 132167 w 1577447"/>
                <a:gd name="connsiteY50" fmla="*/ 853656 h 1404236"/>
                <a:gd name="connsiteX51" fmla="*/ 132167 w 1577447"/>
                <a:gd name="connsiteY51" fmla="*/ 889024 h 1404236"/>
                <a:gd name="connsiteX52" fmla="*/ 125339 w 1577447"/>
                <a:gd name="connsiteY52" fmla="*/ 920367 h 1404236"/>
                <a:gd name="connsiteX53" fmla="*/ 103563 w 1577447"/>
                <a:gd name="connsiteY53" fmla="*/ 938051 h 1404236"/>
                <a:gd name="connsiteX54" fmla="*/ 95370 w 1577447"/>
                <a:gd name="connsiteY54" fmla="*/ 980248 h 1404236"/>
                <a:gd name="connsiteX55" fmla="*/ 103563 w 1577447"/>
                <a:gd name="connsiteY55" fmla="*/ 1006128 h 1404236"/>
                <a:gd name="connsiteX56" fmla="*/ 102197 w 1577447"/>
                <a:gd name="connsiteY56" fmla="*/ 1030641 h 1404236"/>
                <a:gd name="connsiteX57" fmla="*/ 104928 w 1577447"/>
                <a:gd name="connsiteY57" fmla="*/ 1071473 h 1404236"/>
                <a:gd name="connsiteX58" fmla="*/ 123974 w 1577447"/>
                <a:gd name="connsiteY58" fmla="*/ 1102815 h 1404236"/>
                <a:gd name="connsiteX59" fmla="*/ 159333 w 1577447"/>
                <a:gd name="connsiteY59" fmla="*/ 1240335 h 1404236"/>
                <a:gd name="connsiteX60" fmla="*/ 245072 w 1577447"/>
                <a:gd name="connsiteY60" fmla="*/ 1278435 h 1404236"/>
                <a:gd name="connsiteX61" fmla="*/ 277701 w 1577447"/>
                <a:gd name="connsiteY61" fmla="*/ 1281166 h 1404236"/>
                <a:gd name="connsiteX62" fmla="*/ 298112 w 1577447"/>
                <a:gd name="connsiteY62" fmla="*/ 1292093 h 1404236"/>
                <a:gd name="connsiteX63" fmla="*/ 325350 w 1577447"/>
                <a:gd name="connsiteY63" fmla="*/ 1319338 h 1404236"/>
                <a:gd name="connsiteX64" fmla="*/ 355319 w 1577447"/>
                <a:gd name="connsiteY64" fmla="*/ 1339754 h 1404236"/>
                <a:gd name="connsiteX65" fmla="*/ 375730 w 1577447"/>
                <a:gd name="connsiteY65" fmla="*/ 1360170 h 1404236"/>
                <a:gd name="connsiteX66" fmla="*/ 423379 w 1577447"/>
                <a:gd name="connsiteY66" fmla="*/ 1365633 h 1404236"/>
                <a:gd name="connsiteX67" fmla="*/ 503656 w 1577447"/>
                <a:gd name="connsiteY67" fmla="*/ 1332997 h 1404236"/>
                <a:gd name="connsiteX68" fmla="*/ 515874 w 1577447"/>
                <a:gd name="connsiteY68" fmla="*/ 1337095 h 1404236"/>
                <a:gd name="connsiteX69" fmla="*/ 529457 w 1577447"/>
                <a:gd name="connsiteY69" fmla="*/ 1403805 h 1404236"/>
                <a:gd name="connsiteX70" fmla="*/ 530104 w 1577447"/>
                <a:gd name="connsiteY70" fmla="*/ 1404237 h 1404236"/>
                <a:gd name="connsiteX71" fmla="*/ 530104 w 1577447"/>
                <a:gd name="connsiteY71" fmla="*/ 1038261 h 1404236"/>
                <a:gd name="connsiteX72" fmla="*/ 605638 w 1577447"/>
                <a:gd name="connsiteY72" fmla="*/ 1048469 h 1404236"/>
                <a:gd name="connsiteX73" fmla="*/ 693390 w 1577447"/>
                <a:gd name="connsiteY73" fmla="*/ 1040274 h 1404236"/>
                <a:gd name="connsiteX74" fmla="*/ 781141 w 1577447"/>
                <a:gd name="connsiteY74" fmla="*/ 1013747 h 1404236"/>
                <a:gd name="connsiteX75" fmla="*/ 807661 w 1577447"/>
                <a:gd name="connsiteY75" fmla="*/ 1005552 h 1404236"/>
                <a:gd name="connsiteX76" fmla="*/ 807661 w 1577447"/>
                <a:gd name="connsiteY76" fmla="*/ 972916 h 1404236"/>
                <a:gd name="connsiteX77" fmla="*/ 838277 w 1577447"/>
                <a:gd name="connsiteY77" fmla="*/ 946390 h 1404236"/>
                <a:gd name="connsiteX78" fmla="*/ 872990 w 1577447"/>
                <a:gd name="connsiteY78" fmla="*/ 913681 h 1404236"/>
                <a:gd name="connsiteX79" fmla="*/ 919920 w 1577447"/>
                <a:gd name="connsiteY79" fmla="*/ 944305 h 1404236"/>
                <a:gd name="connsiteX80" fmla="*/ 989345 w 1577447"/>
                <a:gd name="connsiteY80" fmla="*/ 919791 h 1404236"/>
                <a:gd name="connsiteX81" fmla="*/ 1032251 w 1577447"/>
                <a:gd name="connsiteY81" fmla="*/ 872850 h 1404236"/>
                <a:gd name="connsiteX82" fmla="*/ 1075156 w 1577447"/>
                <a:gd name="connsiteY82" fmla="*/ 832018 h 1404236"/>
                <a:gd name="connsiteX83" fmla="*/ 1105773 w 1577447"/>
                <a:gd name="connsiteY83" fmla="*/ 840213 h 1404236"/>
                <a:gd name="connsiteX84" fmla="*/ 1144582 w 1577447"/>
                <a:gd name="connsiteY84" fmla="*/ 819797 h 1404236"/>
                <a:gd name="connsiteX85" fmla="*/ 1197693 w 1577447"/>
                <a:gd name="connsiteY85" fmla="*/ 832018 h 1404236"/>
                <a:gd name="connsiteX86" fmla="*/ 1297734 w 1577447"/>
                <a:gd name="connsiteY86" fmla="*/ 846323 h 1404236"/>
                <a:gd name="connsiteX87" fmla="*/ 1354870 w 1577447"/>
                <a:gd name="connsiteY87" fmla="*/ 823895 h 1404236"/>
                <a:gd name="connsiteX88" fmla="*/ 1438597 w 1577447"/>
                <a:gd name="connsiteY88" fmla="*/ 830005 h 1404236"/>
                <a:gd name="connsiteX89" fmla="*/ 1467201 w 1577447"/>
                <a:gd name="connsiteY89" fmla="*/ 825907 h 1404236"/>
                <a:gd name="connsiteX90" fmla="*/ 1577447 w 1577447"/>
                <a:gd name="connsiteY90" fmla="*/ 821235 h 1404236"/>
                <a:gd name="connsiteX91" fmla="*/ 1577447 w 1577447"/>
                <a:gd name="connsiteY91" fmla="*/ 0 h 1404236"/>
                <a:gd name="connsiteX92" fmla="*/ 1520311 w 1577447"/>
                <a:gd name="connsiteY92" fmla="*/ 17253 h 1404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577447" h="1404236">
                  <a:moveTo>
                    <a:pt x="1520383" y="17253"/>
                  </a:moveTo>
                  <a:lnTo>
                    <a:pt x="1469357" y="41766"/>
                  </a:lnTo>
                  <a:lnTo>
                    <a:pt x="1422426" y="82598"/>
                  </a:lnTo>
                  <a:lnTo>
                    <a:pt x="1357098" y="105027"/>
                  </a:lnTo>
                  <a:lnTo>
                    <a:pt x="1310167" y="115235"/>
                  </a:lnTo>
                  <a:lnTo>
                    <a:pt x="1269346" y="133638"/>
                  </a:lnTo>
                  <a:lnTo>
                    <a:pt x="1255044" y="164261"/>
                  </a:lnTo>
                  <a:lnTo>
                    <a:pt x="1228524" y="190788"/>
                  </a:lnTo>
                  <a:lnTo>
                    <a:pt x="1179510" y="196898"/>
                  </a:lnTo>
                  <a:lnTo>
                    <a:pt x="1167292" y="176482"/>
                  </a:lnTo>
                  <a:lnTo>
                    <a:pt x="1087662" y="174469"/>
                  </a:lnTo>
                  <a:lnTo>
                    <a:pt x="1057046" y="198983"/>
                  </a:lnTo>
                  <a:lnTo>
                    <a:pt x="1014140" y="225509"/>
                  </a:lnTo>
                  <a:cubicBezTo>
                    <a:pt x="1014140" y="225509"/>
                    <a:pt x="983524" y="229606"/>
                    <a:pt x="957004" y="233704"/>
                  </a:cubicBezTo>
                  <a:cubicBezTo>
                    <a:pt x="930485" y="237802"/>
                    <a:pt x="924376" y="250022"/>
                    <a:pt x="924376" y="250022"/>
                  </a:cubicBezTo>
                  <a:lnTo>
                    <a:pt x="873349" y="235717"/>
                  </a:lnTo>
                  <a:lnTo>
                    <a:pt x="820238" y="162177"/>
                  </a:lnTo>
                  <a:lnTo>
                    <a:pt x="781429" y="123358"/>
                  </a:lnTo>
                  <a:lnTo>
                    <a:pt x="765474" y="75553"/>
                  </a:lnTo>
                  <a:lnTo>
                    <a:pt x="761953" y="76703"/>
                  </a:lnTo>
                  <a:lnTo>
                    <a:pt x="732414" y="273817"/>
                  </a:lnTo>
                  <a:lnTo>
                    <a:pt x="714735" y="257499"/>
                  </a:lnTo>
                  <a:cubicBezTo>
                    <a:pt x="714735" y="257499"/>
                    <a:pt x="669817" y="228888"/>
                    <a:pt x="664355" y="228888"/>
                  </a:cubicBezTo>
                  <a:cubicBezTo>
                    <a:pt x="658893" y="228888"/>
                    <a:pt x="612609" y="238449"/>
                    <a:pt x="612609" y="238449"/>
                  </a:cubicBezTo>
                  <a:lnTo>
                    <a:pt x="564960" y="230253"/>
                  </a:lnTo>
                  <a:lnTo>
                    <a:pt x="548646" y="190788"/>
                  </a:lnTo>
                  <a:lnTo>
                    <a:pt x="521408" y="148590"/>
                  </a:lnTo>
                  <a:lnTo>
                    <a:pt x="491438" y="140395"/>
                  </a:lnTo>
                  <a:lnTo>
                    <a:pt x="454714" y="164908"/>
                  </a:lnTo>
                  <a:lnTo>
                    <a:pt x="462907" y="224790"/>
                  </a:lnTo>
                  <a:lnTo>
                    <a:pt x="475124" y="265622"/>
                  </a:lnTo>
                  <a:lnTo>
                    <a:pt x="479221" y="296964"/>
                  </a:lnTo>
                  <a:lnTo>
                    <a:pt x="415258" y="316014"/>
                  </a:lnTo>
                  <a:lnTo>
                    <a:pt x="330884" y="352749"/>
                  </a:lnTo>
                  <a:lnTo>
                    <a:pt x="288697" y="370433"/>
                  </a:lnTo>
                  <a:lnTo>
                    <a:pt x="260093" y="435778"/>
                  </a:lnTo>
                  <a:lnTo>
                    <a:pt x="223368" y="461657"/>
                  </a:lnTo>
                  <a:lnTo>
                    <a:pt x="200226" y="494294"/>
                  </a:lnTo>
                  <a:lnTo>
                    <a:pt x="169251" y="497960"/>
                  </a:lnTo>
                  <a:lnTo>
                    <a:pt x="166232" y="517441"/>
                  </a:lnTo>
                  <a:lnTo>
                    <a:pt x="149918" y="546052"/>
                  </a:lnTo>
                  <a:cubicBezTo>
                    <a:pt x="149918" y="546052"/>
                    <a:pt x="130873" y="597811"/>
                    <a:pt x="126776" y="607300"/>
                  </a:cubicBezTo>
                  <a:cubicBezTo>
                    <a:pt x="122680" y="616861"/>
                    <a:pt x="109097" y="669913"/>
                    <a:pt x="109097" y="669913"/>
                  </a:cubicBezTo>
                  <a:cubicBezTo>
                    <a:pt x="109097" y="669913"/>
                    <a:pt x="95514" y="695792"/>
                    <a:pt x="83224" y="702550"/>
                  </a:cubicBezTo>
                  <a:cubicBezTo>
                    <a:pt x="71006" y="709379"/>
                    <a:pt x="58717" y="718868"/>
                    <a:pt x="53255" y="721599"/>
                  </a:cubicBezTo>
                  <a:cubicBezTo>
                    <a:pt x="47793" y="724331"/>
                    <a:pt x="5606" y="765163"/>
                    <a:pt x="5606" y="765163"/>
                  </a:cubicBezTo>
                  <a:lnTo>
                    <a:pt x="0" y="782632"/>
                  </a:lnTo>
                  <a:lnTo>
                    <a:pt x="32844" y="795140"/>
                  </a:lnTo>
                  <a:lnTo>
                    <a:pt x="70934" y="805995"/>
                  </a:lnTo>
                  <a:lnTo>
                    <a:pt x="95442" y="830508"/>
                  </a:lnTo>
                  <a:lnTo>
                    <a:pt x="132167" y="853656"/>
                  </a:lnTo>
                  <a:lnTo>
                    <a:pt x="132167" y="889024"/>
                  </a:lnTo>
                  <a:lnTo>
                    <a:pt x="125339" y="920367"/>
                  </a:lnTo>
                  <a:lnTo>
                    <a:pt x="103563" y="938051"/>
                  </a:lnTo>
                  <a:lnTo>
                    <a:pt x="95370" y="980248"/>
                  </a:lnTo>
                  <a:lnTo>
                    <a:pt x="103563" y="1006128"/>
                  </a:lnTo>
                  <a:lnTo>
                    <a:pt x="102197" y="1030641"/>
                  </a:lnTo>
                  <a:lnTo>
                    <a:pt x="104928" y="1071473"/>
                  </a:lnTo>
                  <a:lnTo>
                    <a:pt x="123974" y="1102815"/>
                  </a:lnTo>
                  <a:lnTo>
                    <a:pt x="159333" y="1240335"/>
                  </a:lnTo>
                  <a:lnTo>
                    <a:pt x="245072" y="1278435"/>
                  </a:lnTo>
                  <a:lnTo>
                    <a:pt x="277701" y="1281166"/>
                  </a:lnTo>
                  <a:cubicBezTo>
                    <a:pt x="277701" y="1281166"/>
                    <a:pt x="294015" y="1286630"/>
                    <a:pt x="298112" y="1292093"/>
                  </a:cubicBezTo>
                  <a:cubicBezTo>
                    <a:pt x="302208" y="1297557"/>
                    <a:pt x="325350" y="1319338"/>
                    <a:pt x="325350" y="1319338"/>
                  </a:cubicBezTo>
                  <a:lnTo>
                    <a:pt x="355319" y="1339754"/>
                  </a:lnTo>
                  <a:lnTo>
                    <a:pt x="375730" y="1360170"/>
                  </a:lnTo>
                  <a:lnTo>
                    <a:pt x="423379" y="1365633"/>
                  </a:lnTo>
                  <a:lnTo>
                    <a:pt x="503656" y="1332997"/>
                  </a:lnTo>
                  <a:lnTo>
                    <a:pt x="515874" y="1337095"/>
                  </a:lnTo>
                  <a:lnTo>
                    <a:pt x="529457" y="1403805"/>
                  </a:lnTo>
                  <a:lnTo>
                    <a:pt x="530104" y="1404237"/>
                  </a:lnTo>
                  <a:lnTo>
                    <a:pt x="530104" y="1038261"/>
                  </a:lnTo>
                  <a:lnTo>
                    <a:pt x="605638" y="1048469"/>
                  </a:lnTo>
                  <a:lnTo>
                    <a:pt x="693390" y="1040274"/>
                  </a:lnTo>
                  <a:lnTo>
                    <a:pt x="781141" y="1013747"/>
                  </a:lnTo>
                  <a:lnTo>
                    <a:pt x="807661" y="1005552"/>
                  </a:lnTo>
                  <a:lnTo>
                    <a:pt x="807661" y="972916"/>
                  </a:lnTo>
                  <a:cubicBezTo>
                    <a:pt x="807661" y="972916"/>
                    <a:pt x="836265" y="952500"/>
                    <a:pt x="838277" y="946390"/>
                  </a:cubicBezTo>
                  <a:cubicBezTo>
                    <a:pt x="840289" y="940279"/>
                    <a:pt x="872990" y="913681"/>
                    <a:pt x="872990" y="913681"/>
                  </a:cubicBezTo>
                  <a:lnTo>
                    <a:pt x="919920" y="944305"/>
                  </a:lnTo>
                  <a:lnTo>
                    <a:pt x="989345" y="919791"/>
                  </a:lnTo>
                  <a:lnTo>
                    <a:pt x="1032251" y="872850"/>
                  </a:lnTo>
                  <a:lnTo>
                    <a:pt x="1075156" y="832018"/>
                  </a:lnTo>
                  <a:lnTo>
                    <a:pt x="1105773" y="840213"/>
                  </a:lnTo>
                  <a:lnTo>
                    <a:pt x="1144582" y="819797"/>
                  </a:lnTo>
                  <a:lnTo>
                    <a:pt x="1197693" y="832018"/>
                  </a:lnTo>
                  <a:lnTo>
                    <a:pt x="1297734" y="846323"/>
                  </a:lnTo>
                  <a:lnTo>
                    <a:pt x="1354870" y="823895"/>
                  </a:lnTo>
                  <a:cubicBezTo>
                    <a:pt x="1373268" y="823895"/>
                    <a:pt x="1438597" y="830005"/>
                    <a:pt x="1438597" y="830005"/>
                  </a:cubicBezTo>
                  <a:lnTo>
                    <a:pt x="1467201" y="825907"/>
                  </a:lnTo>
                  <a:lnTo>
                    <a:pt x="1577447" y="821235"/>
                  </a:lnTo>
                  <a:lnTo>
                    <a:pt x="1577447" y="0"/>
                  </a:lnTo>
                  <a:lnTo>
                    <a:pt x="1520311" y="17253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solidFill>
                <a:schemeClr val="bg2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CO"/>
            </a:p>
          </p:txBody>
        </p:sp>
        <p:sp>
          <p:nvSpPr>
            <p:cNvPr id="38" name="Bolivar">
              <a:extLst>
                <a:ext uri="{FF2B5EF4-FFF2-40B4-BE49-F238E27FC236}">
                  <a16:creationId xmlns:a16="http://schemas.microsoft.com/office/drawing/2014/main" id="{1E428005-7C5A-6941-CA7B-2C47F5D568FF}"/>
                </a:ext>
              </a:extLst>
            </p:cNvPr>
            <p:cNvSpPr/>
            <p:nvPr/>
          </p:nvSpPr>
          <p:spPr>
            <a:xfrm>
              <a:off x="5397289" y="718853"/>
              <a:ext cx="748153" cy="1562028"/>
            </a:xfrm>
            <a:custGeom>
              <a:avLst/>
              <a:gdLst>
                <a:gd name="connsiteX0" fmla="*/ 353379 w 748153"/>
                <a:gd name="connsiteY0" fmla="*/ 1112879 h 1562028"/>
                <a:gd name="connsiteX1" fmla="*/ 392835 w 748153"/>
                <a:gd name="connsiteY1" fmla="*/ 1129198 h 1562028"/>
                <a:gd name="connsiteX2" fmla="*/ 421438 w 748153"/>
                <a:gd name="connsiteY2" fmla="*/ 1178225 h 1562028"/>
                <a:gd name="connsiteX3" fmla="*/ 436387 w 748153"/>
                <a:gd name="connsiteY3" fmla="*/ 1224520 h 1562028"/>
                <a:gd name="connsiteX4" fmla="*/ 444580 w 748153"/>
                <a:gd name="connsiteY4" fmla="*/ 1257228 h 1562028"/>
                <a:gd name="connsiteX5" fmla="*/ 463625 w 748153"/>
                <a:gd name="connsiteY5" fmla="*/ 1269449 h 1562028"/>
                <a:gd name="connsiteX6" fmla="*/ 464991 w 748153"/>
                <a:gd name="connsiteY6" fmla="*/ 1296694 h 1562028"/>
                <a:gd name="connsiteX7" fmla="*/ 426900 w 748153"/>
                <a:gd name="connsiteY7" fmla="*/ 1308915 h 1562028"/>
                <a:gd name="connsiteX8" fmla="*/ 414683 w 748153"/>
                <a:gd name="connsiteY8" fmla="*/ 1325233 h 1562028"/>
                <a:gd name="connsiteX9" fmla="*/ 420145 w 748153"/>
                <a:gd name="connsiteY9" fmla="*/ 1359235 h 1562028"/>
                <a:gd name="connsiteX10" fmla="*/ 421510 w 748153"/>
                <a:gd name="connsiteY10" fmla="*/ 1421849 h 1562028"/>
                <a:gd name="connsiteX11" fmla="*/ 441921 w 748153"/>
                <a:gd name="connsiteY11" fmla="*/ 1439533 h 1562028"/>
                <a:gd name="connsiteX12" fmla="*/ 456870 w 748153"/>
                <a:gd name="connsiteY12" fmla="*/ 1438167 h 1562028"/>
                <a:gd name="connsiteX13" fmla="*/ 489498 w 748153"/>
                <a:gd name="connsiteY13" fmla="*/ 1401433 h 1562028"/>
                <a:gd name="connsiteX14" fmla="*/ 497691 w 748153"/>
                <a:gd name="connsiteY14" fmla="*/ 1376920 h 1562028"/>
                <a:gd name="connsiteX15" fmla="*/ 518102 w 748153"/>
                <a:gd name="connsiteY15" fmla="*/ 1417751 h 1562028"/>
                <a:gd name="connsiteX16" fmla="*/ 496326 w 748153"/>
                <a:gd name="connsiteY16" fmla="*/ 1434070 h 1562028"/>
                <a:gd name="connsiteX17" fmla="*/ 489498 w 748153"/>
                <a:gd name="connsiteY17" fmla="*/ 1469438 h 1562028"/>
                <a:gd name="connsiteX18" fmla="*/ 496326 w 748153"/>
                <a:gd name="connsiteY18" fmla="*/ 1534783 h 1562028"/>
                <a:gd name="connsiteX19" fmla="*/ 512640 w 748153"/>
                <a:gd name="connsiteY19" fmla="*/ 1557931 h 1562028"/>
                <a:gd name="connsiteX20" fmla="*/ 550730 w 748153"/>
                <a:gd name="connsiteY20" fmla="*/ 1562028 h 1562028"/>
                <a:gd name="connsiteX21" fmla="*/ 597014 w 748153"/>
                <a:gd name="connsiteY21" fmla="*/ 1528026 h 1562028"/>
                <a:gd name="connsiteX22" fmla="*/ 647394 w 748153"/>
                <a:gd name="connsiteY22" fmla="*/ 1480365 h 1562028"/>
                <a:gd name="connsiteX23" fmla="*/ 670535 w 748153"/>
                <a:gd name="connsiteY23" fmla="*/ 1462681 h 1562028"/>
                <a:gd name="connsiteX24" fmla="*/ 678728 w 748153"/>
                <a:gd name="connsiteY24" fmla="*/ 1404165 h 1562028"/>
                <a:gd name="connsiteX25" fmla="*/ 674632 w 748153"/>
                <a:gd name="connsiteY25" fmla="*/ 1353772 h 1562028"/>
                <a:gd name="connsiteX26" fmla="*/ 701870 w 748153"/>
                <a:gd name="connsiteY26" fmla="*/ 1333356 h 1562028"/>
                <a:gd name="connsiteX27" fmla="*/ 704601 w 748153"/>
                <a:gd name="connsiteY27" fmla="*/ 1280232 h 1562028"/>
                <a:gd name="connsiteX28" fmla="*/ 715453 w 748153"/>
                <a:gd name="connsiteY28" fmla="*/ 1246229 h 1562028"/>
                <a:gd name="connsiteX29" fmla="*/ 696408 w 748153"/>
                <a:gd name="connsiteY29" fmla="*/ 1197203 h 1562028"/>
                <a:gd name="connsiteX30" fmla="*/ 690946 w 748153"/>
                <a:gd name="connsiteY30" fmla="*/ 1148176 h 1562028"/>
                <a:gd name="connsiteX31" fmla="*/ 719550 w 748153"/>
                <a:gd name="connsiteY31" fmla="*/ 1110076 h 1562028"/>
                <a:gd name="connsiteX32" fmla="*/ 741326 w 748153"/>
                <a:gd name="connsiteY32" fmla="*/ 1095123 h 1562028"/>
                <a:gd name="connsiteX33" fmla="*/ 748154 w 748153"/>
                <a:gd name="connsiteY33" fmla="*/ 1037973 h 1562028"/>
                <a:gd name="connsiteX34" fmla="*/ 748154 w 748153"/>
                <a:gd name="connsiteY34" fmla="*/ 971262 h 1562028"/>
                <a:gd name="connsiteX35" fmla="*/ 736942 w 748153"/>
                <a:gd name="connsiteY35" fmla="*/ 928418 h 1562028"/>
                <a:gd name="connsiteX36" fmla="*/ 709416 w 748153"/>
                <a:gd name="connsiteY36" fmla="*/ 887586 h 1562028"/>
                <a:gd name="connsiteX37" fmla="*/ 715525 w 748153"/>
                <a:gd name="connsiteY37" fmla="*/ 852865 h 1562028"/>
                <a:gd name="connsiteX38" fmla="*/ 693102 w 748153"/>
                <a:gd name="connsiteY38" fmla="*/ 805923 h 1562028"/>
                <a:gd name="connsiteX39" fmla="*/ 696193 w 748153"/>
                <a:gd name="connsiteY39" fmla="*/ 774293 h 1562028"/>
                <a:gd name="connsiteX40" fmla="*/ 691162 w 748153"/>
                <a:gd name="connsiteY40" fmla="*/ 737199 h 1562028"/>
                <a:gd name="connsiteX41" fmla="*/ 672691 w 748153"/>
                <a:gd name="connsiteY41" fmla="*/ 742662 h 1562028"/>
                <a:gd name="connsiteX42" fmla="*/ 591049 w 748153"/>
                <a:gd name="connsiteY42" fmla="*/ 720234 h 1562028"/>
                <a:gd name="connsiteX43" fmla="*/ 556336 w 748153"/>
                <a:gd name="connsiteY43" fmla="*/ 681415 h 1562028"/>
                <a:gd name="connsiteX44" fmla="*/ 499200 w 748153"/>
                <a:gd name="connsiteY44" fmla="*/ 642596 h 1562028"/>
                <a:gd name="connsiteX45" fmla="*/ 448174 w 748153"/>
                <a:gd name="connsiteY45" fmla="*/ 636486 h 1562028"/>
                <a:gd name="connsiteX46" fmla="*/ 431859 w 748153"/>
                <a:gd name="connsiteY46" fmla="*/ 634473 h 1562028"/>
                <a:gd name="connsiteX47" fmla="*/ 372640 w 748153"/>
                <a:gd name="connsiteY47" fmla="*/ 579336 h 1562028"/>
                <a:gd name="connsiteX48" fmla="*/ 335915 w 748153"/>
                <a:gd name="connsiteY48" fmla="*/ 552809 h 1562028"/>
                <a:gd name="connsiteX49" fmla="*/ 325709 w 748153"/>
                <a:gd name="connsiteY49" fmla="*/ 540589 h 1562028"/>
                <a:gd name="connsiteX50" fmla="*/ 325709 w 748153"/>
                <a:gd name="connsiteY50" fmla="*/ 507952 h 1562028"/>
                <a:gd name="connsiteX51" fmla="*/ 329806 w 748153"/>
                <a:gd name="connsiteY51" fmla="*/ 485523 h 1562028"/>
                <a:gd name="connsiteX52" fmla="*/ 295093 w 748153"/>
                <a:gd name="connsiteY52" fmla="*/ 442607 h 1562028"/>
                <a:gd name="connsiteX53" fmla="*/ 288984 w 748153"/>
                <a:gd name="connsiteY53" fmla="*/ 413996 h 1562028"/>
                <a:gd name="connsiteX54" fmla="*/ 288984 w 748153"/>
                <a:gd name="connsiteY54" fmla="*/ 375177 h 1562028"/>
                <a:gd name="connsiteX55" fmla="*/ 303286 w 748153"/>
                <a:gd name="connsiteY55" fmla="*/ 344553 h 1562028"/>
                <a:gd name="connsiteX56" fmla="*/ 311479 w 748153"/>
                <a:gd name="connsiteY56" fmla="*/ 313930 h 1562028"/>
                <a:gd name="connsiteX57" fmla="*/ 246150 w 748153"/>
                <a:gd name="connsiteY57" fmla="*/ 271013 h 1562028"/>
                <a:gd name="connsiteX58" fmla="*/ 254343 w 748153"/>
                <a:gd name="connsiteY58" fmla="*/ 242402 h 1562028"/>
                <a:gd name="connsiteX59" fmla="*/ 254343 w 748153"/>
                <a:gd name="connsiteY59" fmla="*/ 199486 h 1562028"/>
                <a:gd name="connsiteX60" fmla="*/ 199867 w 748153"/>
                <a:gd name="connsiteY60" fmla="*/ 165483 h 1562028"/>
                <a:gd name="connsiteX61" fmla="*/ 175360 w 748153"/>
                <a:gd name="connsiteY61" fmla="*/ 146433 h 1562028"/>
                <a:gd name="connsiteX62" fmla="*/ 142660 w 748153"/>
                <a:gd name="connsiteY62" fmla="*/ 124652 h 1562028"/>
                <a:gd name="connsiteX63" fmla="*/ 133101 w 748153"/>
                <a:gd name="connsiteY63" fmla="*/ 86552 h 1562028"/>
                <a:gd name="connsiteX64" fmla="*/ 127639 w 748153"/>
                <a:gd name="connsiteY64" fmla="*/ 37525 h 1562028"/>
                <a:gd name="connsiteX65" fmla="*/ 116068 w 748153"/>
                <a:gd name="connsiteY65" fmla="*/ 0 h 1562028"/>
                <a:gd name="connsiteX66" fmla="*/ 96017 w 748153"/>
                <a:gd name="connsiteY66" fmla="*/ 8555 h 1562028"/>
                <a:gd name="connsiteX67" fmla="*/ 48008 w 748153"/>
                <a:gd name="connsiteY67" fmla="*/ 67789 h 1562028"/>
                <a:gd name="connsiteX68" fmla="*/ 19405 w 748153"/>
                <a:gd name="connsiteY68" fmla="*/ 85114 h 1562028"/>
                <a:gd name="connsiteX69" fmla="*/ 21417 w 748153"/>
                <a:gd name="connsiteY69" fmla="*/ 190284 h 1562028"/>
                <a:gd name="connsiteX70" fmla="*/ 0 w 748153"/>
                <a:gd name="connsiteY70" fmla="*/ 271948 h 1562028"/>
                <a:gd name="connsiteX71" fmla="*/ 15955 w 748153"/>
                <a:gd name="connsiteY71" fmla="*/ 268929 h 1562028"/>
                <a:gd name="connsiteX72" fmla="*/ 24148 w 748153"/>
                <a:gd name="connsiteY72" fmla="*/ 283881 h 1562028"/>
                <a:gd name="connsiteX73" fmla="*/ 35000 w 748153"/>
                <a:gd name="connsiteY73" fmla="*/ 338371 h 1562028"/>
                <a:gd name="connsiteX74" fmla="*/ 48583 w 748153"/>
                <a:gd name="connsiteY74" fmla="*/ 354689 h 1562028"/>
                <a:gd name="connsiteX75" fmla="*/ 78552 w 748153"/>
                <a:gd name="connsiteY75" fmla="*/ 361519 h 1562028"/>
                <a:gd name="connsiteX76" fmla="*/ 85380 w 748153"/>
                <a:gd name="connsiteY76" fmla="*/ 371080 h 1562028"/>
                <a:gd name="connsiteX77" fmla="*/ 90842 w 748153"/>
                <a:gd name="connsiteY77" fmla="*/ 416009 h 1562028"/>
                <a:gd name="connsiteX78" fmla="*/ 92208 w 748153"/>
                <a:gd name="connsiteY78" fmla="*/ 448646 h 1562028"/>
                <a:gd name="connsiteX79" fmla="*/ 82649 w 748153"/>
                <a:gd name="connsiteY79" fmla="*/ 466330 h 1562028"/>
                <a:gd name="connsiteX80" fmla="*/ 124836 w 748153"/>
                <a:gd name="connsiteY80" fmla="*/ 466330 h 1562028"/>
                <a:gd name="connsiteX81" fmla="*/ 153440 w 748153"/>
                <a:gd name="connsiteY81" fmla="*/ 473159 h 1562028"/>
                <a:gd name="connsiteX82" fmla="*/ 184775 w 748153"/>
                <a:gd name="connsiteY82" fmla="*/ 503136 h 1562028"/>
                <a:gd name="connsiteX83" fmla="*/ 232424 w 748153"/>
                <a:gd name="connsiteY83" fmla="*/ 516722 h 1562028"/>
                <a:gd name="connsiteX84" fmla="*/ 250103 w 748153"/>
                <a:gd name="connsiteY84" fmla="*/ 539870 h 1562028"/>
                <a:gd name="connsiteX85" fmla="*/ 262321 w 748153"/>
                <a:gd name="connsiteY85" fmla="*/ 563017 h 1562028"/>
                <a:gd name="connsiteX86" fmla="*/ 267783 w 748153"/>
                <a:gd name="connsiteY86" fmla="*/ 573872 h 1562028"/>
                <a:gd name="connsiteX87" fmla="*/ 266417 w 748153"/>
                <a:gd name="connsiteY87" fmla="*/ 643315 h 1562028"/>
                <a:gd name="connsiteX88" fmla="*/ 282732 w 748153"/>
                <a:gd name="connsiteY88" fmla="*/ 663731 h 1562028"/>
                <a:gd name="connsiteX89" fmla="*/ 288194 w 748153"/>
                <a:gd name="connsiteY89" fmla="*/ 686878 h 1562028"/>
                <a:gd name="connsiteX90" fmla="*/ 309970 w 748153"/>
                <a:gd name="connsiteY90" fmla="*/ 719515 h 1562028"/>
                <a:gd name="connsiteX91" fmla="*/ 342670 w 748153"/>
                <a:gd name="connsiteY91" fmla="*/ 735833 h 1562028"/>
                <a:gd name="connsiteX92" fmla="*/ 386223 w 748153"/>
                <a:gd name="connsiteY92" fmla="*/ 758981 h 1562028"/>
                <a:gd name="connsiteX93" fmla="*/ 406633 w 748153"/>
                <a:gd name="connsiteY93" fmla="*/ 790323 h 1562028"/>
                <a:gd name="connsiteX94" fmla="*/ 409364 w 748153"/>
                <a:gd name="connsiteY94" fmla="*/ 825692 h 1562028"/>
                <a:gd name="connsiteX95" fmla="*/ 405268 w 748153"/>
                <a:gd name="connsiteY95" fmla="*/ 844742 h 1562028"/>
                <a:gd name="connsiteX96" fmla="*/ 393050 w 748153"/>
                <a:gd name="connsiteY96" fmla="*/ 856962 h 1562028"/>
                <a:gd name="connsiteX97" fmla="*/ 398512 w 748153"/>
                <a:gd name="connsiteY97" fmla="*/ 876012 h 1562028"/>
                <a:gd name="connsiteX98" fmla="*/ 413461 w 748153"/>
                <a:gd name="connsiteY98" fmla="*/ 920942 h 1562028"/>
                <a:gd name="connsiteX99" fmla="*/ 413461 w 748153"/>
                <a:gd name="connsiteY99" fmla="*/ 939992 h 1562028"/>
                <a:gd name="connsiteX100" fmla="*/ 412095 w 748153"/>
                <a:gd name="connsiteY100" fmla="*/ 967237 h 1562028"/>
                <a:gd name="connsiteX101" fmla="*/ 405268 w 748153"/>
                <a:gd name="connsiteY101" fmla="*/ 983555 h 1562028"/>
                <a:gd name="connsiteX102" fmla="*/ 395709 w 748153"/>
                <a:gd name="connsiteY102" fmla="*/ 998508 h 1562028"/>
                <a:gd name="connsiteX103" fmla="*/ 372568 w 748153"/>
                <a:gd name="connsiteY103" fmla="*/ 1021655 h 1562028"/>
                <a:gd name="connsiteX104" fmla="*/ 327650 w 748153"/>
                <a:gd name="connsiteY104" fmla="*/ 1044803 h 1562028"/>
                <a:gd name="connsiteX105" fmla="*/ 319888 w 748153"/>
                <a:gd name="connsiteY105" fmla="*/ 1041352 h 1562028"/>
                <a:gd name="connsiteX106" fmla="*/ 310473 w 748153"/>
                <a:gd name="connsiteY106" fmla="*/ 1075283 h 1562028"/>
                <a:gd name="connsiteX107" fmla="*/ 329015 w 748153"/>
                <a:gd name="connsiteY107" fmla="*/ 1082903 h 1562028"/>
                <a:gd name="connsiteX108" fmla="*/ 353522 w 748153"/>
                <a:gd name="connsiteY108" fmla="*/ 1112879 h 1562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748153" h="1562028">
                  <a:moveTo>
                    <a:pt x="353379" y="1112879"/>
                  </a:moveTo>
                  <a:lnTo>
                    <a:pt x="392835" y="1129198"/>
                  </a:lnTo>
                  <a:lnTo>
                    <a:pt x="421438" y="1178225"/>
                  </a:lnTo>
                  <a:lnTo>
                    <a:pt x="436387" y="1224520"/>
                  </a:lnTo>
                  <a:lnTo>
                    <a:pt x="444580" y="1257228"/>
                  </a:lnTo>
                  <a:lnTo>
                    <a:pt x="463625" y="1269449"/>
                  </a:lnTo>
                  <a:lnTo>
                    <a:pt x="464991" y="1296694"/>
                  </a:lnTo>
                  <a:lnTo>
                    <a:pt x="426900" y="1308915"/>
                  </a:lnTo>
                  <a:lnTo>
                    <a:pt x="414683" y="1325233"/>
                  </a:lnTo>
                  <a:lnTo>
                    <a:pt x="420145" y="1359235"/>
                  </a:lnTo>
                  <a:lnTo>
                    <a:pt x="421510" y="1421849"/>
                  </a:lnTo>
                  <a:lnTo>
                    <a:pt x="441921" y="1439533"/>
                  </a:lnTo>
                  <a:cubicBezTo>
                    <a:pt x="441921" y="1439533"/>
                    <a:pt x="444652" y="1440899"/>
                    <a:pt x="456870" y="1438167"/>
                  </a:cubicBezTo>
                  <a:cubicBezTo>
                    <a:pt x="469087" y="1435435"/>
                    <a:pt x="489498" y="1401433"/>
                    <a:pt x="489498" y="1401433"/>
                  </a:cubicBezTo>
                  <a:lnTo>
                    <a:pt x="497691" y="1376920"/>
                  </a:lnTo>
                  <a:lnTo>
                    <a:pt x="518102" y="1417751"/>
                  </a:lnTo>
                  <a:cubicBezTo>
                    <a:pt x="518102" y="1417751"/>
                    <a:pt x="497691" y="1429972"/>
                    <a:pt x="496326" y="1434070"/>
                  </a:cubicBezTo>
                  <a:cubicBezTo>
                    <a:pt x="494960" y="1438167"/>
                    <a:pt x="489498" y="1469438"/>
                    <a:pt x="489498" y="1469438"/>
                  </a:cubicBezTo>
                  <a:lnTo>
                    <a:pt x="496326" y="1534783"/>
                  </a:lnTo>
                  <a:lnTo>
                    <a:pt x="512640" y="1557931"/>
                  </a:lnTo>
                  <a:lnTo>
                    <a:pt x="550730" y="1562028"/>
                  </a:lnTo>
                  <a:cubicBezTo>
                    <a:pt x="550730" y="1562028"/>
                    <a:pt x="594283" y="1532051"/>
                    <a:pt x="597014" y="1528026"/>
                  </a:cubicBezTo>
                  <a:cubicBezTo>
                    <a:pt x="599745" y="1523928"/>
                    <a:pt x="647394" y="1480365"/>
                    <a:pt x="647394" y="1480365"/>
                  </a:cubicBezTo>
                  <a:lnTo>
                    <a:pt x="670535" y="1462681"/>
                  </a:lnTo>
                  <a:lnTo>
                    <a:pt x="678728" y="1404165"/>
                  </a:lnTo>
                  <a:lnTo>
                    <a:pt x="674632" y="1353772"/>
                  </a:lnTo>
                  <a:lnTo>
                    <a:pt x="701870" y="1333356"/>
                  </a:lnTo>
                  <a:lnTo>
                    <a:pt x="704601" y="1280232"/>
                  </a:lnTo>
                  <a:lnTo>
                    <a:pt x="715453" y="1246229"/>
                  </a:lnTo>
                  <a:lnTo>
                    <a:pt x="696408" y="1197203"/>
                  </a:lnTo>
                  <a:lnTo>
                    <a:pt x="690946" y="1148176"/>
                  </a:lnTo>
                  <a:lnTo>
                    <a:pt x="719550" y="1110076"/>
                  </a:lnTo>
                  <a:lnTo>
                    <a:pt x="741326" y="1095123"/>
                  </a:lnTo>
                  <a:lnTo>
                    <a:pt x="748154" y="1037973"/>
                  </a:lnTo>
                  <a:lnTo>
                    <a:pt x="748154" y="971262"/>
                  </a:lnTo>
                  <a:lnTo>
                    <a:pt x="736942" y="928418"/>
                  </a:lnTo>
                  <a:lnTo>
                    <a:pt x="709416" y="887586"/>
                  </a:lnTo>
                  <a:cubicBezTo>
                    <a:pt x="709416" y="887586"/>
                    <a:pt x="715525" y="861060"/>
                    <a:pt x="715525" y="852865"/>
                  </a:cubicBezTo>
                  <a:cubicBezTo>
                    <a:pt x="715525" y="844670"/>
                    <a:pt x="693102" y="805923"/>
                    <a:pt x="693102" y="805923"/>
                  </a:cubicBezTo>
                  <a:lnTo>
                    <a:pt x="696193" y="774293"/>
                  </a:lnTo>
                  <a:lnTo>
                    <a:pt x="691162" y="737199"/>
                  </a:lnTo>
                  <a:lnTo>
                    <a:pt x="672691" y="742662"/>
                  </a:lnTo>
                  <a:lnTo>
                    <a:pt x="591049" y="720234"/>
                  </a:lnTo>
                  <a:lnTo>
                    <a:pt x="556336" y="681415"/>
                  </a:lnTo>
                  <a:lnTo>
                    <a:pt x="499200" y="642596"/>
                  </a:lnTo>
                  <a:lnTo>
                    <a:pt x="448174" y="636486"/>
                  </a:lnTo>
                  <a:lnTo>
                    <a:pt x="431859" y="634473"/>
                  </a:lnTo>
                  <a:lnTo>
                    <a:pt x="372640" y="579336"/>
                  </a:lnTo>
                  <a:lnTo>
                    <a:pt x="335915" y="552809"/>
                  </a:lnTo>
                  <a:lnTo>
                    <a:pt x="325709" y="540589"/>
                  </a:lnTo>
                  <a:cubicBezTo>
                    <a:pt x="325709" y="540589"/>
                    <a:pt x="323697" y="514062"/>
                    <a:pt x="325709" y="507952"/>
                  </a:cubicBezTo>
                  <a:cubicBezTo>
                    <a:pt x="327722" y="501842"/>
                    <a:pt x="329806" y="485523"/>
                    <a:pt x="329806" y="485523"/>
                  </a:cubicBezTo>
                  <a:lnTo>
                    <a:pt x="295093" y="442607"/>
                  </a:lnTo>
                  <a:lnTo>
                    <a:pt x="288984" y="413996"/>
                  </a:lnTo>
                  <a:lnTo>
                    <a:pt x="288984" y="375177"/>
                  </a:lnTo>
                  <a:lnTo>
                    <a:pt x="303286" y="344553"/>
                  </a:lnTo>
                  <a:lnTo>
                    <a:pt x="311479" y="313930"/>
                  </a:lnTo>
                  <a:lnTo>
                    <a:pt x="246150" y="271013"/>
                  </a:lnTo>
                  <a:lnTo>
                    <a:pt x="254343" y="242402"/>
                  </a:lnTo>
                  <a:lnTo>
                    <a:pt x="254343" y="199486"/>
                  </a:lnTo>
                  <a:cubicBezTo>
                    <a:pt x="254343" y="199486"/>
                    <a:pt x="210791" y="168143"/>
                    <a:pt x="199867" y="165483"/>
                  </a:cubicBezTo>
                  <a:cubicBezTo>
                    <a:pt x="189015" y="162752"/>
                    <a:pt x="175360" y="146433"/>
                    <a:pt x="175360" y="146433"/>
                  </a:cubicBezTo>
                  <a:lnTo>
                    <a:pt x="142660" y="124652"/>
                  </a:lnTo>
                  <a:lnTo>
                    <a:pt x="133101" y="86552"/>
                  </a:lnTo>
                  <a:lnTo>
                    <a:pt x="127639" y="37525"/>
                  </a:lnTo>
                  <a:lnTo>
                    <a:pt x="116068" y="0"/>
                  </a:lnTo>
                  <a:lnTo>
                    <a:pt x="96017" y="8555"/>
                  </a:lnTo>
                  <a:lnTo>
                    <a:pt x="48008" y="67789"/>
                  </a:lnTo>
                  <a:lnTo>
                    <a:pt x="19405" y="85114"/>
                  </a:lnTo>
                  <a:lnTo>
                    <a:pt x="21417" y="190284"/>
                  </a:lnTo>
                  <a:lnTo>
                    <a:pt x="0" y="271948"/>
                  </a:lnTo>
                  <a:lnTo>
                    <a:pt x="15955" y="268929"/>
                  </a:lnTo>
                  <a:lnTo>
                    <a:pt x="24148" y="283881"/>
                  </a:lnTo>
                  <a:lnTo>
                    <a:pt x="35000" y="338371"/>
                  </a:lnTo>
                  <a:lnTo>
                    <a:pt x="48583" y="354689"/>
                  </a:lnTo>
                  <a:lnTo>
                    <a:pt x="78552" y="361519"/>
                  </a:lnTo>
                  <a:lnTo>
                    <a:pt x="85380" y="371080"/>
                  </a:lnTo>
                  <a:lnTo>
                    <a:pt x="90842" y="416009"/>
                  </a:lnTo>
                  <a:lnTo>
                    <a:pt x="92208" y="448646"/>
                  </a:lnTo>
                  <a:lnTo>
                    <a:pt x="82649" y="466330"/>
                  </a:lnTo>
                  <a:lnTo>
                    <a:pt x="124836" y="466330"/>
                  </a:lnTo>
                  <a:lnTo>
                    <a:pt x="153440" y="473159"/>
                  </a:lnTo>
                  <a:lnTo>
                    <a:pt x="184775" y="503136"/>
                  </a:lnTo>
                  <a:lnTo>
                    <a:pt x="232424" y="516722"/>
                  </a:lnTo>
                  <a:lnTo>
                    <a:pt x="250103" y="539870"/>
                  </a:lnTo>
                  <a:lnTo>
                    <a:pt x="262321" y="563017"/>
                  </a:lnTo>
                  <a:lnTo>
                    <a:pt x="267783" y="573872"/>
                  </a:lnTo>
                  <a:lnTo>
                    <a:pt x="266417" y="643315"/>
                  </a:lnTo>
                  <a:lnTo>
                    <a:pt x="282732" y="663731"/>
                  </a:lnTo>
                  <a:lnTo>
                    <a:pt x="288194" y="686878"/>
                  </a:lnTo>
                  <a:lnTo>
                    <a:pt x="309970" y="719515"/>
                  </a:lnTo>
                  <a:lnTo>
                    <a:pt x="342670" y="735833"/>
                  </a:lnTo>
                  <a:lnTo>
                    <a:pt x="386223" y="758981"/>
                  </a:lnTo>
                  <a:lnTo>
                    <a:pt x="406633" y="790323"/>
                  </a:lnTo>
                  <a:lnTo>
                    <a:pt x="409364" y="825692"/>
                  </a:lnTo>
                  <a:lnTo>
                    <a:pt x="405268" y="844742"/>
                  </a:lnTo>
                  <a:lnTo>
                    <a:pt x="393050" y="856962"/>
                  </a:lnTo>
                  <a:lnTo>
                    <a:pt x="398512" y="876012"/>
                  </a:lnTo>
                  <a:lnTo>
                    <a:pt x="413461" y="920942"/>
                  </a:lnTo>
                  <a:lnTo>
                    <a:pt x="413461" y="939992"/>
                  </a:lnTo>
                  <a:cubicBezTo>
                    <a:pt x="413461" y="944089"/>
                    <a:pt x="412095" y="967237"/>
                    <a:pt x="412095" y="967237"/>
                  </a:cubicBezTo>
                  <a:cubicBezTo>
                    <a:pt x="412095" y="967237"/>
                    <a:pt x="409364" y="980823"/>
                    <a:pt x="405268" y="983555"/>
                  </a:cubicBezTo>
                  <a:cubicBezTo>
                    <a:pt x="401171" y="986287"/>
                    <a:pt x="395709" y="998508"/>
                    <a:pt x="395709" y="998508"/>
                  </a:cubicBezTo>
                  <a:lnTo>
                    <a:pt x="372568" y="1021655"/>
                  </a:lnTo>
                  <a:lnTo>
                    <a:pt x="327650" y="1044803"/>
                  </a:lnTo>
                  <a:cubicBezTo>
                    <a:pt x="327650" y="1044803"/>
                    <a:pt x="323122" y="1045953"/>
                    <a:pt x="319888" y="1041352"/>
                  </a:cubicBezTo>
                  <a:lnTo>
                    <a:pt x="310473" y="1075283"/>
                  </a:lnTo>
                  <a:lnTo>
                    <a:pt x="329015" y="1082903"/>
                  </a:lnTo>
                  <a:lnTo>
                    <a:pt x="353522" y="1112879"/>
                  </a:lnTo>
                  <a:close/>
                </a:path>
              </a:pathLst>
            </a:custGeom>
            <a:grpFill/>
            <a:ln w="12700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9" name="Cesar">
              <a:extLst>
                <a:ext uri="{FF2B5EF4-FFF2-40B4-BE49-F238E27FC236}">
                  <a16:creationId xmlns:a16="http://schemas.microsoft.com/office/drawing/2014/main" id="{5B911ABD-9C2D-A1DF-0688-8E1204868E0B}"/>
                </a:ext>
              </a:extLst>
            </p:cNvPr>
            <p:cNvSpPr/>
            <p:nvPr/>
          </p:nvSpPr>
          <p:spPr>
            <a:xfrm>
              <a:off x="5988122" y="679747"/>
              <a:ext cx="518820" cy="1322932"/>
            </a:xfrm>
            <a:custGeom>
              <a:avLst/>
              <a:gdLst>
                <a:gd name="connsiteX0" fmla="*/ 157752 w 518820"/>
                <a:gd name="connsiteY0" fmla="*/ 1177362 h 1322932"/>
                <a:gd name="connsiteX1" fmla="*/ 168963 w 518820"/>
                <a:gd name="connsiteY1" fmla="*/ 1190158 h 1322932"/>
                <a:gd name="connsiteX2" fmla="*/ 170473 w 518820"/>
                <a:gd name="connsiteY2" fmla="*/ 1202954 h 1322932"/>
                <a:gd name="connsiteX3" fmla="*/ 186284 w 518820"/>
                <a:gd name="connsiteY3" fmla="*/ 1213665 h 1322932"/>
                <a:gd name="connsiteX4" fmla="*/ 186284 w 518820"/>
                <a:gd name="connsiteY4" fmla="*/ 1229480 h 1322932"/>
                <a:gd name="connsiteX5" fmla="*/ 180678 w 518820"/>
                <a:gd name="connsiteY5" fmla="*/ 1244289 h 1322932"/>
                <a:gd name="connsiteX6" fmla="*/ 163358 w 518820"/>
                <a:gd name="connsiteY6" fmla="*/ 1251980 h 1322932"/>
                <a:gd name="connsiteX7" fmla="*/ 152146 w 518820"/>
                <a:gd name="connsiteY7" fmla="*/ 1271390 h 1322932"/>
                <a:gd name="connsiteX8" fmla="*/ 152146 w 518820"/>
                <a:gd name="connsiteY8" fmla="*/ 1284186 h 1322932"/>
                <a:gd name="connsiteX9" fmla="*/ 157752 w 518820"/>
                <a:gd name="connsiteY9" fmla="*/ 1295903 h 1322932"/>
                <a:gd name="connsiteX10" fmla="*/ 199076 w 518820"/>
                <a:gd name="connsiteY10" fmla="*/ 1295400 h 1322932"/>
                <a:gd name="connsiteX11" fmla="*/ 213378 w 518820"/>
                <a:gd name="connsiteY11" fmla="*/ 1292309 h 1322932"/>
                <a:gd name="connsiteX12" fmla="*/ 241982 w 518820"/>
                <a:gd name="connsiteY12" fmla="*/ 1315816 h 1322932"/>
                <a:gd name="connsiteX13" fmla="*/ 266489 w 518820"/>
                <a:gd name="connsiteY13" fmla="*/ 1322933 h 1322932"/>
                <a:gd name="connsiteX14" fmla="*/ 285894 w 518820"/>
                <a:gd name="connsiteY14" fmla="*/ 1317829 h 1322932"/>
                <a:gd name="connsiteX15" fmla="*/ 305298 w 518820"/>
                <a:gd name="connsiteY15" fmla="*/ 1293315 h 1322932"/>
                <a:gd name="connsiteX16" fmla="*/ 322619 w 518820"/>
                <a:gd name="connsiteY16" fmla="*/ 1271893 h 1322932"/>
                <a:gd name="connsiteX17" fmla="*/ 325709 w 518820"/>
                <a:gd name="connsiteY17" fmla="*/ 1241269 h 1322932"/>
                <a:gd name="connsiteX18" fmla="*/ 345114 w 518820"/>
                <a:gd name="connsiteY18" fmla="*/ 1230055 h 1322932"/>
                <a:gd name="connsiteX19" fmla="*/ 346120 w 518820"/>
                <a:gd name="connsiteY19" fmla="*/ 1204535 h 1322932"/>
                <a:gd name="connsiteX20" fmla="*/ 339005 w 518820"/>
                <a:gd name="connsiteY20" fmla="*/ 1185126 h 1322932"/>
                <a:gd name="connsiteX21" fmla="*/ 319600 w 518820"/>
                <a:gd name="connsiteY21" fmla="*/ 1168807 h 1322932"/>
                <a:gd name="connsiteX22" fmla="*/ 305298 w 518820"/>
                <a:gd name="connsiteY22" fmla="*/ 1153496 h 1322932"/>
                <a:gd name="connsiteX23" fmla="*/ 294087 w 518820"/>
                <a:gd name="connsiteY23" fmla="*/ 1126969 h 1322932"/>
                <a:gd name="connsiteX24" fmla="*/ 302927 w 518820"/>
                <a:gd name="connsiteY24" fmla="*/ 1101809 h 1322932"/>
                <a:gd name="connsiteX25" fmla="*/ 315145 w 518820"/>
                <a:gd name="connsiteY25" fmla="*/ 1071832 h 1322932"/>
                <a:gd name="connsiteX26" fmla="*/ 323337 w 518820"/>
                <a:gd name="connsiteY26" fmla="*/ 1040490 h 1322932"/>
                <a:gd name="connsiteX27" fmla="*/ 316510 w 518820"/>
                <a:gd name="connsiteY27" fmla="*/ 1001024 h 1322932"/>
                <a:gd name="connsiteX28" fmla="*/ 301561 w 518820"/>
                <a:gd name="connsiteY28" fmla="*/ 996926 h 1322932"/>
                <a:gd name="connsiteX29" fmla="*/ 300196 w 518820"/>
                <a:gd name="connsiteY29" fmla="*/ 1020074 h 1322932"/>
                <a:gd name="connsiteX30" fmla="*/ 289272 w 518820"/>
                <a:gd name="connsiteY30" fmla="*/ 1048685 h 1322932"/>
                <a:gd name="connsiteX31" fmla="*/ 278419 w 518820"/>
                <a:gd name="connsiteY31" fmla="*/ 1050050 h 1322932"/>
                <a:gd name="connsiteX32" fmla="*/ 263471 w 518820"/>
                <a:gd name="connsiteY32" fmla="*/ 1037830 h 1322932"/>
                <a:gd name="connsiteX33" fmla="*/ 259374 w 518820"/>
                <a:gd name="connsiteY33" fmla="*/ 1024243 h 1322932"/>
                <a:gd name="connsiteX34" fmla="*/ 270227 w 518820"/>
                <a:gd name="connsiteY34" fmla="*/ 1006559 h 1322932"/>
                <a:gd name="connsiteX35" fmla="*/ 270227 w 518820"/>
                <a:gd name="connsiteY35" fmla="*/ 992972 h 1322932"/>
                <a:gd name="connsiteX36" fmla="*/ 256643 w 518820"/>
                <a:gd name="connsiteY36" fmla="*/ 979386 h 1322932"/>
                <a:gd name="connsiteX37" fmla="*/ 240329 w 518820"/>
                <a:gd name="connsiteY37" fmla="*/ 963067 h 1322932"/>
                <a:gd name="connsiteX38" fmla="*/ 234867 w 518820"/>
                <a:gd name="connsiteY38" fmla="*/ 930431 h 1322932"/>
                <a:gd name="connsiteX39" fmla="*/ 259374 w 518820"/>
                <a:gd name="connsiteY39" fmla="*/ 905917 h 1322932"/>
                <a:gd name="connsiteX40" fmla="*/ 271592 w 518820"/>
                <a:gd name="connsiteY40" fmla="*/ 893697 h 1322932"/>
                <a:gd name="connsiteX41" fmla="*/ 289272 w 518820"/>
                <a:gd name="connsiteY41" fmla="*/ 871915 h 1322932"/>
                <a:gd name="connsiteX42" fmla="*/ 286541 w 518820"/>
                <a:gd name="connsiteY42" fmla="*/ 832449 h 1322932"/>
                <a:gd name="connsiteX43" fmla="*/ 272957 w 518820"/>
                <a:gd name="connsiteY43" fmla="*/ 810667 h 1322932"/>
                <a:gd name="connsiteX44" fmla="*/ 290637 w 518820"/>
                <a:gd name="connsiteY44" fmla="*/ 773933 h 1322932"/>
                <a:gd name="connsiteX45" fmla="*/ 286541 w 518820"/>
                <a:gd name="connsiteY45" fmla="*/ 739931 h 1322932"/>
                <a:gd name="connsiteX46" fmla="*/ 287906 w 518820"/>
                <a:gd name="connsiteY46" fmla="*/ 718149 h 1322932"/>
                <a:gd name="connsiteX47" fmla="*/ 324631 w 518820"/>
                <a:gd name="connsiteY47" fmla="*/ 709954 h 1322932"/>
                <a:gd name="connsiteX48" fmla="*/ 325637 w 518820"/>
                <a:gd name="connsiteY48" fmla="*/ 693276 h 1322932"/>
                <a:gd name="connsiteX49" fmla="*/ 413101 w 518820"/>
                <a:gd name="connsiteY49" fmla="*/ 549287 h 1322932"/>
                <a:gd name="connsiteX50" fmla="*/ 429416 w 518820"/>
                <a:gd name="connsiteY50" fmla="*/ 549287 h 1322932"/>
                <a:gd name="connsiteX51" fmla="*/ 440268 w 518820"/>
                <a:gd name="connsiteY51" fmla="*/ 493503 h 1322932"/>
                <a:gd name="connsiteX52" fmla="*/ 486551 w 518820"/>
                <a:gd name="connsiteY52" fmla="*/ 428158 h 1322932"/>
                <a:gd name="connsiteX53" fmla="*/ 474334 w 518820"/>
                <a:gd name="connsiteY53" fmla="*/ 396815 h 1322932"/>
                <a:gd name="connsiteX54" fmla="*/ 494744 w 518820"/>
                <a:gd name="connsiteY54" fmla="*/ 341031 h 1322932"/>
                <a:gd name="connsiteX55" fmla="*/ 518821 w 518820"/>
                <a:gd name="connsiteY55" fmla="*/ 200708 h 1322932"/>
                <a:gd name="connsiteX56" fmla="*/ 498122 w 518820"/>
                <a:gd name="connsiteY56" fmla="*/ 190931 h 1322932"/>
                <a:gd name="connsiteX57" fmla="*/ 432794 w 518820"/>
                <a:gd name="connsiteY57" fmla="*/ 185827 h 1322932"/>
                <a:gd name="connsiteX58" fmla="*/ 399087 w 518820"/>
                <a:gd name="connsiteY58" fmla="*/ 189925 h 1322932"/>
                <a:gd name="connsiteX59" fmla="*/ 388882 w 518820"/>
                <a:gd name="connsiteY59" fmla="*/ 183815 h 1322932"/>
                <a:gd name="connsiteX60" fmla="*/ 377670 w 518820"/>
                <a:gd name="connsiteY60" fmla="*/ 163399 h 1322932"/>
                <a:gd name="connsiteX61" fmla="*/ 387876 w 518820"/>
                <a:gd name="connsiteY61" fmla="*/ 134788 h 1322932"/>
                <a:gd name="connsiteX62" fmla="*/ 411377 w 518820"/>
                <a:gd name="connsiteY62" fmla="*/ 105170 h 1322932"/>
                <a:gd name="connsiteX63" fmla="*/ 419570 w 518820"/>
                <a:gd name="connsiteY63" fmla="*/ 85761 h 1322932"/>
                <a:gd name="connsiteX64" fmla="*/ 388954 w 518820"/>
                <a:gd name="connsiteY64" fmla="*/ 72462 h 1322932"/>
                <a:gd name="connsiteX65" fmla="*/ 374652 w 518820"/>
                <a:gd name="connsiteY65" fmla="*/ 56144 h 1322932"/>
                <a:gd name="connsiteX66" fmla="*/ 353235 w 518820"/>
                <a:gd name="connsiteY66" fmla="*/ 55137 h 1322932"/>
                <a:gd name="connsiteX67" fmla="*/ 338933 w 518820"/>
                <a:gd name="connsiteY67" fmla="*/ 54131 h 1322932"/>
                <a:gd name="connsiteX68" fmla="*/ 348132 w 518820"/>
                <a:gd name="connsiteY68" fmla="*/ 13299 h 1322932"/>
                <a:gd name="connsiteX69" fmla="*/ 348132 w 518820"/>
                <a:gd name="connsiteY69" fmla="*/ 0 h 1322932"/>
                <a:gd name="connsiteX70" fmla="*/ 289919 w 518820"/>
                <a:gd name="connsiteY70" fmla="*/ 5104 h 1322932"/>
                <a:gd name="connsiteX71" fmla="*/ 198070 w 518820"/>
                <a:gd name="connsiteY71" fmla="*/ 17325 h 1322932"/>
                <a:gd name="connsiteX72" fmla="*/ 218481 w 518820"/>
                <a:gd name="connsiteY72" fmla="*/ 40832 h 1322932"/>
                <a:gd name="connsiteX73" fmla="*/ 210288 w 518820"/>
                <a:gd name="connsiteY73" fmla="*/ 79651 h 1322932"/>
                <a:gd name="connsiteX74" fmla="*/ 206191 w 518820"/>
                <a:gd name="connsiteY74" fmla="*/ 124580 h 1322932"/>
                <a:gd name="connsiteX75" fmla="*/ 173563 w 518820"/>
                <a:gd name="connsiteY75" fmla="*/ 167496 h 1322932"/>
                <a:gd name="connsiteX76" fmla="*/ 98029 w 518820"/>
                <a:gd name="connsiteY76" fmla="*/ 194022 h 1322932"/>
                <a:gd name="connsiteX77" fmla="*/ 18398 w 518820"/>
                <a:gd name="connsiteY77" fmla="*/ 271588 h 1322932"/>
                <a:gd name="connsiteX78" fmla="*/ 0 w 518820"/>
                <a:gd name="connsiteY78" fmla="*/ 310407 h 1322932"/>
                <a:gd name="connsiteX79" fmla="*/ 24507 w 518820"/>
                <a:gd name="connsiteY79" fmla="*/ 369642 h 1322932"/>
                <a:gd name="connsiteX80" fmla="*/ 98029 w 518820"/>
                <a:gd name="connsiteY80" fmla="*/ 428877 h 1322932"/>
                <a:gd name="connsiteX81" fmla="*/ 142947 w 518820"/>
                <a:gd name="connsiteY81" fmla="*/ 520748 h 1322932"/>
                <a:gd name="connsiteX82" fmla="*/ 93933 w 518820"/>
                <a:gd name="connsiteY82" fmla="*/ 532969 h 1322932"/>
                <a:gd name="connsiteX83" fmla="*/ 30616 w 518820"/>
                <a:gd name="connsiteY83" fmla="*/ 532969 h 1322932"/>
                <a:gd name="connsiteX84" fmla="*/ 16314 w 518820"/>
                <a:gd name="connsiteY84" fmla="*/ 541164 h 1322932"/>
                <a:gd name="connsiteX85" fmla="*/ 18326 w 518820"/>
                <a:gd name="connsiteY85" fmla="*/ 571788 h 1322932"/>
                <a:gd name="connsiteX86" fmla="*/ 38737 w 518820"/>
                <a:gd name="connsiteY86" fmla="*/ 643243 h 1322932"/>
                <a:gd name="connsiteX87" fmla="*/ 73450 w 518820"/>
                <a:gd name="connsiteY87" fmla="*/ 686159 h 1322932"/>
                <a:gd name="connsiteX88" fmla="*/ 126561 w 518820"/>
                <a:gd name="connsiteY88" fmla="*/ 720881 h 1322932"/>
                <a:gd name="connsiteX89" fmla="*/ 136766 w 518820"/>
                <a:gd name="connsiteY89" fmla="*/ 765810 h 1322932"/>
                <a:gd name="connsiteX90" fmla="*/ 100113 w 518820"/>
                <a:gd name="connsiteY90" fmla="*/ 776665 h 1322932"/>
                <a:gd name="connsiteX91" fmla="*/ 105144 w 518820"/>
                <a:gd name="connsiteY91" fmla="*/ 813758 h 1322932"/>
                <a:gd name="connsiteX92" fmla="*/ 102053 w 518820"/>
                <a:gd name="connsiteY92" fmla="*/ 845389 h 1322932"/>
                <a:gd name="connsiteX93" fmla="*/ 124477 w 518820"/>
                <a:gd name="connsiteY93" fmla="*/ 892331 h 1322932"/>
                <a:gd name="connsiteX94" fmla="*/ 118368 w 518820"/>
                <a:gd name="connsiteY94" fmla="*/ 927052 h 1322932"/>
                <a:gd name="connsiteX95" fmla="*/ 145893 w 518820"/>
                <a:gd name="connsiteY95" fmla="*/ 967884 h 1322932"/>
                <a:gd name="connsiteX96" fmla="*/ 157105 w 518820"/>
                <a:gd name="connsiteY96" fmla="*/ 1010728 h 1322932"/>
                <a:gd name="connsiteX97" fmla="*/ 157105 w 518820"/>
                <a:gd name="connsiteY97" fmla="*/ 1077439 h 1322932"/>
                <a:gd name="connsiteX98" fmla="*/ 150278 w 518820"/>
                <a:gd name="connsiteY98" fmla="*/ 1134589 h 1322932"/>
                <a:gd name="connsiteX99" fmla="*/ 141438 w 518820"/>
                <a:gd name="connsiteY99" fmla="*/ 1140628 h 1322932"/>
                <a:gd name="connsiteX100" fmla="*/ 144312 w 518820"/>
                <a:gd name="connsiteY100" fmla="*/ 1164350 h 1322932"/>
                <a:gd name="connsiteX101" fmla="*/ 157608 w 518820"/>
                <a:gd name="connsiteY101" fmla="*/ 1177650 h 1322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18820" h="1322932">
                  <a:moveTo>
                    <a:pt x="157752" y="1177362"/>
                  </a:moveTo>
                  <a:lnTo>
                    <a:pt x="168963" y="1190158"/>
                  </a:lnTo>
                  <a:lnTo>
                    <a:pt x="170473" y="1202954"/>
                  </a:lnTo>
                  <a:lnTo>
                    <a:pt x="186284" y="1213665"/>
                  </a:lnTo>
                  <a:lnTo>
                    <a:pt x="186284" y="1229480"/>
                  </a:lnTo>
                  <a:lnTo>
                    <a:pt x="180678" y="1244289"/>
                  </a:lnTo>
                  <a:lnTo>
                    <a:pt x="163358" y="1251980"/>
                  </a:lnTo>
                  <a:lnTo>
                    <a:pt x="152146" y="1271390"/>
                  </a:lnTo>
                  <a:lnTo>
                    <a:pt x="152146" y="1284186"/>
                  </a:lnTo>
                  <a:cubicBezTo>
                    <a:pt x="152146" y="1286199"/>
                    <a:pt x="157752" y="1295903"/>
                    <a:pt x="157752" y="1295903"/>
                  </a:cubicBezTo>
                  <a:lnTo>
                    <a:pt x="199076" y="1295400"/>
                  </a:lnTo>
                  <a:lnTo>
                    <a:pt x="213378" y="1292309"/>
                  </a:lnTo>
                  <a:lnTo>
                    <a:pt x="241982" y="1315816"/>
                  </a:lnTo>
                  <a:lnTo>
                    <a:pt x="266489" y="1322933"/>
                  </a:lnTo>
                  <a:lnTo>
                    <a:pt x="285894" y="1317829"/>
                  </a:lnTo>
                  <a:lnTo>
                    <a:pt x="305298" y="1293315"/>
                  </a:lnTo>
                  <a:lnTo>
                    <a:pt x="322619" y="1271893"/>
                  </a:lnTo>
                  <a:lnTo>
                    <a:pt x="325709" y="1241269"/>
                  </a:lnTo>
                  <a:lnTo>
                    <a:pt x="345114" y="1230055"/>
                  </a:lnTo>
                  <a:lnTo>
                    <a:pt x="346120" y="1204535"/>
                  </a:lnTo>
                  <a:lnTo>
                    <a:pt x="339005" y="1185126"/>
                  </a:lnTo>
                  <a:lnTo>
                    <a:pt x="319600" y="1168807"/>
                  </a:lnTo>
                  <a:lnTo>
                    <a:pt x="305298" y="1153496"/>
                  </a:lnTo>
                  <a:lnTo>
                    <a:pt x="294087" y="1126969"/>
                  </a:lnTo>
                  <a:cubicBezTo>
                    <a:pt x="294087" y="1126969"/>
                    <a:pt x="298830" y="1107200"/>
                    <a:pt x="302927" y="1101809"/>
                  </a:cubicBezTo>
                  <a:cubicBezTo>
                    <a:pt x="307023" y="1096345"/>
                    <a:pt x="315145" y="1071832"/>
                    <a:pt x="315145" y="1071832"/>
                  </a:cubicBezTo>
                  <a:lnTo>
                    <a:pt x="323337" y="1040490"/>
                  </a:lnTo>
                  <a:lnTo>
                    <a:pt x="316510" y="1001024"/>
                  </a:lnTo>
                  <a:cubicBezTo>
                    <a:pt x="316510" y="1001024"/>
                    <a:pt x="306951" y="996926"/>
                    <a:pt x="301561" y="996926"/>
                  </a:cubicBezTo>
                  <a:cubicBezTo>
                    <a:pt x="296171" y="996926"/>
                    <a:pt x="300196" y="1020074"/>
                    <a:pt x="300196" y="1020074"/>
                  </a:cubicBezTo>
                  <a:cubicBezTo>
                    <a:pt x="300196" y="1020074"/>
                    <a:pt x="292003" y="1044587"/>
                    <a:pt x="289272" y="1048685"/>
                  </a:cubicBezTo>
                  <a:cubicBezTo>
                    <a:pt x="286541" y="1052782"/>
                    <a:pt x="278419" y="1050050"/>
                    <a:pt x="278419" y="1050050"/>
                  </a:cubicBezTo>
                  <a:lnTo>
                    <a:pt x="263471" y="1037830"/>
                  </a:lnTo>
                  <a:lnTo>
                    <a:pt x="259374" y="1024243"/>
                  </a:lnTo>
                  <a:lnTo>
                    <a:pt x="270227" y="1006559"/>
                  </a:lnTo>
                  <a:lnTo>
                    <a:pt x="270227" y="992972"/>
                  </a:lnTo>
                  <a:lnTo>
                    <a:pt x="256643" y="979386"/>
                  </a:lnTo>
                  <a:cubicBezTo>
                    <a:pt x="256643" y="979386"/>
                    <a:pt x="241695" y="967165"/>
                    <a:pt x="240329" y="963067"/>
                  </a:cubicBezTo>
                  <a:cubicBezTo>
                    <a:pt x="238964" y="958970"/>
                    <a:pt x="234867" y="930431"/>
                    <a:pt x="234867" y="930431"/>
                  </a:cubicBezTo>
                  <a:lnTo>
                    <a:pt x="259374" y="905917"/>
                  </a:lnTo>
                  <a:lnTo>
                    <a:pt x="271592" y="893697"/>
                  </a:lnTo>
                  <a:lnTo>
                    <a:pt x="289272" y="871915"/>
                  </a:lnTo>
                  <a:lnTo>
                    <a:pt x="286541" y="832449"/>
                  </a:lnTo>
                  <a:lnTo>
                    <a:pt x="272957" y="810667"/>
                  </a:lnTo>
                  <a:lnTo>
                    <a:pt x="290637" y="773933"/>
                  </a:lnTo>
                  <a:lnTo>
                    <a:pt x="286541" y="739931"/>
                  </a:lnTo>
                  <a:lnTo>
                    <a:pt x="287906" y="718149"/>
                  </a:lnTo>
                  <a:lnTo>
                    <a:pt x="324631" y="709954"/>
                  </a:lnTo>
                  <a:lnTo>
                    <a:pt x="325637" y="693276"/>
                  </a:lnTo>
                  <a:lnTo>
                    <a:pt x="413101" y="549287"/>
                  </a:lnTo>
                  <a:lnTo>
                    <a:pt x="429416" y="549287"/>
                  </a:lnTo>
                  <a:lnTo>
                    <a:pt x="440268" y="493503"/>
                  </a:lnTo>
                  <a:lnTo>
                    <a:pt x="486551" y="428158"/>
                  </a:lnTo>
                  <a:cubicBezTo>
                    <a:pt x="486551" y="428158"/>
                    <a:pt x="474334" y="405010"/>
                    <a:pt x="474334" y="396815"/>
                  </a:cubicBezTo>
                  <a:cubicBezTo>
                    <a:pt x="474334" y="388620"/>
                    <a:pt x="494744" y="341031"/>
                    <a:pt x="494744" y="341031"/>
                  </a:cubicBezTo>
                  <a:lnTo>
                    <a:pt x="518821" y="200708"/>
                  </a:lnTo>
                  <a:lnTo>
                    <a:pt x="498122" y="190931"/>
                  </a:lnTo>
                  <a:lnTo>
                    <a:pt x="432794" y="185827"/>
                  </a:lnTo>
                  <a:lnTo>
                    <a:pt x="399087" y="189925"/>
                  </a:lnTo>
                  <a:lnTo>
                    <a:pt x="388882" y="183815"/>
                  </a:lnTo>
                  <a:lnTo>
                    <a:pt x="377670" y="163399"/>
                  </a:lnTo>
                  <a:lnTo>
                    <a:pt x="387876" y="134788"/>
                  </a:lnTo>
                  <a:cubicBezTo>
                    <a:pt x="387876" y="134788"/>
                    <a:pt x="402177" y="114372"/>
                    <a:pt x="411377" y="105170"/>
                  </a:cubicBezTo>
                  <a:cubicBezTo>
                    <a:pt x="420576" y="95969"/>
                    <a:pt x="419570" y="85761"/>
                    <a:pt x="419570" y="85761"/>
                  </a:cubicBezTo>
                  <a:lnTo>
                    <a:pt x="388954" y="72462"/>
                  </a:lnTo>
                  <a:lnTo>
                    <a:pt x="374652" y="56144"/>
                  </a:lnTo>
                  <a:lnTo>
                    <a:pt x="353235" y="55137"/>
                  </a:lnTo>
                  <a:lnTo>
                    <a:pt x="338933" y="54131"/>
                  </a:lnTo>
                  <a:lnTo>
                    <a:pt x="348132" y="13299"/>
                  </a:lnTo>
                  <a:lnTo>
                    <a:pt x="348132" y="0"/>
                  </a:lnTo>
                  <a:lnTo>
                    <a:pt x="289919" y="5104"/>
                  </a:lnTo>
                  <a:lnTo>
                    <a:pt x="198070" y="17325"/>
                  </a:lnTo>
                  <a:lnTo>
                    <a:pt x="218481" y="40832"/>
                  </a:lnTo>
                  <a:lnTo>
                    <a:pt x="210288" y="79651"/>
                  </a:lnTo>
                  <a:lnTo>
                    <a:pt x="206191" y="124580"/>
                  </a:lnTo>
                  <a:lnTo>
                    <a:pt x="173563" y="167496"/>
                  </a:lnTo>
                  <a:lnTo>
                    <a:pt x="98029" y="194022"/>
                  </a:lnTo>
                  <a:lnTo>
                    <a:pt x="18398" y="271588"/>
                  </a:lnTo>
                  <a:lnTo>
                    <a:pt x="0" y="310407"/>
                  </a:lnTo>
                  <a:lnTo>
                    <a:pt x="24507" y="369642"/>
                  </a:lnTo>
                  <a:lnTo>
                    <a:pt x="98029" y="428877"/>
                  </a:lnTo>
                  <a:lnTo>
                    <a:pt x="142947" y="520748"/>
                  </a:lnTo>
                  <a:lnTo>
                    <a:pt x="93933" y="532969"/>
                  </a:lnTo>
                  <a:lnTo>
                    <a:pt x="30616" y="532969"/>
                  </a:lnTo>
                  <a:lnTo>
                    <a:pt x="16314" y="541164"/>
                  </a:lnTo>
                  <a:lnTo>
                    <a:pt x="18326" y="571788"/>
                  </a:lnTo>
                  <a:lnTo>
                    <a:pt x="38737" y="643243"/>
                  </a:lnTo>
                  <a:lnTo>
                    <a:pt x="73450" y="686159"/>
                  </a:lnTo>
                  <a:lnTo>
                    <a:pt x="126561" y="720881"/>
                  </a:lnTo>
                  <a:lnTo>
                    <a:pt x="136766" y="765810"/>
                  </a:lnTo>
                  <a:lnTo>
                    <a:pt x="100113" y="776665"/>
                  </a:lnTo>
                  <a:lnTo>
                    <a:pt x="105144" y="813758"/>
                  </a:lnTo>
                  <a:lnTo>
                    <a:pt x="102053" y="845389"/>
                  </a:lnTo>
                  <a:cubicBezTo>
                    <a:pt x="102053" y="845389"/>
                    <a:pt x="124477" y="884208"/>
                    <a:pt x="124477" y="892331"/>
                  </a:cubicBezTo>
                  <a:cubicBezTo>
                    <a:pt x="124477" y="900454"/>
                    <a:pt x="118368" y="927052"/>
                    <a:pt x="118368" y="927052"/>
                  </a:cubicBezTo>
                  <a:lnTo>
                    <a:pt x="145893" y="967884"/>
                  </a:lnTo>
                  <a:lnTo>
                    <a:pt x="157105" y="1010728"/>
                  </a:lnTo>
                  <a:lnTo>
                    <a:pt x="157105" y="1077439"/>
                  </a:lnTo>
                  <a:lnTo>
                    <a:pt x="150278" y="1134589"/>
                  </a:lnTo>
                  <a:lnTo>
                    <a:pt x="141438" y="1140628"/>
                  </a:lnTo>
                  <a:lnTo>
                    <a:pt x="144312" y="1164350"/>
                  </a:lnTo>
                  <a:lnTo>
                    <a:pt x="157608" y="1177650"/>
                  </a:lnTo>
                  <a:close/>
                </a:path>
              </a:pathLst>
            </a:custGeom>
            <a:grpFill/>
            <a:ln w="12700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0" name="Santander">
              <a:extLst>
                <a:ext uri="{FF2B5EF4-FFF2-40B4-BE49-F238E27FC236}">
                  <a16:creationId xmlns:a16="http://schemas.microsoft.com/office/drawing/2014/main" id="{A96354E9-D177-A2F9-CBA9-6DFFBF0A77A2}"/>
                </a:ext>
              </a:extLst>
            </p:cNvPr>
            <p:cNvSpPr/>
            <p:nvPr/>
          </p:nvSpPr>
          <p:spPr>
            <a:xfrm>
              <a:off x="5824046" y="1820015"/>
              <a:ext cx="846470" cy="992325"/>
            </a:xfrm>
            <a:custGeom>
              <a:avLst/>
              <a:gdLst>
                <a:gd name="connsiteX0" fmla="*/ 839212 w 846470"/>
                <a:gd name="connsiteY0" fmla="*/ 584871 h 992325"/>
                <a:gd name="connsiteX1" fmla="*/ 835834 w 846470"/>
                <a:gd name="connsiteY1" fmla="*/ 571284 h 992325"/>
                <a:gd name="connsiteX2" fmla="*/ 839930 w 846470"/>
                <a:gd name="connsiteY2" fmla="*/ 548137 h 992325"/>
                <a:gd name="connsiteX3" fmla="*/ 837199 w 846470"/>
                <a:gd name="connsiteY3" fmla="*/ 529087 h 992325"/>
                <a:gd name="connsiteX4" fmla="*/ 831737 w 846470"/>
                <a:gd name="connsiteY4" fmla="*/ 514781 h 992325"/>
                <a:gd name="connsiteX5" fmla="*/ 835043 w 846470"/>
                <a:gd name="connsiteY5" fmla="*/ 498319 h 992325"/>
                <a:gd name="connsiteX6" fmla="*/ 821532 w 846470"/>
                <a:gd name="connsiteY6" fmla="*/ 502201 h 992325"/>
                <a:gd name="connsiteX7" fmla="*/ 806224 w 846470"/>
                <a:gd name="connsiteY7" fmla="*/ 491993 h 992325"/>
                <a:gd name="connsiteX8" fmla="*/ 809314 w 846470"/>
                <a:gd name="connsiteY8" fmla="*/ 483798 h 992325"/>
                <a:gd name="connsiteX9" fmla="*/ 816429 w 846470"/>
                <a:gd name="connsiteY9" fmla="*/ 459285 h 992325"/>
                <a:gd name="connsiteX10" fmla="*/ 777620 w 846470"/>
                <a:gd name="connsiteY10" fmla="*/ 458278 h 992325"/>
                <a:gd name="connsiteX11" fmla="*/ 740895 w 846470"/>
                <a:gd name="connsiteY11" fmla="*/ 459285 h 992325"/>
                <a:gd name="connsiteX12" fmla="*/ 733780 w 846470"/>
                <a:gd name="connsiteY12" fmla="*/ 459285 h 992325"/>
                <a:gd name="connsiteX13" fmla="*/ 713369 w 846470"/>
                <a:gd name="connsiteY13" fmla="*/ 456194 h 992325"/>
                <a:gd name="connsiteX14" fmla="*/ 680741 w 846470"/>
                <a:gd name="connsiteY14" fmla="*/ 432687 h 992325"/>
                <a:gd name="connsiteX15" fmla="*/ 690946 w 846470"/>
                <a:gd name="connsiteY15" fmla="*/ 416368 h 992325"/>
                <a:gd name="connsiteX16" fmla="*/ 702158 w 846470"/>
                <a:gd name="connsiteY16" fmla="*/ 382653 h 992325"/>
                <a:gd name="connsiteX17" fmla="*/ 686850 w 846470"/>
                <a:gd name="connsiteY17" fmla="*/ 363244 h 992325"/>
                <a:gd name="connsiteX18" fmla="*/ 692959 w 846470"/>
                <a:gd name="connsiteY18" fmla="*/ 339737 h 992325"/>
                <a:gd name="connsiteX19" fmla="*/ 689868 w 846470"/>
                <a:gd name="connsiteY19" fmla="*/ 310120 h 992325"/>
                <a:gd name="connsiteX20" fmla="*/ 670464 w 846470"/>
                <a:gd name="connsiteY20" fmla="*/ 300918 h 992325"/>
                <a:gd name="connsiteX21" fmla="*/ 662271 w 846470"/>
                <a:gd name="connsiteY21" fmla="*/ 269288 h 992325"/>
                <a:gd name="connsiteX22" fmla="*/ 640854 w 846470"/>
                <a:gd name="connsiteY22" fmla="*/ 252970 h 992325"/>
                <a:gd name="connsiteX23" fmla="*/ 632661 w 846470"/>
                <a:gd name="connsiteY23" fmla="*/ 225437 h 992325"/>
                <a:gd name="connsiteX24" fmla="*/ 621449 w 846470"/>
                <a:gd name="connsiteY24" fmla="*/ 209119 h 992325"/>
                <a:gd name="connsiteX25" fmla="*/ 597948 w 846470"/>
                <a:gd name="connsiteY25" fmla="*/ 197904 h 992325"/>
                <a:gd name="connsiteX26" fmla="*/ 535710 w 846470"/>
                <a:gd name="connsiteY26" fmla="*/ 197904 h 992325"/>
                <a:gd name="connsiteX27" fmla="*/ 521408 w 846470"/>
                <a:gd name="connsiteY27" fmla="*/ 221411 h 992325"/>
                <a:gd name="connsiteX28" fmla="*/ 509190 w 846470"/>
                <a:gd name="connsiteY28" fmla="*/ 236723 h 992325"/>
                <a:gd name="connsiteX29" fmla="*/ 489786 w 846470"/>
                <a:gd name="connsiteY29" fmla="*/ 241827 h 992325"/>
                <a:gd name="connsiteX30" fmla="*/ 459170 w 846470"/>
                <a:gd name="connsiteY30" fmla="*/ 237730 h 992325"/>
                <a:gd name="connsiteX31" fmla="*/ 423451 w 846470"/>
                <a:gd name="connsiteY31" fmla="*/ 219327 h 992325"/>
                <a:gd name="connsiteX32" fmla="*/ 391829 w 846470"/>
                <a:gd name="connsiteY32" fmla="*/ 196898 h 992325"/>
                <a:gd name="connsiteX33" fmla="*/ 366315 w 846470"/>
                <a:gd name="connsiteY33" fmla="*/ 165268 h 992325"/>
                <a:gd name="connsiteX34" fmla="*/ 363225 w 846470"/>
                <a:gd name="connsiteY34" fmla="*/ 155060 h 992325"/>
                <a:gd name="connsiteX35" fmla="*/ 321900 w 846470"/>
                <a:gd name="connsiteY35" fmla="*/ 155563 h 992325"/>
                <a:gd name="connsiteX36" fmla="*/ 316294 w 846470"/>
                <a:gd name="connsiteY36" fmla="*/ 143846 h 992325"/>
                <a:gd name="connsiteX37" fmla="*/ 316294 w 846470"/>
                <a:gd name="connsiteY37" fmla="*/ 131050 h 992325"/>
                <a:gd name="connsiteX38" fmla="*/ 327506 w 846470"/>
                <a:gd name="connsiteY38" fmla="*/ 111640 h 992325"/>
                <a:gd name="connsiteX39" fmla="*/ 344826 w 846470"/>
                <a:gd name="connsiteY39" fmla="*/ 103948 h 992325"/>
                <a:gd name="connsiteX40" fmla="*/ 350432 w 846470"/>
                <a:gd name="connsiteY40" fmla="*/ 89140 h 992325"/>
                <a:gd name="connsiteX41" fmla="*/ 350432 w 846470"/>
                <a:gd name="connsiteY41" fmla="*/ 73325 h 992325"/>
                <a:gd name="connsiteX42" fmla="*/ 334621 w 846470"/>
                <a:gd name="connsiteY42" fmla="*/ 62613 h 992325"/>
                <a:gd name="connsiteX43" fmla="*/ 333112 w 846470"/>
                <a:gd name="connsiteY43" fmla="*/ 49818 h 992325"/>
                <a:gd name="connsiteX44" fmla="*/ 321900 w 846470"/>
                <a:gd name="connsiteY44" fmla="*/ 37022 h 992325"/>
                <a:gd name="connsiteX45" fmla="*/ 308604 w 846470"/>
                <a:gd name="connsiteY45" fmla="*/ 23723 h 992325"/>
                <a:gd name="connsiteX46" fmla="*/ 305730 w 846470"/>
                <a:gd name="connsiteY46" fmla="*/ 0 h 992325"/>
                <a:gd name="connsiteX47" fmla="*/ 292793 w 846470"/>
                <a:gd name="connsiteY47" fmla="*/ 8914 h 992325"/>
                <a:gd name="connsiteX48" fmla="*/ 264190 w 846470"/>
                <a:gd name="connsiteY48" fmla="*/ 47014 h 992325"/>
                <a:gd name="connsiteX49" fmla="*/ 269652 w 846470"/>
                <a:gd name="connsiteY49" fmla="*/ 96041 h 992325"/>
                <a:gd name="connsiteX50" fmla="*/ 288697 w 846470"/>
                <a:gd name="connsiteY50" fmla="*/ 145068 h 992325"/>
                <a:gd name="connsiteX51" fmla="*/ 277845 w 846470"/>
                <a:gd name="connsiteY51" fmla="*/ 179070 h 992325"/>
                <a:gd name="connsiteX52" fmla="*/ 275114 w 846470"/>
                <a:gd name="connsiteY52" fmla="*/ 232194 h 992325"/>
                <a:gd name="connsiteX53" fmla="*/ 247875 w 846470"/>
                <a:gd name="connsiteY53" fmla="*/ 252610 h 992325"/>
                <a:gd name="connsiteX54" fmla="*/ 251972 w 846470"/>
                <a:gd name="connsiteY54" fmla="*/ 303003 h 992325"/>
                <a:gd name="connsiteX55" fmla="*/ 243779 w 846470"/>
                <a:gd name="connsiteY55" fmla="*/ 361519 h 992325"/>
                <a:gd name="connsiteX56" fmla="*/ 236880 w 846470"/>
                <a:gd name="connsiteY56" fmla="*/ 366767 h 992325"/>
                <a:gd name="connsiteX57" fmla="*/ 247875 w 846470"/>
                <a:gd name="connsiteY57" fmla="*/ 385960 h 992325"/>
                <a:gd name="connsiteX58" fmla="*/ 246510 w 846470"/>
                <a:gd name="connsiteY58" fmla="*/ 422694 h 992325"/>
                <a:gd name="connsiteX59" fmla="*/ 264190 w 846470"/>
                <a:gd name="connsiteY59" fmla="*/ 455331 h 992325"/>
                <a:gd name="connsiteX60" fmla="*/ 264190 w 846470"/>
                <a:gd name="connsiteY60" fmla="*/ 471649 h 992325"/>
                <a:gd name="connsiteX61" fmla="*/ 238317 w 846470"/>
                <a:gd name="connsiteY61" fmla="*/ 489333 h 992325"/>
                <a:gd name="connsiteX62" fmla="*/ 206982 w 846470"/>
                <a:gd name="connsiteY62" fmla="*/ 497528 h 992325"/>
                <a:gd name="connsiteX63" fmla="*/ 200155 w 846470"/>
                <a:gd name="connsiteY63" fmla="*/ 519310 h 992325"/>
                <a:gd name="connsiteX64" fmla="*/ 170185 w 846470"/>
                <a:gd name="connsiteY64" fmla="*/ 546555 h 992325"/>
                <a:gd name="connsiteX65" fmla="*/ 155237 w 846470"/>
                <a:gd name="connsiteY65" fmla="*/ 571069 h 992325"/>
                <a:gd name="connsiteX66" fmla="*/ 140288 w 846470"/>
                <a:gd name="connsiteY66" fmla="*/ 590119 h 992325"/>
                <a:gd name="connsiteX67" fmla="*/ 91273 w 846470"/>
                <a:gd name="connsiteY67" fmla="*/ 596948 h 992325"/>
                <a:gd name="connsiteX68" fmla="*/ 58645 w 846470"/>
                <a:gd name="connsiteY68" fmla="*/ 611900 h 992325"/>
                <a:gd name="connsiteX69" fmla="*/ 51818 w 846470"/>
                <a:gd name="connsiteY69" fmla="*/ 628219 h 992325"/>
                <a:gd name="connsiteX70" fmla="*/ 51818 w 846470"/>
                <a:gd name="connsiteY70" fmla="*/ 663587 h 992325"/>
                <a:gd name="connsiteX71" fmla="*/ 51818 w 846470"/>
                <a:gd name="connsiteY71" fmla="*/ 709882 h 992325"/>
                <a:gd name="connsiteX72" fmla="*/ 50452 w 846470"/>
                <a:gd name="connsiteY72" fmla="*/ 734396 h 992325"/>
                <a:gd name="connsiteX73" fmla="*/ 19117 w 846470"/>
                <a:gd name="connsiteY73" fmla="*/ 745466 h 992325"/>
                <a:gd name="connsiteX74" fmla="*/ 0 w 846470"/>
                <a:gd name="connsiteY74" fmla="*/ 779397 h 992325"/>
                <a:gd name="connsiteX75" fmla="*/ 11643 w 846470"/>
                <a:gd name="connsiteY75" fmla="*/ 803838 h 992325"/>
                <a:gd name="connsiteX76" fmla="*/ 36150 w 846470"/>
                <a:gd name="connsiteY76" fmla="*/ 831083 h 992325"/>
                <a:gd name="connsiteX77" fmla="*/ 53183 w 846470"/>
                <a:gd name="connsiteY77" fmla="*/ 854878 h 992325"/>
                <a:gd name="connsiteX78" fmla="*/ 70216 w 846470"/>
                <a:gd name="connsiteY78" fmla="*/ 858975 h 992325"/>
                <a:gd name="connsiteX79" fmla="*/ 94723 w 846470"/>
                <a:gd name="connsiteY79" fmla="*/ 851499 h 992325"/>
                <a:gd name="connsiteX80" fmla="*/ 102916 w 846470"/>
                <a:gd name="connsiteY80" fmla="*/ 858328 h 992325"/>
                <a:gd name="connsiteX81" fmla="*/ 100185 w 846470"/>
                <a:gd name="connsiteY81" fmla="*/ 880110 h 992325"/>
                <a:gd name="connsiteX82" fmla="*/ 116499 w 846470"/>
                <a:gd name="connsiteY82" fmla="*/ 903258 h 992325"/>
                <a:gd name="connsiteX83" fmla="*/ 112403 w 846470"/>
                <a:gd name="connsiteY83" fmla="*/ 916844 h 992325"/>
                <a:gd name="connsiteX84" fmla="*/ 114415 w 846470"/>
                <a:gd name="connsiteY84" fmla="*/ 931797 h 992325"/>
                <a:gd name="connsiteX85" fmla="*/ 136838 w 846470"/>
                <a:gd name="connsiteY85" fmla="*/ 926333 h 992325"/>
                <a:gd name="connsiteX86" fmla="*/ 151140 w 846470"/>
                <a:gd name="connsiteY86" fmla="*/ 929065 h 992325"/>
                <a:gd name="connsiteX87" fmla="*/ 166089 w 846470"/>
                <a:gd name="connsiteY87" fmla="*/ 950847 h 992325"/>
                <a:gd name="connsiteX88" fmla="*/ 196705 w 846470"/>
                <a:gd name="connsiteY88" fmla="*/ 956957 h 992325"/>
                <a:gd name="connsiteX89" fmla="*/ 210288 w 846470"/>
                <a:gd name="connsiteY89" fmla="*/ 977373 h 992325"/>
                <a:gd name="connsiteX90" fmla="*/ 226602 w 846470"/>
                <a:gd name="connsiteY90" fmla="*/ 982836 h 992325"/>
                <a:gd name="connsiteX91" fmla="*/ 256572 w 846470"/>
                <a:gd name="connsiteY91" fmla="*/ 990313 h 992325"/>
                <a:gd name="connsiteX92" fmla="*/ 284457 w 846470"/>
                <a:gd name="connsiteY92" fmla="*/ 992325 h 992325"/>
                <a:gd name="connsiteX93" fmla="*/ 297393 w 846470"/>
                <a:gd name="connsiteY93" fmla="*/ 978020 h 992325"/>
                <a:gd name="connsiteX94" fmla="*/ 330740 w 846470"/>
                <a:gd name="connsiteY94" fmla="*/ 969178 h 992325"/>
                <a:gd name="connsiteX95" fmla="*/ 338214 w 846470"/>
                <a:gd name="connsiteY95" fmla="*/ 969178 h 992325"/>
                <a:gd name="connsiteX96" fmla="*/ 351151 w 846470"/>
                <a:gd name="connsiteY96" fmla="*/ 984849 h 992325"/>
                <a:gd name="connsiteX97" fmla="*/ 368830 w 846470"/>
                <a:gd name="connsiteY97" fmla="*/ 991678 h 992325"/>
                <a:gd name="connsiteX98" fmla="*/ 389960 w 846470"/>
                <a:gd name="connsiteY98" fmla="*/ 940639 h 992325"/>
                <a:gd name="connsiteX99" fmla="*/ 383132 w 846470"/>
                <a:gd name="connsiteY99" fmla="*/ 922236 h 992325"/>
                <a:gd name="connsiteX100" fmla="*/ 379036 w 846470"/>
                <a:gd name="connsiteY100" fmla="*/ 907930 h 992325"/>
                <a:gd name="connsiteX101" fmla="*/ 384498 w 846470"/>
                <a:gd name="connsiteY101" fmla="*/ 879319 h 992325"/>
                <a:gd name="connsiteX102" fmla="*/ 406274 w 846470"/>
                <a:gd name="connsiteY102" fmla="*/ 865733 h 992325"/>
                <a:gd name="connsiteX103" fmla="*/ 402178 w 846470"/>
                <a:gd name="connsiteY103" fmla="*/ 848695 h 992325"/>
                <a:gd name="connsiteX104" fmla="*/ 405556 w 846470"/>
                <a:gd name="connsiteY104" fmla="*/ 827561 h 992325"/>
                <a:gd name="connsiteX105" fmla="*/ 434159 w 846470"/>
                <a:gd name="connsiteY105" fmla="*/ 836403 h 992325"/>
                <a:gd name="connsiteX106" fmla="*/ 467506 w 846470"/>
                <a:gd name="connsiteY106" fmla="*/ 871124 h 992325"/>
                <a:gd name="connsiteX107" fmla="*/ 472968 w 846470"/>
                <a:gd name="connsiteY107" fmla="*/ 893553 h 992325"/>
                <a:gd name="connsiteX108" fmla="*/ 461397 w 846470"/>
                <a:gd name="connsiteY108" fmla="*/ 912603 h 992325"/>
                <a:gd name="connsiteX109" fmla="*/ 433512 w 846470"/>
                <a:gd name="connsiteY109" fmla="*/ 945958 h 992325"/>
                <a:gd name="connsiteX110" fmla="*/ 434878 w 846470"/>
                <a:gd name="connsiteY110" fmla="*/ 967740 h 992325"/>
                <a:gd name="connsiteX111" fmla="*/ 456007 w 846470"/>
                <a:gd name="connsiteY111" fmla="*/ 984058 h 992325"/>
                <a:gd name="connsiteX112" fmla="*/ 469590 w 846470"/>
                <a:gd name="connsiteY112" fmla="*/ 949337 h 992325"/>
                <a:gd name="connsiteX113" fmla="*/ 484539 w 846470"/>
                <a:gd name="connsiteY113" fmla="*/ 943227 h 992325"/>
                <a:gd name="connsiteX114" fmla="*/ 515874 w 846470"/>
                <a:gd name="connsiteY114" fmla="*/ 929640 h 992325"/>
                <a:gd name="connsiteX115" fmla="*/ 528092 w 846470"/>
                <a:gd name="connsiteY115" fmla="*/ 897650 h 992325"/>
                <a:gd name="connsiteX116" fmla="*/ 539662 w 846470"/>
                <a:gd name="connsiteY116" fmla="*/ 886077 h 992325"/>
                <a:gd name="connsiteX117" fmla="*/ 564170 w 846470"/>
                <a:gd name="connsiteY117" fmla="*/ 881332 h 992325"/>
                <a:gd name="connsiteX118" fmla="*/ 580484 w 846470"/>
                <a:gd name="connsiteY118" fmla="*/ 892906 h 992325"/>
                <a:gd name="connsiteX119" fmla="*/ 613831 w 846470"/>
                <a:gd name="connsiteY119" fmla="*/ 889527 h 992325"/>
                <a:gd name="connsiteX120" fmla="*/ 650556 w 846470"/>
                <a:gd name="connsiteY120" fmla="*/ 865014 h 992325"/>
                <a:gd name="connsiteX121" fmla="*/ 652568 w 846470"/>
                <a:gd name="connsiteY121" fmla="*/ 850708 h 992325"/>
                <a:gd name="connsiteX122" fmla="*/ 725371 w 846470"/>
                <a:gd name="connsiteY122" fmla="*/ 773143 h 992325"/>
                <a:gd name="connsiteX123" fmla="*/ 727384 w 846470"/>
                <a:gd name="connsiteY123" fmla="*/ 733677 h 992325"/>
                <a:gd name="connsiteX124" fmla="*/ 737589 w 846470"/>
                <a:gd name="connsiteY124" fmla="*/ 702334 h 992325"/>
                <a:gd name="connsiteX125" fmla="*/ 734858 w 846470"/>
                <a:gd name="connsiteY125" fmla="*/ 689394 h 992325"/>
                <a:gd name="connsiteX126" fmla="*/ 711069 w 846470"/>
                <a:gd name="connsiteY126" fmla="*/ 668260 h 992325"/>
                <a:gd name="connsiteX127" fmla="*/ 700217 w 846470"/>
                <a:gd name="connsiteY127" fmla="*/ 656039 h 992325"/>
                <a:gd name="connsiteX128" fmla="*/ 702230 w 846470"/>
                <a:gd name="connsiteY128" fmla="*/ 645184 h 992325"/>
                <a:gd name="connsiteX129" fmla="*/ 721275 w 846470"/>
                <a:gd name="connsiteY129" fmla="*/ 641086 h 992325"/>
                <a:gd name="connsiteX130" fmla="*/ 756634 w 846470"/>
                <a:gd name="connsiteY130" fmla="*/ 663515 h 992325"/>
                <a:gd name="connsiteX131" fmla="*/ 760012 w 846470"/>
                <a:gd name="connsiteY131" fmla="*/ 677102 h 992325"/>
                <a:gd name="connsiteX132" fmla="*/ 764109 w 846470"/>
                <a:gd name="connsiteY132" fmla="*/ 692054 h 992325"/>
                <a:gd name="connsiteX133" fmla="*/ 778410 w 846470"/>
                <a:gd name="connsiteY133" fmla="*/ 692054 h 992325"/>
                <a:gd name="connsiteX134" fmla="*/ 819232 w 846470"/>
                <a:gd name="connsiteY134" fmla="*/ 670273 h 992325"/>
                <a:gd name="connsiteX135" fmla="*/ 822610 w 846470"/>
                <a:gd name="connsiteY135" fmla="*/ 662077 h 992325"/>
                <a:gd name="connsiteX136" fmla="*/ 811758 w 846470"/>
                <a:gd name="connsiteY136" fmla="*/ 648491 h 992325"/>
                <a:gd name="connsiteX137" fmla="*/ 814489 w 846470"/>
                <a:gd name="connsiteY137" fmla="*/ 635551 h 992325"/>
                <a:gd name="connsiteX138" fmla="*/ 833534 w 846470"/>
                <a:gd name="connsiteY138" fmla="*/ 621965 h 992325"/>
                <a:gd name="connsiteX139" fmla="*/ 840361 w 846470"/>
                <a:gd name="connsiteY139" fmla="*/ 613123 h 992325"/>
                <a:gd name="connsiteX140" fmla="*/ 846470 w 846470"/>
                <a:gd name="connsiteY140" fmla="*/ 595438 h 992325"/>
                <a:gd name="connsiteX141" fmla="*/ 838996 w 846470"/>
                <a:gd name="connsiteY141" fmla="*/ 584583 h 992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</a:cxnLst>
              <a:rect l="l" t="t" r="r" b="b"/>
              <a:pathLst>
                <a:path w="846470" h="992325">
                  <a:moveTo>
                    <a:pt x="839212" y="584871"/>
                  </a:moveTo>
                  <a:lnTo>
                    <a:pt x="835834" y="571284"/>
                  </a:lnTo>
                  <a:cubicBezTo>
                    <a:pt x="835834" y="571284"/>
                    <a:pt x="839930" y="550150"/>
                    <a:pt x="839930" y="548137"/>
                  </a:cubicBezTo>
                  <a:cubicBezTo>
                    <a:pt x="839930" y="546124"/>
                    <a:pt x="837199" y="529087"/>
                    <a:pt x="837199" y="529087"/>
                  </a:cubicBezTo>
                  <a:lnTo>
                    <a:pt x="831737" y="514781"/>
                  </a:lnTo>
                  <a:lnTo>
                    <a:pt x="835043" y="498319"/>
                  </a:lnTo>
                  <a:lnTo>
                    <a:pt x="821532" y="502201"/>
                  </a:lnTo>
                  <a:cubicBezTo>
                    <a:pt x="821532" y="502201"/>
                    <a:pt x="806224" y="495084"/>
                    <a:pt x="806224" y="491993"/>
                  </a:cubicBezTo>
                  <a:cubicBezTo>
                    <a:pt x="806224" y="488902"/>
                    <a:pt x="809314" y="483798"/>
                    <a:pt x="809314" y="483798"/>
                  </a:cubicBezTo>
                  <a:lnTo>
                    <a:pt x="816429" y="459285"/>
                  </a:lnTo>
                  <a:lnTo>
                    <a:pt x="777620" y="458278"/>
                  </a:lnTo>
                  <a:cubicBezTo>
                    <a:pt x="777620" y="458278"/>
                    <a:pt x="743913" y="459285"/>
                    <a:pt x="740895" y="459285"/>
                  </a:cubicBezTo>
                  <a:lnTo>
                    <a:pt x="733780" y="459285"/>
                  </a:lnTo>
                  <a:lnTo>
                    <a:pt x="713369" y="456194"/>
                  </a:lnTo>
                  <a:lnTo>
                    <a:pt x="680741" y="432687"/>
                  </a:lnTo>
                  <a:lnTo>
                    <a:pt x="690946" y="416368"/>
                  </a:lnTo>
                  <a:lnTo>
                    <a:pt x="702158" y="382653"/>
                  </a:lnTo>
                  <a:lnTo>
                    <a:pt x="686850" y="363244"/>
                  </a:lnTo>
                  <a:lnTo>
                    <a:pt x="692959" y="339737"/>
                  </a:lnTo>
                  <a:cubicBezTo>
                    <a:pt x="692959" y="339737"/>
                    <a:pt x="689868" y="317308"/>
                    <a:pt x="689868" y="310120"/>
                  </a:cubicBezTo>
                  <a:cubicBezTo>
                    <a:pt x="689868" y="302931"/>
                    <a:pt x="670464" y="300918"/>
                    <a:pt x="670464" y="300918"/>
                  </a:cubicBezTo>
                  <a:lnTo>
                    <a:pt x="662271" y="269288"/>
                  </a:lnTo>
                  <a:cubicBezTo>
                    <a:pt x="662271" y="269288"/>
                    <a:pt x="644950" y="258074"/>
                    <a:pt x="640854" y="252970"/>
                  </a:cubicBezTo>
                  <a:cubicBezTo>
                    <a:pt x="636757" y="247866"/>
                    <a:pt x="632661" y="225437"/>
                    <a:pt x="632661" y="225437"/>
                  </a:cubicBezTo>
                  <a:lnTo>
                    <a:pt x="621449" y="209119"/>
                  </a:lnTo>
                  <a:lnTo>
                    <a:pt x="597948" y="197904"/>
                  </a:lnTo>
                  <a:lnTo>
                    <a:pt x="535710" y="197904"/>
                  </a:lnTo>
                  <a:lnTo>
                    <a:pt x="521408" y="221411"/>
                  </a:lnTo>
                  <a:lnTo>
                    <a:pt x="509190" y="236723"/>
                  </a:lnTo>
                  <a:lnTo>
                    <a:pt x="489786" y="241827"/>
                  </a:lnTo>
                  <a:lnTo>
                    <a:pt x="459170" y="237730"/>
                  </a:lnTo>
                  <a:lnTo>
                    <a:pt x="423451" y="219327"/>
                  </a:lnTo>
                  <a:lnTo>
                    <a:pt x="391829" y="196898"/>
                  </a:lnTo>
                  <a:lnTo>
                    <a:pt x="366315" y="165268"/>
                  </a:lnTo>
                  <a:lnTo>
                    <a:pt x="363225" y="155060"/>
                  </a:lnTo>
                  <a:lnTo>
                    <a:pt x="321900" y="155563"/>
                  </a:lnTo>
                  <a:cubicBezTo>
                    <a:pt x="321900" y="155563"/>
                    <a:pt x="316294" y="145858"/>
                    <a:pt x="316294" y="143846"/>
                  </a:cubicBezTo>
                  <a:lnTo>
                    <a:pt x="316294" y="131050"/>
                  </a:lnTo>
                  <a:lnTo>
                    <a:pt x="327506" y="111640"/>
                  </a:lnTo>
                  <a:lnTo>
                    <a:pt x="344826" y="103948"/>
                  </a:lnTo>
                  <a:lnTo>
                    <a:pt x="350432" y="89140"/>
                  </a:lnTo>
                  <a:lnTo>
                    <a:pt x="350432" y="73325"/>
                  </a:lnTo>
                  <a:lnTo>
                    <a:pt x="334621" y="62613"/>
                  </a:lnTo>
                  <a:lnTo>
                    <a:pt x="333112" y="49818"/>
                  </a:lnTo>
                  <a:lnTo>
                    <a:pt x="321900" y="37022"/>
                  </a:lnTo>
                  <a:lnTo>
                    <a:pt x="308604" y="23723"/>
                  </a:lnTo>
                  <a:lnTo>
                    <a:pt x="305730" y="0"/>
                  </a:lnTo>
                  <a:lnTo>
                    <a:pt x="292793" y="8914"/>
                  </a:lnTo>
                  <a:lnTo>
                    <a:pt x="264190" y="47014"/>
                  </a:lnTo>
                  <a:lnTo>
                    <a:pt x="269652" y="96041"/>
                  </a:lnTo>
                  <a:lnTo>
                    <a:pt x="288697" y="145068"/>
                  </a:lnTo>
                  <a:lnTo>
                    <a:pt x="277845" y="179070"/>
                  </a:lnTo>
                  <a:lnTo>
                    <a:pt x="275114" y="232194"/>
                  </a:lnTo>
                  <a:lnTo>
                    <a:pt x="247875" y="252610"/>
                  </a:lnTo>
                  <a:lnTo>
                    <a:pt x="251972" y="303003"/>
                  </a:lnTo>
                  <a:lnTo>
                    <a:pt x="243779" y="361519"/>
                  </a:lnTo>
                  <a:lnTo>
                    <a:pt x="236880" y="366767"/>
                  </a:lnTo>
                  <a:lnTo>
                    <a:pt x="247875" y="385960"/>
                  </a:lnTo>
                  <a:lnTo>
                    <a:pt x="246510" y="422694"/>
                  </a:lnTo>
                  <a:lnTo>
                    <a:pt x="264190" y="455331"/>
                  </a:lnTo>
                  <a:lnTo>
                    <a:pt x="264190" y="471649"/>
                  </a:lnTo>
                  <a:cubicBezTo>
                    <a:pt x="264190" y="471649"/>
                    <a:pt x="245144" y="486602"/>
                    <a:pt x="238317" y="489333"/>
                  </a:cubicBezTo>
                  <a:cubicBezTo>
                    <a:pt x="231489" y="492065"/>
                    <a:pt x="206982" y="497528"/>
                    <a:pt x="206982" y="497528"/>
                  </a:cubicBezTo>
                  <a:lnTo>
                    <a:pt x="200155" y="519310"/>
                  </a:lnTo>
                  <a:lnTo>
                    <a:pt x="170185" y="546555"/>
                  </a:lnTo>
                  <a:lnTo>
                    <a:pt x="155237" y="571069"/>
                  </a:lnTo>
                  <a:lnTo>
                    <a:pt x="140288" y="590119"/>
                  </a:lnTo>
                  <a:lnTo>
                    <a:pt x="91273" y="596948"/>
                  </a:lnTo>
                  <a:lnTo>
                    <a:pt x="58645" y="611900"/>
                  </a:lnTo>
                  <a:lnTo>
                    <a:pt x="51818" y="628219"/>
                  </a:lnTo>
                  <a:lnTo>
                    <a:pt x="51818" y="663587"/>
                  </a:lnTo>
                  <a:cubicBezTo>
                    <a:pt x="51818" y="663587"/>
                    <a:pt x="49086" y="705785"/>
                    <a:pt x="51818" y="709882"/>
                  </a:cubicBezTo>
                  <a:cubicBezTo>
                    <a:pt x="54548" y="713980"/>
                    <a:pt x="50452" y="734396"/>
                    <a:pt x="50452" y="734396"/>
                  </a:cubicBezTo>
                  <a:lnTo>
                    <a:pt x="19117" y="745466"/>
                  </a:lnTo>
                  <a:lnTo>
                    <a:pt x="0" y="779397"/>
                  </a:lnTo>
                  <a:lnTo>
                    <a:pt x="11643" y="803838"/>
                  </a:lnTo>
                  <a:lnTo>
                    <a:pt x="36150" y="831083"/>
                  </a:lnTo>
                  <a:lnTo>
                    <a:pt x="53183" y="854878"/>
                  </a:lnTo>
                  <a:lnTo>
                    <a:pt x="70216" y="858975"/>
                  </a:lnTo>
                  <a:lnTo>
                    <a:pt x="94723" y="851499"/>
                  </a:lnTo>
                  <a:lnTo>
                    <a:pt x="102916" y="858328"/>
                  </a:lnTo>
                  <a:lnTo>
                    <a:pt x="100185" y="880110"/>
                  </a:lnTo>
                  <a:cubicBezTo>
                    <a:pt x="100185" y="880110"/>
                    <a:pt x="116499" y="900526"/>
                    <a:pt x="116499" y="903258"/>
                  </a:cubicBezTo>
                  <a:cubicBezTo>
                    <a:pt x="116499" y="905989"/>
                    <a:pt x="112403" y="916844"/>
                    <a:pt x="112403" y="916844"/>
                  </a:cubicBezTo>
                  <a:lnTo>
                    <a:pt x="114415" y="931797"/>
                  </a:lnTo>
                  <a:cubicBezTo>
                    <a:pt x="114415" y="931797"/>
                    <a:pt x="134826" y="929065"/>
                    <a:pt x="136838" y="926333"/>
                  </a:cubicBezTo>
                  <a:cubicBezTo>
                    <a:pt x="138850" y="923602"/>
                    <a:pt x="151140" y="929065"/>
                    <a:pt x="151140" y="929065"/>
                  </a:cubicBezTo>
                  <a:lnTo>
                    <a:pt x="166089" y="950847"/>
                  </a:lnTo>
                  <a:lnTo>
                    <a:pt x="196705" y="956957"/>
                  </a:lnTo>
                  <a:lnTo>
                    <a:pt x="210288" y="977373"/>
                  </a:lnTo>
                  <a:lnTo>
                    <a:pt x="226602" y="982836"/>
                  </a:lnTo>
                  <a:lnTo>
                    <a:pt x="256572" y="990313"/>
                  </a:lnTo>
                  <a:lnTo>
                    <a:pt x="284457" y="992325"/>
                  </a:lnTo>
                  <a:lnTo>
                    <a:pt x="297393" y="978020"/>
                  </a:lnTo>
                  <a:lnTo>
                    <a:pt x="330740" y="969178"/>
                  </a:lnTo>
                  <a:lnTo>
                    <a:pt x="338214" y="969178"/>
                  </a:lnTo>
                  <a:lnTo>
                    <a:pt x="351151" y="984849"/>
                  </a:lnTo>
                  <a:lnTo>
                    <a:pt x="368830" y="991678"/>
                  </a:lnTo>
                  <a:lnTo>
                    <a:pt x="389960" y="940639"/>
                  </a:lnTo>
                  <a:lnTo>
                    <a:pt x="383132" y="922236"/>
                  </a:lnTo>
                  <a:lnTo>
                    <a:pt x="379036" y="907930"/>
                  </a:lnTo>
                  <a:lnTo>
                    <a:pt x="384498" y="879319"/>
                  </a:lnTo>
                  <a:lnTo>
                    <a:pt x="406274" y="865733"/>
                  </a:lnTo>
                  <a:lnTo>
                    <a:pt x="402178" y="848695"/>
                  </a:lnTo>
                  <a:lnTo>
                    <a:pt x="405556" y="827561"/>
                  </a:lnTo>
                  <a:lnTo>
                    <a:pt x="434159" y="836403"/>
                  </a:lnTo>
                  <a:lnTo>
                    <a:pt x="467506" y="871124"/>
                  </a:lnTo>
                  <a:lnTo>
                    <a:pt x="472968" y="893553"/>
                  </a:lnTo>
                  <a:lnTo>
                    <a:pt x="461397" y="912603"/>
                  </a:lnTo>
                  <a:lnTo>
                    <a:pt x="433512" y="945958"/>
                  </a:lnTo>
                  <a:lnTo>
                    <a:pt x="434878" y="967740"/>
                  </a:lnTo>
                  <a:lnTo>
                    <a:pt x="456007" y="984058"/>
                  </a:lnTo>
                  <a:lnTo>
                    <a:pt x="469590" y="949337"/>
                  </a:lnTo>
                  <a:lnTo>
                    <a:pt x="484539" y="943227"/>
                  </a:lnTo>
                  <a:lnTo>
                    <a:pt x="515874" y="929640"/>
                  </a:lnTo>
                  <a:lnTo>
                    <a:pt x="528092" y="897650"/>
                  </a:lnTo>
                  <a:lnTo>
                    <a:pt x="539662" y="886077"/>
                  </a:lnTo>
                  <a:lnTo>
                    <a:pt x="564170" y="881332"/>
                  </a:lnTo>
                  <a:lnTo>
                    <a:pt x="580484" y="892906"/>
                  </a:lnTo>
                  <a:lnTo>
                    <a:pt x="613831" y="889527"/>
                  </a:lnTo>
                  <a:lnTo>
                    <a:pt x="650556" y="865014"/>
                  </a:lnTo>
                  <a:lnTo>
                    <a:pt x="652568" y="850708"/>
                  </a:lnTo>
                  <a:lnTo>
                    <a:pt x="725371" y="773143"/>
                  </a:lnTo>
                  <a:lnTo>
                    <a:pt x="727384" y="733677"/>
                  </a:lnTo>
                  <a:lnTo>
                    <a:pt x="737589" y="702334"/>
                  </a:lnTo>
                  <a:lnTo>
                    <a:pt x="734858" y="689394"/>
                  </a:lnTo>
                  <a:lnTo>
                    <a:pt x="711069" y="668260"/>
                  </a:lnTo>
                  <a:lnTo>
                    <a:pt x="700217" y="656039"/>
                  </a:lnTo>
                  <a:lnTo>
                    <a:pt x="702230" y="645184"/>
                  </a:lnTo>
                  <a:lnTo>
                    <a:pt x="721275" y="641086"/>
                  </a:lnTo>
                  <a:lnTo>
                    <a:pt x="756634" y="663515"/>
                  </a:lnTo>
                  <a:lnTo>
                    <a:pt x="760012" y="677102"/>
                  </a:lnTo>
                  <a:lnTo>
                    <a:pt x="764109" y="692054"/>
                  </a:lnTo>
                  <a:lnTo>
                    <a:pt x="778410" y="692054"/>
                  </a:lnTo>
                  <a:lnTo>
                    <a:pt x="819232" y="670273"/>
                  </a:lnTo>
                  <a:lnTo>
                    <a:pt x="822610" y="662077"/>
                  </a:lnTo>
                  <a:lnTo>
                    <a:pt x="811758" y="648491"/>
                  </a:lnTo>
                  <a:lnTo>
                    <a:pt x="814489" y="635551"/>
                  </a:lnTo>
                  <a:lnTo>
                    <a:pt x="833534" y="621965"/>
                  </a:lnTo>
                  <a:lnTo>
                    <a:pt x="840361" y="613123"/>
                  </a:lnTo>
                  <a:lnTo>
                    <a:pt x="846470" y="595438"/>
                  </a:lnTo>
                  <a:lnTo>
                    <a:pt x="838996" y="584583"/>
                  </a:lnTo>
                  <a:close/>
                </a:path>
              </a:pathLst>
            </a:custGeom>
            <a:grpFill/>
            <a:ln w="12700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1" name="Antioquia">
              <a:extLst>
                <a:ext uri="{FF2B5EF4-FFF2-40B4-BE49-F238E27FC236}">
                  <a16:creationId xmlns:a16="http://schemas.microsoft.com/office/drawing/2014/main" id="{47D599F3-84B1-7FD8-A9C3-3BA1F74C029E}"/>
                </a:ext>
              </a:extLst>
            </p:cNvPr>
            <p:cNvSpPr/>
            <p:nvPr/>
          </p:nvSpPr>
          <p:spPr>
            <a:xfrm>
              <a:off x="4746374" y="1512412"/>
              <a:ext cx="1341933" cy="1411497"/>
            </a:xfrm>
            <a:custGeom>
              <a:avLst/>
              <a:gdLst>
                <a:gd name="connsiteX0" fmla="*/ 553317 w 1341933"/>
                <a:gd name="connsiteY0" fmla="*/ 1382527 h 1411497"/>
                <a:gd name="connsiteX1" fmla="*/ 573225 w 1341933"/>
                <a:gd name="connsiteY1" fmla="*/ 1379436 h 1411497"/>
                <a:gd name="connsiteX2" fmla="*/ 614550 w 1341933"/>
                <a:gd name="connsiteY2" fmla="*/ 1389644 h 1411497"/>
                <a:gd name="connsiteX3" fmla="*/ 631870 w 1341933"/>
                <a:gd name="connsiteY3" fmla="*/ 1386552 h 1411497"/>
                <a:gd name="connsiteX4" fmla="*/ 636470 w 1341933"/>
                <a:gd name="connsiteY4" fmla="*/ 1371241 h 1411497"/>
                <a:gd name="connsiteX5" fmla="*/ 632373 w 1341933"/>
                <a:gd name="connsiteY5" fmla="*/ 1346224 h 1411497"/>
                <a:gd name="connsiteX6" fmla="*/ 629858 w 1341933"/>
                <a:gd name="connsiteY6" fmla="*/ 1297700 h 1411497"/>
                <a:gd name="connsiteX7" fmla="*/ 650268 w 1341933"/>
                <a:gd name="connsiteY7" fmla="*/ 1296694 h 1411497"/>
                <a:gd name="connsiteX8" fmla="*/ 668164 w 1341933"/>
                <a:gd name="connsiteY8" fmla="*/ 1317613 h 1411497"/>
                <a:gd name="connsiteX9" fmla="*/ 682969 w 1341933"/>
                <a:gd name="connsiteY9" fmla="*/ 1329331 h 1411497"/>
                <a:gd name="connsiteX10" fmla="*/ 692168 w 1341933"/>
                <a:gd name="connsiteY10" fmla="*/ 1319123 h 1411497"/>
                <a:gd name="connsiteX11" fmla="*/ 708985 w 1341933"/>
                <a:gd name="connsiteY11" fmla="*/ 1314019 h 1411497"/>
                <a:gd name="connsiteX12" fmla="*/ 721778 w 1341933"/>
                <a:gd name="connsiteY12" fmla="*/ 1318620 h 1411497"/>
                <a:gd name="connsiteX13" fmla="*/ 736080 w 1341933"/>
                <a:gd name="connsiteY13" fmla="*/ 1352334 h 1411497"/>
                <a:gd name="connsiteX14" fmla="*/ 748872 w 1341933"/>
                <a:gd name="connsiteY14" fmla="*/ 1372247 h 1411497"/>
                <a:gd name="connsiteX15" fmla="*/ 754981 w 1341933"/>
                <a:gd name="connsiteY15" fmla="*/ 1394676 h 1411497"/>
                <a:gd name="connsiteX16" fmla="*/ 760587 w 1341933"/>
                <a:gd name="connsiteY16" fmla="*/ 1411497 h 1411497"/>
                <a:gd name="connsiteX17" fmla="*/ 787107 w 1341933"/>
                <a:gd name="connsiteY17" fmla="*/ 1406897 h 1411497"/>
                <a:gd name="connsiteX18" fmla="*/ 807517 w 1341933"/>
                <a:gd name="connsiteY18" fmla="*/ 1383389 h 1411497"/>
                <a:gd name="connsiteX19" fmla="*/ 820310 w 1341933"/>
                <a:gd name="connsiteY19" fmla="*/ 1362974 h 1411497"/>
                <a:gd name="connsiteX20" fmla="*/ 835115 w 1341933"/>
                <a:gd name="connsiteY20" fmla="*/ 1360961 h 1411497"/>
                <a:gd name="connsiteX21" fmla="*/ 839714 w 1341933"/>
                <a:gd name="connsiteY21" fmla="*/ 1331343 h 1411497"/>
                <a:gd name="connsiteX22" fmla="*/ 855022 w 1341933"/>
                <a:gd name="connsiteY22" fmla="*/ 1319123 h 1411497"/>
                <a:gd name="connsiteX23" fmla="*/ 878524 w 1341933"/>
                <a:gd name="connsiteY23" fmla="*/ 1315025 h 1411497"/>
                <a:gd name="connsiteX24" fmla="*/ 899940 w 1341933"/>
                <a:gd name="connsiteY24" fmla="*/ 1292021 h 1411497"/>
                <a:gd name="connsiteX25" fmla="*/ 920351 w 1341933"/>
                <a:gd name="connsiteY25" fmla="*/ 1284905 h 1411497"/>
                <a:gd name="connsiteX26" fmla="*/ 943852 w 1341933"/>
                <a:gd name="connsiteY26" fmla="*/ 1282892 h 1411497"/>
                <a:gd name="connsiteX27" fmla="*/ 955567 w 1341933"/>
                <a:gd name="connsiteY27" fmla="*/ 1300792 h 1411497"/>
                <a:gd name="connsiteX28" fmla="*/ 970372 w 1341933"/>
                <a:gd name="connsiteY28" fmla="*/ 1316103 h 1411497"/>
                <a:gd name="connsiteX29" fmla="*/ 993370 w 1341933"/>
                <a:gd name="connsiteY29" fmla="*/ 1308987 h 1411497"/>
                <a:gd name="connsiteX30" fmla="*/ 1005588 w 1341933"/>
                <a:gd name="connsiteY30" fmla="*/ 1281454 h 1411497"/>
                <a:gd name="connsiteX31" fmla="*/ 1034191 w 1341933"/>
                <a:gd name="connsiteY31" fmla="*/ 1271102 h 1411497"/>
                <a:gd name="connsiteX32" fmla="*/ 1029592 w 1341933"/>
                <a:gd name="connsiteY32" fmla="*/ 1261326 h 1411497"/>
                <a:gd name="connsiteX33" fmla="*/ 1032970 w 1341933"/>
                <a:gd name="connsiteY33" fmla="*/ 1242923 h 1411497"/>
                <a:gd name="connsiteX34" fmla="*/ 1047918 w 1341933"/>
                <a:gd name="connsiteY34" fmla="*/ 1229983 h 1411497"/>
                <a:gd name="connsiteX35" fmla="*/ 1046553 w 1341933"/>
                <a:gd name="connsiteY35" fmla="*/ 1212299 h 1411497"/>
                <a:gd name="connsiteX36" fmla="*/ 1056758 w 1341933"/>
                <a:gd name="connsiteY36" fmla="*/ 1197347 h 1411497"/>
                <a:gd name="connsiteX37" fmla="*/ 1055393 w 1341933"/>
                <a:gd name="connsiteY37" fmla="*/ 1178943 h 1411497"/>
                <a:gd name="connsiteX38" fmla="*/ 1040444 w 1341933"/>
                <a:gd name="connsiteY38" fmla="*/ 1161259 h 1411497"/>
                <a:gd name="connsiteX39" fmla="*/ 1043175 w 1341933"/>
                <a:gd name="connsiteY39" fmla="*/ 1132001 h 1411497"/>
                <a:gd name="connsiteX40" fmla="*/ 1058124 w 1341933"/>
                <a:gd name="connsiteY40" fmla="*/ 1096633 h 1411497"/>
                <a:gd name="connsiteX41" fmla="*/ 1075803 w 1341933"/>
                <a:gd name="connsiteY41" fmla="*/ 1083046 h 1411497"/>
                <a:gd name="connsiteX42" fmla="*/ 1077744 w 1341933"/>
                <a:gd name="connsiteY42" fmla="*/ 1087144 h 1411497"/>
                <a:gd name="connsiteX43" fmla="*/ 1096861 w 1341933"/>
                <a:gd name="connsiteY43" fmla="*/ 1053213 h 1411497"/>
                <a:gd name="connsiteX44" fmla="*/ 1128196 w 1341933"/>
                <a:gd name="connsiteY44" fmla="*/ 1042143 h 1411497"/>
                <a:gd name="connsiteX45" fmla="*/ 1129561 w 1341933"/>
                <a:gd name="connsiteY45" fmla="*/ 1017630 h 1411497"/>
                <a:gd name="connsiteX46" fmla="*/ 1129561 w 1341933"/>
                <a:gd name="connsiteY46" fmla="*/ 971334 h 1411497"/>
                <a:gd name="connsiteX47" fmla="*/ 1129561 w 1341933"/>
                <a:gd name="connsiteY47" fmla="*/ 935966 h 1411497"/>
                <a:gd name="connsiteX48" fmla="*/ 1136389 w 1341933"/>
                <a:gd name="connsiteY48" fmla="*/ 919648 h 1411497"/>
                <a:gd name="connsiteX49" fmla="*/ 1169017 w 1341933"/>
                <a:gd name="connsiteY49" fmla="*/ 904695 h 1411497"/>
                <a:gd name="connsiteX50" fmla="*/ 1218031 w 1341933"/>
                <a:gd name="connsiteY50" fmla="*/ 897866 h 1411497"/>
                <a:gd name="connsiteX51" fmla="*/ 1232980 w 1341933"/>
                <a:gd name="connsiteY51" fmla="*/ 878816 h 1411497"/>
                <a:gd name="connsiteX52" fmla="*/ 1247929 w 1341933"/>
                <a:gd name="connsiteY52" fmla="*/ 854303 h 1411497"/>
                <a:gd name="connsiteX53" fmla="*/ 1277898 w 1341933"/>
                <a:gd name="connsiteY53" fmla="*/ 827058 h 1411497"/>
                <a:gd name="connsiteX54" fmla="*/ 1284726 w 1341933"/>
                <a:gd name="connsiteY54" fmla="*/ 805276 h 1411497"/>
                <a:gd name="connsiteX55" fmla="*/ 1316061 w 1341933"/>
                <a:gd name="connsiteY55" fmla="*/ 797081 h 1411497"/>
                <a:gd name="connsiteX56" fmla="*/ 1341933 w 1341933"/>
                <a:gd name="connsiteY56" fmla="*/ 779397 h 1411497"/>
                <a:gd name="connsiteX57" fmla="*/ 1341933 w 1341933"/>
                <a:gd name="connsiteY57" fmla="*/ 763078 h 1411497"/>
                <a:gd name="connsiteX58" fmla="*/ 1324253 w 1341933"/>
                <a:gd name="connsiteY58" fmla="*/ 730442 h 1411497"/>
                <a:gd name="connsiteX59" fmla="*/ 1325619 w 1341933"/>
                <a:gd name="connsiteY59" fmla="*/ 693707 h 1411497"/>
                <a:gd name="connsiteX60" fmla="*/ 1314623 w 1341933"/>
                <a:gd name="connsiteY60" fmla="*/ 674514 h 1411497"/>
                <a:gd name="connsiteX61" fmla="*/ 1298381 w 1341933"/>
                <a:gd name="connsiteY61" fmla="*/ 686950 h 1411497"/>
                <a:gd name="connsiteX62" fmla="*/ 1248001 w 1341933"/>
                <a:gd name="connsiteY62" fmla="*/ 734611 h 1411497"/>
                <a:gd name="connsiteX63" fmla="*/ 1201717 w 1341933"/>
                <a:gd name="connsiteY63" fmla="*/ 768614 h 1411497"/>
                <a:gd name="connsiteX64" fmla="*/ 1163627 w 1341933"/>
                <a:gd name="connsiteY64" fmla="*/ 764516 h 1411497"/>
                <a:gd name="connsiteX65" fmla="*/ 1147313 w 1341933"/>
                <a:gd name="connsiteY65" fmla="*/ 741368 h 1411497"/>
                <a:gd name="connsiteX66" fmla="*/ 1140485 w 1341933"/>
                <a:gd name="connsiteY66" fmla="*/ 676023 h 1411497"/>
                <a:gd name="connsiteX67" fmla="*/ 1147313 w 1341933"/>
                <a:gd name="connsiteY67" fmla="*/ 640655 h 1411497"/>
                <a:gd name="connsiteX68" fmla="*/ 1169089 w 1341933"/>
                <a:gd name="connsiteY68" fmla="*/ 624337 h 1411497"/>
                <a:gd name="connsiteX69" fmla="*/ 1148678 w 1341933"/>
                <a:gd name="connsiteY69" fmla="*/ 583505 h 1411497"/>
                <a:gd name="connsiteX70" fmla="*/ 1140485 w 1341933"/>
                <a:gd name="connsiteY70" fmla="*/ 608019 h 1411497"/>
                <a:gd name="connsiteX71" fmla="*/ 1107857 w 1341933"/>
                <a:gd name="connsiteY71" fmla="*/ 644753 h 1411497"/>
                <a:gd name="connsiteX72" fmla="*/ 1092908 w 1341933"/>
                <a:gd name="connsiteY72" fmla="*/ 646118 h 1411497"/>
                <a:gd name="connsiteX73" fmla="*/ 1072497 w 1341933"/>
                <a:gd name="connsiteY73" fmla="*/ 628434 h 1411497"/>
                <a:gd name="connsiteX74" fmla="*/ 1071132 w 1341933"/>
                <a:gd name="connsiteY74" fmla="*/ 565821 h 1411497"/>
                <a:gd name="connsiteX75" fmla="*/ 1065670 w 1341933"/>
                <a:gd name="connsiteY75" fmla="*/ 531818 h 1411497"/>
                <a:gd name="connsiteX76" fmla="*/ 1077887 w 1341933"/>
                <a:gd name="connsiteY76" fmla="*/ 515500 h 1411497"/>
                <a:gd name="connsiteX77" fmla="*/ 1115978 w 1341933"/>
                <a:gd name="connsiteY77" fmla="*/ 503279 h 1411497"/>
                <a:gd name="connsiteX78" fmla="*/ 1114612 w 1341933"/>
                <a:gd name="connsiteY78" fmla="*/ 476034 h 1411497"/>
                <a:gd name="connsiteX79" fmla="*/ 1095567 w 1341933"/>
                <a:gd name="connsiteY79" fmla="*/ 463814 h 1411497"/>
                <a:gd name="connsiteX80" fmla="*/ 1087374 w 1341933"/>
                <a:gd name="connsiteY80" fmla="*/ 431105 h 1411497"/>
                <a:gd name="connsiteX81" fmla="*/ 1072426 w 1341933"/>
                <a:gd name="connsiteY81" fmla="*/ 384810 h 1411497"/>
                <a:gd name="connsiteX82" fmla="*/ 1043822 w 1341933"/>
                <a:gd name="connsiteY82" fmla="*/ 335783 h 1411497"/>
                <a:gd name="connsiteX83" fmla="*/ 1004366 w 1341933"/>
                <a:gd name="connsiteY83" fmla="*/ 319465 h 1411497"/>
                <a:gd name="connsiteX84" fmla="*/ 979859 w 1341933"/>
                <a:gd name="connsiteY84" fmla="*/ 289488 h 1411497"/>
                <a:gd name="connsiteX85" fmla="*/ 961316 w 1341933"/>
                <a:gd name="connsiteY85" fmla="*/ 281868 h 1411497"/>
                <a:gd name="connsiteX86" fmla="*/ 960166 w 1341933"/>
                <a:gd name="connsiteY86" fmla="*/ 286038 h 1411497"/>
                <a:gd name="connsiteX87" fmla="*/ 945865 w 1341933"/>
                <a:gd name="connsiteY87" fmla="*/ 304441 h 1411497"/>
                <a:gd name="connsiteX88" fmla="*/ 902959 w 1341933"/>
                <a:gd name="connsiteY88" fmla="*/ 337149 h 1411497"/>
                <a:gd name="connsiteX89" fmla="*/ 835618 w 1341933"/>
                <a:gd name="connsiteY89" fmla="*/ 328954 h 1411497"/>
                <a:gd name="connsiteX90" fmla="*/ 798893 w 1341933"/>
                <a:gd name="connsiteY90" fmla="*/ 324856 h 1411497"/>
                <a:gd name="connsiteX91" fmla="*/ 766265 w 1341933"/>
                <a:gd name="connsiteY91" fmla="*/ 363675 h 1411497"/>
                <a:gd name="connsiteX92" fmla="*/ 705032 w 1341933"/>
                <a:gd name="connsiteY92" fmla="*/ 412702 h 1411497"/>
                <a:gd name="connsiteX93" fmla="*/ 684622 w 1341933"/>
                <a:gd name="connsiteY93" fmla="*/ 473950 h 1411497"/>
                <a:gd name="connsiteX94" fmla="*/ 680525 w 1341933"/>
                <a:gd name="connsiteY94" fmla="*/ 524989 h 1411497"/>
                <a:gd name="connsiteX95" fmla="*/ 619293 w 1341933"/>
                <a:gd name="connsiteY95" fmla="*/ 567906 h 1411497"/>
                <a:gd name="connsiteX96" fmla="*/ 580484 w 1341933"/>
                <a:gd name="connsiteY96" fmla="*/ 598529 h 1411497"/>
                <a:gd name="connsiteX97" fmla="*/ 496757 w 1341933"/>
                <a:gd name="connsiteY97" fmla="*/ 625056 h 1411497"/>
                <a:gd name="connsiteX98" fmla="*/ 406921 w 1341933"/>
                <a:gd name="connsiteY98" fmla="*/ 627068 h 1411497"/>
                <a:gd name="connsiteX99" fmla="*/ 319169 w 1341933"/>
                <a:gd name="connsiteY99" fmla="*/ 604640 h 1411497"/>
                <a:gd name="connsiteX100" fmla="*/ 280360 w 1341933"/>
                <a:gd name="connsiteY100" fmla="*/ 551515 h 1411497"/>
                <a:gd name="connsiteX101" fmla="*/ 261962 w 1341933"/>
                <a:gd name="connsiteY101" fmla="*/ 484157 h 1411497"/>
                <a:gd name="connsiteX102" fmla="*/ 282372 w 1341933"/>
                <a:gd name="connsiteY102" fmla="*/ 443326 h 1411497"/>
                <a:gd name="connsiteX103" fmla="*/ 292578 w 1341933"/>
                <a:gd name="connsiteY103" fmla="*/ 367773 h 1411497"/>
                <a:gd name="connsiteX104" fmla="*/ 315001 w 1341933"/>
                <a:gd name="connsiteY104" fmla="*/ 333052 h 1411497"/>
                <a:gd name="connsiteX105" fmla="*/ 317013 w 1341933"/>
                <a:gd name="connsiteY105" fmla="*/ 288122 h 1411497"/>
                <a:gd name="connsiteX106" fmla="*/ 343533 w 1341933"/>
                <a:gd name="connsiteY106" fmla="*/ 216667 h 1411497"/>
                <a:gd name="connsiteX107" fmla="*/ 374149 w 1341933"/>
                <a:gd name="connsiteY107" fmla="*/ 179933 h 1411497"/>
                <a:gd name="connsiteX108" fmla="*/ 398656 w 1341933"/>
                <a:gd name="connsiteY108" fmla="*/ 153406 h 1411497"/>
                <a:gd name="connsiteX109" fmla="*/ 382342 w 1341933"/>
                <a:gd name="connsiteY109" fmla="*/ 102367 h 1411497"/>
                <a:gd name="connsiteX110" fmla="*/ 335411 w 1341933"/>
                <a:gd name="connsiteY110" fmla="*/ 92159 h 1411497"/>
                <a:gd name="connsiteX111" fmla="*/ 303286 w 1341933"/>
                <a:gd name="connsiteY111" fmla="*/ 0 h 1411497"/>
                <a:gd name="connsiteX112" fmla="*/ 271089 w 1341933"/>
                <a:gd name="connsiteY112" fmla="*/ 10496 h 1411497"/>
                <a:gd name="connsiteX113" fmla="*/ 210863 w 1341933"/>
                <a:gd name="connsiteY113" fmla="*/ 84036 h 1411497"/>
                <a:gd name="connsiteX114" fmla="*/ 142444 w 1341933"/>
                <a:gd name="connsiteY114" fmla="*/ 99347 h 1411497"/>
                <a:gd name="connsiteX115" fmla="*/ 105719 w 1341933"/>
                <a:gd name="connsiteY115" fmla="*/ 100354 h 1411497"/>
                <a:gd name="connsiteX116" fmla="*/ 84302 w 1341933"/>
                <a:gd name="connsiteY116" fmla="*/ 128965 h 1411497"/>
                <a:gd name="connsiteX117" fmla="*/ 88399 w 1341933"/>
                <a:gd name="connsiteY117" fmla="*/ 147368 h 1411497"/>
                <a:gd name="connsiteX118" fmla="*/ 122105 w 1341933"/>
                <a:gd name="connsiteY118" fmla="*/ 150459 h 1411497"/>
                <a:gd name="connsiteX119" fmla="*/ 154805 w 1341933"/>
                <a:gd name="connsiteY119" fmla="*/ 205596 h 1411497"/>
                <a:gd name="connsiteX120" fmla="*/ 149703 w 1341933"/>
                <a:gd name="connsiteY120" fmla="*/ 252538 h 1411497"/>
                <a:gd name="connsiteX121" fmla="*/ 170113 w 1341933"/>
                <a:gd name="connsiteY121" fmla="*/ 320975 h 1411497"/>
                <a:gd name="connsiteX122" fmla="*/ 169107 w 1341933"/>
                <a:gd name="connsiteY122" fmla="*/ 364897 h 1411497"/>
                <a:gd name="connsiteX123" fmla="*/ 156889 w 1341933"/>
                <a:gd name="connsiteY123" fmla="*/ 399619 h 1411497"/>
                <a:gd name="connsiteX124" fmla="*/ 112978 w 1341933"/>
                <a:gd name="connsiteY124" fmla="*/ 403716 h 1411497"/>
                <a:gd name="connsiteX125" fmla="*/ 88470 w 1341933"/>
                <a:gd name="connsiteY125" fmla="*/ 375105 h 1411497"/>
                <a:gd name="connsiteX126" fmla="*/ 92567 w 1341933"/>
                <a:gd name="connsiteY126" fmla="*/ 354689 h 1411497"/>
                <a:gd name="connsiteX127" fmla="*/ 107875 w 1341933"/>
                <a:gd name="connsiteY127" fmla="*/ 348579 h 1411497"/>
                <a:gd name="connsiteX128" fmla="*/ 113984 w 1341933"/>
                <a:gd name="connsiteY128" fmla="*/ 314864 h 1411497"/>
                <a:gd name="connsiteX129" fmla="*/ 91561 w 1341933"/>
                <a:gd name="connsiteY129" fmla="*/ 306669 h 1411497"/>
                <a:gd name="connsiteX130" fmla="*/ 78265 w 1341933"/>
                <a:gd name="connsiteY130" fmla="*/ 307676 h 1411497"/>
                <a:gd name="connsiteX131" fmla="*/ 83368 w 1341933"/>
                <a:gd name="connsiteY131" fmla="*/ 271948 h 1411497"/>
                <a:gd name="connsiteX132" fmla="*/ 81643 w 1341933"/>
                <a:gd name="connsiteY132" fmla="*/ 270582 h 1411497"/>
                <a:gd name="connsiteX133" fmla="*/ 73450 w 1341933"/>
                <a:gd name="connsiteY133" fmla="*/ 319609 h 1411497"/>
                <a:gd name="connsiteX134" fmla="*/ 73450 w 1341933"/>
                <a:gd name="connsiteY134" fmla="*/ 338659 h 1411497"/>
                <a:gd name="connsiteX135" fmla="*/ 40821 w 1341933"/>
                <a:gd name="connsiteY135" fmla="*/ 383588 h 1411497"/>
                <a:gd name="connsiteX136" fmla="*/ 39456 w 1341933"/>
                <a:gd name="connsiteY136" fmla="*/ 413565 h 1411497"/>
                <a:gd name="connsiteX137" fmla="*/ 17680 w 1341933"/>
                <a:gd name="connsiteY137" fmla="*/ 428517 h 1411497"/>
                <a:gd name="connsiteX138" fmla="*/ 0 w 1341933"/>
                <a:gd name="connsiteY138" fmla="*/ 443470 h 1411497"/>
                <a:gd name="connsiteX139" fmla="*/ 17680 w 1341933"/>
                <a:gd name="connsiteY139" fmla="*/ 458422 h 1411497"/>
                <a:gd name="connsiteX140" fmla="*/ 49014 w 1341933"/>
                <a:gd name="connsiteY140" fmla="*/ 504717 h 1411497"/>
                <a:gd name="connsiteX141" fmla="*/ 96663 w 1341933"/>
                <a:gd name="connsiteY141" fmla="*/ 523767 h 1411497"/>
                <a:gd name="connsiteX142" fmla="*/ 149775 w 1341933"/>
                <a:gd name="connsiteY142" fmla="*/ 578257 h 1411497"/>
                <a:gd name="connsiteX143" fmla="*/ 166089 w 1341933"/>
                <a:gd name="connsiteY143" fmla="*/ 614992 h 1411497"/>
                <a:gd name="connsiteX144" fmla="*/ 193327 w 1341933"/>
                <a:gd name="connsiteY144" fmla="*/ 647700 h 1411497"/>
                <a:gd name="connsiteX145" fmla="*/ 220565 w 1341933"/>
                <a:gd name="connsiteY145" fmla="*/ 640871 h 1411497"/>
                <a:gd name="connsiteX146" fmla="*/ 246438 w 1341933"/>
                <a:gd name="connsiteY146" fmla="*/ 659921 h 1411497"/>
                <a:gd name="connsiteX147" fmla="*/ 251900 w 1341933"/>
                <a:gd name="connsiteY147" fmla="*/ 689897 h 1411497"/>
                <a:gd name="connsiteX148" fmla="*/ 266849 w 1341933"/>
                <a:gd name="connsiteY148" fmla="*/ 744316 h 1411497"/>
                <a:gd name="connsiteX149" fmla="*/ 249169 w 1341933"/>
                <a:gd name="connsiteY149" fmla="*/ 768829 h 1411497"/>
                <a:gd name="connsiteX150" fmla="*/ 249169 w 1341933"/>
                <a:gd name="connsiteY150" fmla="*/ 783782 h 1411497"/>
                <a:gd name="connsiteX151" fmla="*/ 227393 w 1341933"/>
                <a:gd name="connsiteY151" fmla="*/ 783782 h 1411497"/>
                <a:gd name="connsiteX152" fmla="*/ 205616 w 1341933"/>
                <a:gd name="connsiteY152" fmla="*/ 770195 h 1411497"/>
                <a:gd name="connsiteX153" fmla="*/ 172988 w 1341933"/>
                <a:gd name="connsiteY153" fmla="*/ 771561 h 1411497"/>
                <a:gd name="connsiteX154" fmla="*/ 129436 w 1341933"/>
                <a:gd name="connsiteY154" fmla="*/ 777024 h 1411497"/>
                <a:gd name="connsiteX155" fmla="*/ 129436 w 1341933"/>
                <a:gd name="connsiteY155" fmla="*/ 783854 h 1411497"/>
                <a:gd name="connsiteX156" fmla="*/ 144384 w 1341933"/>
                <a:gd name="connsiteY156" fmla="*/ 804269 h 1411497"/>
                <a:gd name="connsiteX157" fmla="*/ 144384 w 1341933"/>
                <a:gd name="connsiteY157" fmla="*/ 821954 h 1411497"/>
                <a:gd name="connsiteX158" fmla="*/ 128070 w 1341933"/>
                <a:gd name="connsiteY158" fmla="*/ 832808 h 1411497"/>
                <a:gd name="connsiteX159" fmla="*/ 73665 w 1341933"/>
                <a:gd name="connsiteY159" fmla="*/ 847761 h 1411497"/>
                <a:gd name="connsiteX160" fmla="*/ 61448 w 1341933"/>
                <a:gd name="connsiteY160" fmla="*/ 859982 h 1411497"/>
                <a:gd name="connsiteX161" fmla="*/ 71006 w 1341933"/>
                <a:gd name="connsiteY161" fmla="*/ 877666 h 1411497"/>
                <a:gd name="connsiteX162" fmla="*/ 85955 w 1341933"/>
                <a:gd name="connsiteY162" fmla="*/ 899448 h 1411497"/>
                <a:gd name="connsiteX163" fmla="*/ 114559 w 1341933"/>
                <a:gd name="connsiteY163" fmla="*/ 944377 h 1411497"/>
                <a:gd name="connsiteX164" fmla="*/ 121386 w 1341933"/>
                <a:gd name="connsiteY164" fmla="*/ 982477 h 1411497"/>
                <a:gd name="connsiteX165" fmla="*/ 145894 w 1341933"/>
                <a:gd name="connsiteY165" fmla="*/ 1004258 h 1411497"/>
                <a:gd name="connsiteX166" fmla="*/ 160842 w 1341933"/>
                <a:gd name="connsiteY166" fmla="*/ 1038261 h 1411497"/>
                <a:gd name="connsiteX167" fmla="*/ 171766 w 1341933"/>
                <a:gd name="connsiteY167" fmla="*/ 1117193 h 1411497"/>
                <a:gd name="connsiteX168" fmla="*/ 189446 w 1341933"/>
                <a:gd name="connsiteY168" fmla="*/ 1129413 h 1411497"/>
                <a:gd name="connsiteX169" fmla="*/ 238461 w 1341933"/>
                <a:gd name="connsiteY169" fmla="*/ 1129413 h 1411497"/>
                <a:gd name="connsiteX170" fmla="*/ 261602 w 1341933"/>
                <a:gd name="connsiteY170" fmla="*/ 1118487 h 1411497"/>
                <a:gd name="connsiteX171" fmla="*/ 311982 w 1341933"/>
                <a:gd name="connsiteY171" fmla="*/ 1114389 h 1411497"/>
                <a:gd name="connsiteX172" fmla="*/ 358266 w 1341933"/>
                <a:gd name="connsiteY172" fmla="*/ 1107560 h 1411497"/>
                <a:gd name="connsiteX173" fmla="*/ 366459 w 1341933"/>
                <a:gd name="connsiteY173" fmla="*/ 1113023 h 1411497"/>
                <a:gd name="connsiteX174" fmla="*/ 373286 w 1341933"/>
                <a:gd name="connsiteY174" fmla="*/ 1127976 h 1411497"/>
                <a:gd name="connsiteX175" fmla="*/ 371921 w 1341933"/>
                <a:gd name="connsiteY175" fmla="*/ 1151123 h 1411497"/>
                <a:gd name="connsiteX176" fmla="*/ 381479 w 1341933"/>
                <a:gd name="connsiteY176" fmla="*/ 1174271 h 1411497"/>
                <a:gd name="connsiteX177" fmla="*/ 414180 w 1341933"/>
                <a:gd name="connsiteY177" fmla="*/ 1190589 h 1411497"/>
                <a:gd name="connsiteX178" fmla="*/ 421007 w 1341933"/>
                <a:gd name="connsiteY178" fmla="*/ 1202810 h 1411497"/>
                <a:gd name="connsiteX179" fmla="*/ 419642 w 1341933"/>
                <a:gd name="connsiteY179" fmla="*/ 1266789 h 1411497"/>
                <a:gd name="connsiteX180" fmla="*/ 412814 w 1341933"/>
                <a:gd name="connsiteY180" fmla="*/ 1292668 h 1411497"/>
                <a:gd name="connsiteX181" fmla="*/ 431859 w 1341933"/>
                <a:gd name="connsiteY181" fmla="*/ 1321279 h 1411497"/>
                <a:gd name="connsiteX182" fmla="*/ 435956 w 1341933"/>
                <a:gd name="connsiteY182" fmla="*/ 1347159 h 1411497"/>
                <a:gd name="connsiteX183" fmla="*/ 434950 w 1341933"/>
                <a:gd name="connsiteY183" fmla="*/ 1359811 h 1411497"/>
                <a:gd name="connsiteX184" fmla="*/ 443071 w 1341933"/>
                <a:gd name="connsiteY184" fmla="*/ 1355498 h 1411497"/>
                <a:gd name="connsiteX185" fmla="*/ 453779 w 1341933"/>
                <a:gd name="connsiteY185" fmla="*/ 1359092 h 1411497"/>
                <a:gd name="connsiteX186" fmla="*/ 453779 w 1341933"/>
                <a:gd name="connsiteY186" fmla="*/ 1375410 h 1411497"/>
                <a:gd name="connsiteX187" fmla="*/ 459888 w 1341933"/>
                <a:gd name="connsiteY187" fmla="*/ 1393813 h 1411497"/>
                <a:gd name="connsiteX188" fmla="*/ 482311 w 1341933"/>
                <a:gd name="connsiteY188" fmla="*/ 1398917 h 1411497"/>
                <a:gd name="connsiteX189" fmla="*/ 508328 w 1341933"/>
                <a:gd name="connsiteY189" fmla="*/ 1400930 h 1411497"/>
                <a:gd name="connsiteX190" fmla="*/ 525648 w 1341933"/>
                <a:gd name="connsiteY190" fmla="*/ 1401936 h 1411497"/>
                <a:gd name="connsiteX191" fmla="*/ 525073 w 1341933"/>
                <a:gd name="connsiteY191" fmla="*/ 1406609 h 1411497"/>
                <a:gd name="connsiteX192" fmla="*/ 540956 w 1341933"/>
                <a:gd name="connsiteY192" fmla="*/ 1397335 h 1411497"/>
                <a:gd name="connsiteX193" fmla="*/ 553677 w 1341933"/>
                <a:gd name="connsiteY193" fmla="*/ 1382527 h 1411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1341933" h="1411497">
                  <a:moveTo>
                    <a:pt x="553317" y="1382527"/>
                  </a:moveTo>
                  <a:lnTo>
                    <a:pt x="573225" y="1379436"/>
                  </a:lnTo>
                  <a:lnTo>
                    <a:pt x="614550" y="1389644"/>
                  </a:lnTo>
                  <a:cubicBezTo>
                    <a:pt x="614550" y="1389644"/>
                    <a:pt x="630361" y="1387631"/>
                    <a:pt x="631870" y="1386552"/>
                  </a:cubicBezTo>
                  <a:cubicBezTo>
                    <a:pt x="633379" y="1385474"/>
                    <a:pt x="636470" y="1371241"/>
                    <a:pt x="636470" y="1371241"/>
                  </a:cubicBezTo>
                  <a:lnTo>
                    <a:pt x="632373" y="1346224"/>
                  </a:lnTo>
                  <a:lnTo>
                    <a:pt x="629858" y="1297700"/>
                  </a:lnTo>
                  <a:lnTo>
                    <a:pt x="650268" y="1296694"/>
                  </a:lnTo>
                  <a:lnTo>
                    <a:pt x="668164" y="1317613"/>
                  </a:lnTo>
                  <a:lnTo>
                    <a:pt x="682969" y="1329331"/>
                  </a:lnTo>
                  <a:cubicBezTo>
                    <a:pt x="682969" y="1329331"/>
                    <a:pt x="689078" y="1322717"/>
                    <a:pt x="692168" y="1319123"/>
                  </a:cubicBezTo>
                  <a:cubicBezTo>
                    <a:pt x="695258" y="1315528"/>
                    <a:pt x="708985" y="1314019"/>
                    <a:pt x="708985" y="1314019"/>
                  </a:cubicBezTo>
                  <a:lnTo>
                    <a:pt x="721778" y="1318620"/>
                  </a:lnTo>
                  <a:lnTo>
                    <a:pt x="736080" y="1352334"/>
                  </a:lnTo>
                  <a:lnTo>
                    <a:pt x="748872" y="1372247"/>
                  </a:lnTo>
                  <a:lnTo>
                    <a:pt x="754981" y="1394676"/>
                  </a:lnTo>
                  <a:lnTo>
                    <a:pt x="760587" y="1411497"/>
                  </a:lnTo>
                  <a:lnTo>
                    <a:pt x="787107" y="1406897"/>
                  </a:lnTo>
                  <a:lnTo>
                    <a:pt x="807517" y="1383389"/>
                  </a:lnTo>
                  <a:lnTo>
                    <a:pt x="820310" y="1362974"/>
                  </a:lnTo>
                  <a:lnTo>
                    <a:pt x="835115" y="1360961"/>
                  </a:lnTo>
                  <a:lnTo>
                    <a:pt x="839714" y="1331343"/>
                  </a:lnTo>
                  <a:lnTo>
                    <a:pt x="855022" y="1319123"/>
                  </a:lnTo>
                  <a:lnTo>
                    <a:pt x="878524" y="1315025"/>
                  </a:lnTo>
                  <a:cubicBezTo>
                    <a:pt x="878524" y="1315025"/>
                    <a:pt x="895844" y="1293603"/>
                    <a:pt x="899940" y="1292021"/>
                  </a:cubicBezTo>
                  <a:cubicBezTo>
                    <a:pt x="904037" y="1290512"/>
                    <a:pt x="916255" y="1286414"/>
                    <a:pt x="920351" y="1284905"/>
                  </a:cubicBezTo>
                  <a:cubicBezTo>
                    <a:pt x="924448" y="1283395"/>
                    <a:pt x="943852" y="1282892"/>
                    <a:pt x="943852" y="1282892"/>
                  </a:cubicBezTo>
                  <a:lnTo>
                    <a:pt x="955567" y="1300792"/>
                  </a:lnTo>
                  <a:lnTo>
                    <a:pt x="970372" y="1316103"/>
                  </a:lnTo>
                  <a:lnTo>
                    <a:pt x="993370" y="1308987"/>
                  </a:lnTo>
                  <a:lnTo>
                    <a:pt x="1005588" y="1281454"/>
                  </a:lnTo>
                  <a:lnTo>
                    <a:pt x="1034191" y="1271102"/>
                  </a:lnTo>
                  <a:lnTo>
                    <a:pt x="1029592" y="1261326"/>
                  </a:lnTo>
                  <a:lnTo>
                    <a:pt x="1032970" y="1242923"/>
                  </a:lnTo>
                  <a:lnTo>
                    <a:pt x="1047918" y="1229983"/>
                  </a:lnTo>
                  <a:lnTo>
                    <a:pt x="1046553" y="1212299"/>
                  </a:lnTo>
                  <a:lnTo>
                    <a:pt x="1056758" y="1197347"/>
                  </a:lnTo>
                  <a:lnTo>
                    <a:pt x="1055393" y="1178943"/>
                  </a:lnTo>
                  <a:lnTo>
                    <a:pt x="1040444" y="1161259"/>
                  </a:lnTo>
                  <a:lnTo>
                    <a:pt x="1043175" y="1132001"/>
                  </a:lnTo>
                  <a:lnTo>
                    <a:pt x="1058124" y="1096633"/>
                  </a:lnTo>
                  <a:lnTo>
                    <a:pt x="1075803" y="1083046"/>
                  </a:lnTo>
                  <a:lnTo>
                    <a:pt x="1077744" y="1087144"/>
                  </a:lnTo>
                  <a:lnTo>
                    <a:pt x="1096861" y="1053213"/>
                  </a:lnTo>
                  <a:lnTo>
                    <a:pt x="1128196" y="1042143"/>
                  </a:lnTo>
                  <a:cubicBezTo>
                    <a:pt x="1128196" y="1042143"/>
                    <a:pt x="1132292" y="1021727"/>
                    <a:pt x="1129561" y="1017630"/>
                  </a:cubicBezTo>
                  <a:cubicBezTo>
                    <a:pt x="1126830" y="1013532"/>
                    <a:pt x="1129561" y="971334"/>
                    <a:pt x="1129561" y="971334"/>
                  </a:cubicBezTo>
                  <a:lnTo>
                    <a:pt x="1129561" y="935966"/>
                  </a:lnTo>
                  <a:lnTo>
                    <a:pt x="1136389" y="919648"/>
                  </a:lnTo>
                  <a:lnTo>
                    <a:pt x="1169017" y="904695"/>
                  </a:lnTo>
                  <a:lnTo>
                    <a:pt x="1218031" y="897866"/>
                  </a:lnTo>
                  <a:lnTo>
                    <a:pt x="1232980" y="878816"/>
                  </a:lnTo>
                  <a:lnTo>
                    <a:pt x="1247929" y="854303"/>
                  </a:lnTo>
                  <a:lnTo>
                    <a:pt x="1277898" y="827058"/>
                  </a:lnTo>
                  <a:lnTo>
                    <a:pt x="1284726" y="805276"/>
                  </a:lnTo>
                  <a:cubicBezTo>
                    <a:pt x="1284726" y="805276"/>
                    <a:pt x="1309233" y="799812"/>
                    <a:pt x="1316061" y="797081"/>
                  </a:cubicBezTo>
                  <a:cubicBezTo>
                    <a:pt x="1322888" y="794349"/>
                    <a:pt x="1341933" y="779397"/>
                    <a:pt x="1341933" y="779397"/>
                  </a:cubicBezTo>
                  <a:lnTo>
                    <a:pt x="1341933" y="763078"/>
                  </a:lnTo>
                  <a:lnTo>
                    <a:pt x="1324253" y="730442"/>
                  </a:lnTo>
                  <a:lnTo>
                    <a:pt x="1325619" y="693707"/>
                  </a:lnTo>
                  <a:lnTo>
                    <a:pt x="1314623" y="674514"/>
                  </a:lnTo>
                  <a:lnTo>
                    <a:pt x="1298381" y="686950"/>
                  </a:lnTo>
                  <a:cubicBezTo>
                    <a:pt x="1298381" y="686950"/>
                    <a:pt x="1250732" y="730514"/>
                    <a:pt x="1248001" y="734611"/>
                  </a:cubicBezTo>
                  <a:cubicBezTo>
                    <a:pt x="1245270" y="738709"/>
                    <a:pt x="1201717" y="768614"/>
                    <a:pt x="1201717" y="768614"/>
                  </a:cubicBezTo>
                  <a:lnTo>
                    <a:pt x="1163627" y="764516"/>
                  </a:lnTo>
                  <a:lnTo>
                    <a:pt x="1147313" y="741368"/>
                  </a:lnTo>
                  <a:lnTo>
                    <a:pt x="1140485" y="676023"/>
                  </a:lnTo>
                  <a:cubicBezTo>
                    <a:pt x="1140485" y="676023"/>
                    <a:pt x="1145947" y="644681"/>
                    <a:pt x="1147313" y="640655"/>
                  </a:cubicBezTo>
                  <a:cubicBezTo>
                    <a:pt x="1148678" y="636558"/>
                    <a:pt x="1169089" y="624337"/>
                    <a:pt x="1169089" y="624337"/>
                  </a:cubicBezTo>
                  <a:lnTo>
                    <a:pt x="1148678" y="583505"/>
                  </a:lnTo>
                  <a:lnTo>
                    <a:pt x="1140485" y="608019"/>
                  </a:lnTo>
                  <a:cubicBezTo>
                    <a:pt x="1140485" y="608019"/>
                    <a:pt x="1120075" y="642021"/>
                    <a:pt x="1107857" y="644753"/>
                  </a:cubicBezTo>
                  <a:cubicBezTo>
                    <a:pt x="1095639" y="647484"/>
                    <a:pt x="1092908" y="646118"/>
                    <a:pt x="1092908" y="646118"/>
                  </a:cubicBezTo>
                  <a:lnTo>
                    <a:pt x="1072497" y="628434"/>
                  </a:lnTo>
                  <a:lnTo>
                    <a:pt x="1071132" y="565821"/>
                  </a:lnTo>
                  <a:lnTo>
                    <a:pt x="1065670" y="531818"/>
                  </a:lnTo>
                  <a:lnTo>
                    <a:pt x="1077887" y="515500"/>
                  </a:lnTo>
                  <a:lnTo>
                    <a:pt x="1115978" y="503279"/>
                  </a:lnTo>
                  <a:lnTo>
                    <a:pt x="1114612" y="476034"/>
                  </a:lnTo>
                  <a:lnTo>
                    <a:pt x="1095567" y="463814"/>
                  </a:lnTo>
                  <a:lnTo>
                    <a:pt x="1087374" y="431105"/>
                  </a:lnTo>
                  <a:lnTo>
                    <a:pt x="1072426" y="384810"/>
                  </a:lnTo>
                  <a:lnTo>
                    <a:pt x="1043822" y="335783"/>
                  </a:lnTo>
                  <a:lnTo>
                    <a:pt x="1004366" y="319465"/>
                  </a:lnTo>
                  <a:lnTo>
                    <a:pt x="979859" y="289488"/>
                  </a:lnTo>
                  <a:lnTo>
                    <a:pt x="961316" y="281868"/>
                  </a:lnTo>
                  <a:lnTo>
                    <a:pt x="960166" y="286038"/>
                  </a:lnTo>
                  <a:lnTo>
                    <a:pt x="945865" y="304441"/>
                  </a:lnTo>
                  <a:lnTo>
                    <a:pt x="902959" y="337149"/>
                  </a:lnTo>
                  <a:lnTo>
                    <a:pt x="835618" y="328954"/>
                  </a:lnTo>
                  <a:lnTo>
                    <a:pt x="798893" y="324856"/>
                  </a:lnTo>
                  <a:lnTo>
                    <a:pt x="766265" y="363675"/>
                  </a:lnTo>
                  <a:lnTo>
                    <a:pt x="705032" y="412702"/>
                  </a:lnTo>
                  <a:lnTo>
                    <a:pt x="684622" y="473950"/>
                  </a:lnTo>
                  <a:lnTo>
                    <a:pt x="680525" y="524989"/>
                  </a:lnTo>
                  <a:cubicBezTo>
                    <a:pt x="680525" y="524989"/>
                    <a:pt x="641716" y="563808"/>
                    <a:pt x="619293" y="567906"/>
                  </a:cubicBezTo>
                  <a:cubicBezTo>
                    <a:pt x="596870" y="572003"/>
                    <a:pt x="580484" y="598529"/>
                    <a:pt x="580484" y="598529"/>
                  </a:cubicBezTo>
                  <a:cubicBezTo>
                    <a:pt x="580484" y="598529"/>
                    <a:pt x="509046" y="620958"/>
                    <a:pt x="496757" y="625056"/>
                  </a:cubicBezTo>
                  <a:cubicBezTo>
                    <a:pt x="484539" y="629153"/>
                    <a:pt x="419210" y="627068"/>
                    <a:pt x="406921" y="627068"/>
                  </a:cubicBezTo>
                  <a:cubicBezTo>
                    <a:pt x="394631" y="627068"/>
                    <a:pt x="319169" y="604640"/>
                    <a:pt x="319169" y="604640"/>
                  </a:cubicBezTo>
                  <a:cubicBezTo>
                    <a:pt x="319169" y="604640"/>
                    <a:pt x="294662" y="580126"/>
                    <a:pt x="280360" y="551515"/>
                  </a:cubicBezTo>
                  <a:cubicBezTo>
                    <a:pt x="266058" y="522905"/>
                    <a:pt x="261962" y="484157"/>
                    <a:pt x="261962" y="484157"/>
                  </a:cubicBezTo>
                  <a:lnTo>
                    <a:pt x="282372" y="443326"/>
                  </a:lnTo>
                  <a:lnTo>
                    <a:pt x="292578" y="367773"/>
                  </a:lnTo>
                  <a:lnTo>
                    <a:pt x="315001" y="333052"/>
                  </a:lnTo>
                  <a:lnTo>
                    <a:pt x="317013" y="288122"/>
                  </a:lnTo>
                  <a:lnTo>
                    <a:pt x="343533" y="216667"/>
                  </a:lnTo>
                  <a:lnTo>
                    <a:pt x="374149" y="179933"/>
                  </a:lnTo>
                  <a:lnTo>
                    <a:pt x="398656" y="153406"/>
                  </a:lnTo>
                  <a:lnTo>
                    <a:pt x="382342" y="102367"/>
                  </a:lnTo>
                  <a:lnTo>
                    <a:pt x="335411" y="92159"/>
                  </a:lnTo>
                  <a:lnTo>
                    <a:pt x="303286" y="0"/>
                  </a:lnTo>
                  <a:lnTo>
                    <a:pt x="271089" y="10496"/>
                  </a:lnTo>
                  <a:lnTo>
                    <a:pt x="210863" y="84036"/>
                  </a:lnTo>
                  <a:lnTo>
                    <a:pt x="142444" y="99347"/>
                  </a:lnTo>
                  <a:cubicBezTo>
                    <a:pt x="142444" y="99347"/>
                    <a:pt x="108737" y="99347"/>
                    <a:pt x="105719" y="100354"/>
                  </a:cubicBezTo>
                  <a:cubicBezTo>
                    <a:pt x="102629" y="101360"/>
                    <a:pt x="84302" y="128965"/>
                    <a:pt x="84302" y="128965"/>
                  </a:cubicBezTo>
                  <a:lnTo>
                    <a:pt x="88399" y="147368"/>
                  </a:lnTo>
                  <a:lnTo>
                    <a:pt x="122105" y="150459"/>
                  </a:lnTo>
                  <a:lnTo>
                    <a:pt x="154805" y="205596"/>
                  </a:lnTo>
                  <a:lnTo>
                    <a:pt x="149703" y="252538"/>
                  </a:lnTo>
                  <a:lnTo>
                    <a:pt x="170113" y="320975"/>
                  </a:lnTo>
                  <a:lnTo>
                    <a:pt x="169107" y="364897"/>
                  </a:lnTo>
                  <a:lnTo>
                    <a:pt x="156889" y="399619"/>
                  </a:lnTo>
                  <a:lnTo>
                    <a:pt x="112978" y="403716"/>
                  </a:lnTo>
                  <a:lnTo>
                    <a:pt x="88470" y="375105"/>
                  </a:lnTo>
                  <a:lnTo>
                    <a:pt x="92567" y="354689"/>
                  </a:lnTo>
                  <a:lnTo>
                    <a:pt x="107875" y="348579"/>
                  </a:lnTo>
                  <a:lnTo>
                    <a:pt x="113984" y="314864"/>
                  </a:lnTo>
                  <a:lnTo>
                    <a:pt x="91561" y="306669"/>
                  </a:lnTo>
                  <a:cubicBezTo>
                    <a:pt x="91561" y="306669"/>
                    <a:pt x="78265" y="311773"/>
                    <a:pt x="78265" y="307676"/>
                  </a:cubicBezTo>
                  <a:cubicBezTo>
                    <a:pt x="78265" y="303578"/>
                    <a:pt x="83368" y="271948"/>
                    <a:pt x="83368" y="271948"/>
                  </a:cubicBezTo>
                  <a:lnTo>
                    <a:pt x="81643" y="270582"/>
                  </a:lnTo>
                  <a:lnTo>
                    <a:pt x="73450" y="319609"/>
                  </a:lnTo>
                  <a:lnTo>
                    <a:pt x="73450" y="338659"/>
                  </a:lnTo>
                  <a:lnTo>
                    <a:pt x="40821" y="383588"/>
                  </a:lnTo>
                  <a:lnTo>
                    <a:pt x="39456" y="413565"/>
                  </a:lnTo>
                  <a:lnTo>
                    <a:pt x="17680" y="428517"/>
                  </a:lnTo>
                  <a:lnTo>
                    <a:pt x="0" y="443470"/>
                  </a:lnTo>
                  <a:lnTo>
                    <a:pt x="17680" y="458422"/>
                  </a:lnTo>
                  <a:lnTo>
                    <a:pt x="49014" y="504717"/>
                  </a:lnTo>
                  <a:lnTo>
                    <a:pt x="96663" y="523767"/>
                  </a:lnTo>
                  <a:lnTo>
                    <a:pt x="149775" y="578257"/>
                  </a:lnTo>
                  <a:lnTo>
                    <a:pt x="166089" y="614992"/>
                  </a:lnTo>
                  <a:lnTo>
                    <a:pt x="193327" y="647700"/>
                  </a:lnTo>
                  <a:lnTo>
                    <a:pt x="220565" y="640871"/>
                  </a:lnTo>
                  <a:lnTo>
                    <a:pt x="246438" y="659921"/>
                  </a:lnTo>
                  <a:lnTo>
                    <a:pt x="251900" y="689897"/>
                  </a:lnTo>
                  <a:lnTo>
                    <a:pt x="266849" y="744316"/>
                  </a:lnTo>
                  <a:lnTo>
                    <a:pt x="249169" y="768829"/>
                  </a:lnTo>
                  <a:cubicBezTo>
                    <a:pt x="249169" y="768829"/>
                    <a:pt x="254631" y="781050"/>
                    <a:pt x="249169" y="783782"/>
                  </a:cubicBezTo>
                  <a:cubicBezTo>
                    <a:pt x="243707" y="786513"/>
                    <a:pt x="227393" y="783782"/>
                    <a:pt x="227393" y="783782"/>
                  </a:cubicBezTo>
                  <a:lnTo>
                    <a:pt x="205616" y="770195"/>
                  </a:lnTo>
                  <a:lnTo>
                    <a:pt x="172988" y="771561"/>
                  </a:lnTo>
                  <a:lnTo>
                    <a:pt x="129436" y="777024"/>
                  </a:lnTo>
                  <a:lnTo>
                    <a:pt x="129436" y="783854"/>
                  </a:lnTo>
                  <a:lnTo>
                    <a:pt x="144384" y="804269"/>
                  </a:lnTo>
                  <a:lnTo>
                    <a:pt x="144384" y="821954"/>
                  </a:lnTo>
                  <a:lnTo>
                    <a:pt x="128070" y="832808"/>
                  </a:lnTo>
                  <a:lnTo>
                    <a:pt x="73665" y="847761"/>
                  </a:lnTo>
                  <a:lnTo>
                    <a:pt x="61448" y="859982"/>
                  </a:lnTo>
                  <a:lnTo>
                    <a:pt x="71006" y="877666"/>
                  </a:lnTo>
                  <a:lnTo>
                    <a:pt x="85955" y="899448"/>
                  </a:lnTo>
                  <a:lnTo>
                    <a:pt x="114559" y="944377"/>
                  </a:lnTo>
                  <a:lnTo>
                    <a:pt x="121386" y="982477"/>
                  </a:lnTo>
                  <a:lnTo>
                    <a:pt x="145894" y="1004258"/>
                  </a:lnTo>
                  <a:lnTo>
                    <a:pt x="160842" y="1038261"/>
                  </a:lnTo>
                  <a:lnTo>
                    <a:pt x="171766" y="1117193"/>
                  </a:lnTo>
                  <a:lnTo>
                    <a:pt x="189446" y="1129413"/>
                  </a:lnTo>
                  <a:lnTo>
                    <a:pt x="238461" y="1129413"/>
                  </a:lnTo>
                  <a:lnTo>
                    <a:pt x="261602" y="1118487"/>
                  </a:lnTo>
                  <a:lnTo>
                    <a:pt x="311982" y="1114389"/>
                  </a:lnTo>
                  <a:lnTo>
                    <a:pt x="358266" y="1107560"/>
                  </a:lnTo>
                  <a:lnTo>
                    <a:pt x="366459" y="1113023"/>
                  </a:lnTo>
                  <a:lnTo>
                    <a:pt x="373286" y="1127976"/>
                  </a:lnTo>
                  <a:lnTo>
                    <a:pt x="371921" y="1151123"/>
                  </a:lnTo>
                  <a:lnTo>
                    <a:pt x="381479" y="1174271"/>
                  </a:lnTo>
                  <a:lnTo>
                    <a:pt x="414180" y="1190589"/>
                  </a:lnTo>
                  <a:lnTo>
                    <a:pt x="421007" y="1202810"/>
                  </a:lnTo>
                  <a:lnTo>
                    <a:pt x="419642" y="1266789"/>
                  </a:lnTo>
                  <a:lnTo>
                    <a:pt x="412814" y="1292668"/>
                  </a:lnTo>
                  <a:lnTo>
                    <a:pt x="431859" y="1321279"/>
                  </a:lnTo>
                  <a:cubicBezTo>
                    <a:pt x="431859" y="1321279"/>
                    <a:pt x="435956" y="1340329"/>
                    <a:pt x="435956" y="1347159"/>
                  </a:cubicBezTo>
                  <a:cubicBezTo>
                    <a:pt x="435956" y="1349315"/>
                    <a:pt x="435525" y="1354275"/>
                    <a:pt x="434950" y="1359811"/>
                  </a:cubicBezTo>
                  <a:lnTo>
                    <a:pt x="443071" y="1355498"/>
                  </a:lnTo>
                  <a:lnTo>
                    <a:pt x="453779" y="1359092"/>
                  </a:lnTo>
                  <a:lnTo>
                    <a:pt x="453779" y="1375410"/>
                  </a:lnTo>
                  <a:cubicBezTo>
                    <a:pt x="453779" y="1375410"/>
                    <a:pt x="458379" y="1392735"/>
                    <a:pt x="459888" y="1393813"/>
                  </a:cubicBezTo>
                  <a:cubicBezTo>
                    <a:pt x="461397" y="1394820"/>
                    <a:pt x="482311" y="1398917"/>
                    <a:pt x="482311" y="1398917"/>
                  </a:cubicBezTo>
                  <a:lnTo>
                    <a:pt x="508328" y="1400930"/>
                  </a:lnTo>
                  <a:lnTo>
                    <a:pt x="525648" y="1401936"/>
                  </a:lnTo>
                  <a:lnTo>
                    <a:pt x="525073" y="1406609"/>
                  </a:lnTo>
                  <a:lnTo>
                    <a:pt x="540956" y="1397335"/>
                  </a:lnTo>
                  <a:lnTo>
                    <a:pt x="553677" y="1382527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2" name="Caldas">
              <a:extLst>
                <a:ext uri="{FF2B5EF4-FFF2-40B4-BE49-F238E27FC236}">
                  <a16:creationId xmlns:a16="http://schemas.microsoft.com/office/drawing/2014/main" id="{1BF92533-5FDE-9022-64A1-49250FE06F70}"/>
                </a:ext>
              </a:extLst>
            </p:cNvPr>
            <p:cNvSpPr/>
            <p:nvPr/>
          </p:nvSpPr>
          <p:spPr>
            <a:xfrm>
              <a:off x="5244791" y="2789840"/>
              <a:ext cx="535127" cy="396743"/>
            </a:xfrm>
            <a:custGeom>
              <a:avLst/>
              <a:gdLst>
                <a:gd name="connsiteX0" fmla="*/ 242190 w 535127"/>
                <a:gd name="connsiteY0" fmla="*/ 355265 h 396743"/>
                <a:gd name="connsiteX1" fmla="*/ 249305 w 535127"/>
                <a:gd name="connsiteY1" fmla="*/ 320543 h 396743"/>
                <a:gd name="connsiteX2" fmla="*/ 248299 w 535127"/>
                <a:gd name="connsiteY2" fmla="*/ 289920 h 396743"/>
                <a:gd name="connsiteX3" fmla="*/ 256492 w 535127"/>
                <a:gd name="connsiteY3" fmla="*/ 270510 h 396743"/>
                <a:gd name="connsiteX4" fmla="*/ 291205 w 535127"/>
                <a:gd name="connsiteY4" fmla="*/ 260302 h 396743"/>
                <a:gd name="connsiteX5" fmla="*/ 322827 w 535127"/>
                <a:gd name="connsiteY5" fmla="*/ 260302 h 396743"/>
                <a:gd name="connsiteX6" fmla="*/ 345250 w 535127"/>
                <a:gd name="connsiteY6" fmla="*/ 239886 h 396743"/>
                <a:gd name="connsiteX7" fmla="*/ 354449 w 535127"/>
                <a:gd name="connsiteY7" fmla="*/ 211275 h 396743"/>
                <a:gd name="connsiteX8" fmla="*/ 378957 w 535127"/>
                <a:gd name="connsiteY8" fmla="*/ 199055 h 396743"/>
                <a:gd name="connsiteX9" fmla="*/ 445292 w 535127"/>
                <a:gd name="connsiteY9" fmla="*/ 195963 h 396743"/>
                <a:gd name="connsiteX10" fmla="*/ 499409 w 535127"/>
                <a:gd name="connsiteY10" fmla="*/ 193951 h 396743"/>
                <a:gd name="connsiteX11" fmla="*/ 535128 w 535127"/>
                <a:gd name="connsiteY11" fmla="*/ 139820 h 396743"/>
                <a:gd name="connsiteX12" fmla="*/ 531031 w 535127"/>
                <a:gd name="connsiteY12" fmla="*/ 98988 h 396743"/>
                <a:gd name="connsiteX13" fmla="*/ 532037 w 535127"/>
                <a:gd name="connsiteY13" fmla="*/ 67358 h 396743"/>
                <a:gd name="connsiteX14" fmla="*/ 518166 w 535127"/>
                <a:gd name="connsiteY14" fmla="*/ 0 h 396743"/>
                <a:gd name="connsiteX15" fmla="*/ 507027 w 535127"/>
                <a:gd name="connsiteY15" fmla="*/ 4026 h 396743"/>
                <a:gd name="connsiteX16" fmla="*/ 494809 w 535127"/>
                <a:gd name="connsiteY16" fmla="*/ 31558 h 396743"/>
                <a:gd name="connsiteX17" fmla="*/ 471811 w 535127"/>
                <a:gd name="connsiteY17" fmla="*/ 38675 h 396743"/>
                <a:gd name="connsiteX18" fmla="*/ 457006 w 535127"/>
                <a:gd name="connsiteY18" fmla="*/ 23363 h 396743"/>
                <a:gd name="connsiteX19" fmla="*/ 445292 w 535127"/>
                <a:gd name="connsiteY19" fmla="*/ 5463 h 396743"/>
                <a:gd name="connsiteX20" fmla="*/ 421790 w 535127"/>
                <a:gd name="connsiteY20" fmla="*/ 7476 h 396743"/>
                <a:gd name="connsiteX21" fmla="*/ 401380 w 535127"/>
                <a:gd name="connsiteY21" fmla="*/ 14593 h 396743"/>
                <a:gd name="connsiteX22" fmla="*/ 379963 w 535127"/>
                <a:gd name="connsiteY22" fmla="*/ 37597 h 396743"/>
                <a:gd name="connsiteX23" fmla="*/ 356462 w 535127"/>
                <a:gd name="connsiteY23" fmla="*/ 41694 h 396743"/>
                <a:gd name="connsiteX24" fmla="*/ 341154 w 535127"/>
                <a:gd name="connsiteY24" fmla="*/ 53915 h 396743"/>
                <a:gd name="connsiteX25" fmla="*/ 336554 w 535127"/>
                <a:gd name="connsiteY25" fmla="*/ 83532 h 396743"/>
                <a:gd name="connsiteX26" fmla="*/ 321749 w 535127"/>
                <a:gd name="connsiteY26" fmla="*/ 85545 h 396743"/>
                <a:gd name="connsiteX27" fmla="*/ 308957 w 535127"/>
                <a:gd name="connsiteY27" fmla="*/ 105961 h 396743"/>
                <a:gd name="connsiteX28" fmla="*/ 288546 w 535127"/>
                <a:gd name="connsiteY28" fmla="*/ 129468 h 396743"/>
                <a:gd name="connsiteX29" fmla="*/ 262026 w 535127"/>
                <a:gd name="connsiteY29" fmla="*/ 134069 h 396743"/>
                <a:gd name="connsiteX30" fmla="*/ 256421 w 535127"/>
                <a:gd name="connsiteY30" fmla="*/ 117247 h 396743"/>
                <a:gd name="connsiteX31" fmla="*/ 250312 w 535127"/>
                <a:gd name="connsiteY31" fmla="*/ 94819 h 396743"/>
                <a:gd name="connsiteX32" fmla="*/ 237519 w 535127"/>
                <a:gd name="connsiteY32" fmla="*/ 74906 h 396743"/>
                <a:gd name="connsiteX33" fmla="*/ 223217 w 535127"/>
                <a:gd name="connsiteY33" fmla="*/ 41191 h 396743"/>
                <a:gd name="connsiteX34" fmla="*/ 210424 w 535127"/>
                <a:gd name="connsiteY34" fmla="*/ 36590 h 396743"/>
                <a:gd name="connsiteX35" fmla="*/ 193607 w 535127"/>
                <a:gd name="connsiteY35" fmla="*/ 41694 h 396743"/>
                <a:gd name="connsiteX36" fmla="*/ 184408 w 535127"/>
                <a:gd name="connsiteY36" fmla="*/ 51902 h 396743"/>
                <a:gd name="connsiteX37" fmla="*/ 169603 w 535127"/>
                <a:gd name="connsiteY37" fmla="*/ 40185 h 396743"/>
                <a:gd name="connsiteX38" fmla="*/ 151708 w 535127"/>
                <a:gd name="connsiteY38" fmla="*/ 19266 h 396743"/>
                <a:gd name="connsiteX39" fmla="*/ 131297 w 535127"/>
                <a:gd name="connsiteY39" fmla="*/ 20272 h 396743"/>
                <a:gd name="connsiteX40" fmla="*/ 133812 w 535127"/>
                <a:gd name="connsiteY40" fmla="*/ 68796 h 396743"/>
                <a:gd name="connsiteX41" fmla="*/ 137909 w 535127"/>
                <a:gd name="connsiteY41" fmla="*/ 93812 h 396743"/>
                <a:gd name="connsiteX42" fmla="*/ 133309 w 535127"/>
                <a:gd name="connsiteY42" fmla="*/ 109124 h 396743"/>
                <a:gd name="connsiteX43" fmla="*/ 115989 w 535127"/>
                <a:gd name="connsiteY43" fmla="*/ 112215 h 396743"/>
                <a:gd name="connsiteX44" fmla="*/ 74664 w 535127"/>
                <a:gd name="connsiteY44" fmla="*/ 102007 h 396743"/>
                <a:gd name="connsiteX45" fmla="*/ 54757 w 535127"/>
                <a:gd name="connsiteY45" fmla="*/ 105098 h 396743"/>
                <a:gd name="connsiteX46" fmla="*/ 42036 w 535127"/>
                <a:gd name="connsiteY46" fmla="*/ 119907 h 396743"/>
                <a:gd name="connsiteX47" fmla="*/ 26153 w 535127"/>
                <a:gd name="connsiteY47" fmla="*/ 129181 h 396743"/>
                <a:gd name="connsiteX48" fmla="*/ 23135 w 535127"/>
                <a:gd name="connsiteY48" fmla="*/ 153550 h 396743"/>
                <a:gd name="connsiteX49" fmla="*/ 23638 w 535127"/>
                <a:gd name="connsiteY49" fmla="*/ 172456 h 396743"/>
                <a:gd name="connsiteX50" fmla="*/ 23135 w 535127"/>
                <a:gd name="connsiteY50" fmla="*/ 176051 h 396743"/>
                <a:gd name="connsiteX51" fmla="*/ 39449 w 535127"/>
                <a:gd name="connsiteY51" fmla="*/ 174541 h 396743"/>
                <a:gd name="connsiteX52" fmla="*/ 50660 w 535127"/>
                <a:gd name="connsiteY52" fmla="*/ 163830 h 396743"/>
                <a:gd name="connsiteX53" fmla="*/ 78186 w 535127"/>
                <a:gd name="connsiteY53" fmla="*/ 155635 h 396743"/>
                <a:gd name="connsiteX54" fmla="*/ 93997 w 535127"/>
                <a:gd name="connsiteY54" fmla="*/ 161745 h 396743"/>
                <a:gd name="connsiteX55" fmla="*/ 106215 w 535127"/>
                <a:gd name="connsiteY55" fmla="*/ 176051 h 396743"/>
                <a:gd name="connsiteX56" fmla="*/ 107724 w 535127"/>
                <a:gd name="connsiteY56" fmla="*/ 197473 h 396743"/>
                <a:gd name="connsiteX57" fmla="*/ 96009 w 535127"/>
                <a:gd name="connsiteY57" fmla="*/ 218895 h 396743"/>
                <a:gd name="connsiteX58" fmla="*/ 85804 w 535127"/>
                <a:gd name="connsiteY58" fmla="*/ 219398 h 396743"/>
                <a:gd name="connsiteX59" fmla="*/ 65393 w 535127"/>
                <a:gd name="connsiteY59" fmla="*/ 210197 h 396743"/>
                <a:gd name="connsiteX60" fmla="*/ 54182 w 535127"/>
                <a:gd name="connsiteY60" fmla="*/ 202002 h 396743"/>
                <a:gd name="connsiteX61" fmla="*/ 41964 w 535127"/>
                <a:gd name="connsiteY61" fmla="*/ 208112 h 396743"/>
                <a:gd name="connsiteX62" fmla="*/ 35855 w 535127"/>
                <a:gd name="connsiteY62" fmla="*/ 217314 h 396743"/>
                <a:gd name="connsiteX63" fmla="*/ 37364 w 535127"/>
                <a:gd name="connsiteY63" fmla="*/ 235214 h 396743"/>
                <a:gd name="connsiteX64" fmla="*/ 35352 w 535127"/>
                <a:gd name="connsiteY64" fmla="*/ 261237 h 396743"/>
                <a:gd name="connsiteX65" fmla="*/ 28237 w 535127"/>
                <a:gd name="connsiteY65" fmla="*/ 279640 h 396743"/>
                <a:gd name="connsiteX66" fmla="*/ 5814 w 535127"/>
                <a:gd name="connsiteY66" fmla="*/ 284240 h 396743"/>
                <a:gd name="connsiteX67" fmla="*/ 208 w 535127"/>
                <a:gd name="connsiteY67" fmla="*/ 296461 h 396743"/>
                <a:gd name="connsiteX68" fmla="*/ 711 w 535127"/>
                <a:gd name="connsiteY68" fmla="*/ 318890 h 396743"/>
                <a:gd name="connsiteX69" fmla="*/ 15013 w 535127"/>
                <a:gd name="connsiteY69" fmla="*/ 343906 h 396743"/>
                <a:gd name="connsiteX70" fmla="*/ 32909 w 535127"/>
                <a:gd name="connsiteY70" fmla="*/ 355121 h 396743"/>
                <a:gd name="connsiteX71" fmla="*/ 41605 w 535127"/>
                <a:gd name="connsiteY71" fmla="*/ 351023 h 396743"/>
                <a:gd name="connsiteX72" fmla="*/ 47714 w 535127"/>
                <a:gd name="connsiteY72" fmla="*/ 339809 h 396743"/>
                <a:gd name="connsiteX73" fmla="*/ 54326 w 535127"/>
                <a:gd name="connsiteY73" fmla="*/ 316805 h 396743"/>
                <a:gd name="connsiteX74" fmla="*/ 74736 w 535127"/>
                <a:gd name="connsiteY74" fmla="*/ 304584 h 396743"/>
                <a:gd name="connsiteX75" fmla="*/ 77827 w 535127"/>
                <a:gd name="connsiteY75" fmla="*/ 312780 h 396743"/>
                <a:gd name="connsiteX76" fmla="*/ 82426 w 535127"/>
                <a:gd name="connsiteY76" fmla="*/ 338803 h 396743"/>
                <a:gd name="connsiteX77" fmla="*/ 88535 w 535127"/>
                <a:gd name="connsiteY77" fmla="*/ 353108 h 396743"/>
                <a:gd name="connsiteX78" fmla="*/ 179377 w 535127"/>
                <a:gd name="connsiteY78" fmla="*/ 357206 h 396743"/>
                <a:gd name="connsiteX79" fmla="*/ 195188 w 535127"/>
                <a:gd name="connsiteY79" fmla="*/ 370505 h 396743"/>
                <a:gd name="connsiteX80" fmla="*/ 207406 w 535127"/>
                <a:gd name="connsiteY80" fmla="*/ 383804 h 396743"/>
                <a:gd name="connsiteX81" fmla="*/ 224726 w 535127"/>
                <a:gd name="connsiteY81" fmla="*/ 393005 h 396743"/>
                <a:gd name="connsiteX82" fmla="*/ 224870 w 535127"/>
                <a:gd name="connsiteY82" fmla="*/ 396743 h 396743"/>
                <a:gd name="connsiteX83" fmla="*/ 242119 w 535127"/>
                <a:gd name="connsiteY83" fmla="*/ 387901 h 396743"/>
                <a:gd name="connsiteX84" fmla="*/ 242119 w 535127"/>
                <a:gd name="connsiteY84" fmla="*/ 355193 h 396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535127" h="396743">
                  <a:moveTo>
                    <a:pt x="242190" y="355265"/>
                  </a:moveTo>
                  <a:lnTo>
                    <a:pt x="249305" y="320543"/>
                  </a:lnTo>
                  <a:lnTo>
                    <a:pt x="248299" y="289920"/>
                  </a:lnTo>
                  <a:lnTo>
                    <a:pt x="256492" y="270510"/>
                  </a:lnTo>
                  <a:lnTo>
                    <a:pt x="291205" y="260302"/>
                  </a:lnTo>
                  <a:lnTo>
                    <a:pt x="322827" y="260302"/>
                  </a:lnTo>
                  <a:lnTo>
                    <a:pt x="345250" y="239886"/>
                  </a:lnTo>
                  <a:lnTo>
                    <a:pt x="354449" y="211275"/>
                  </a:lnTo>
                  <a:lnTo>
                    <a:pt x="378957" y="199055"/>
                  </a:lnTo>
                  <a:lnTo>
                    <a:pt x="445292" y="195963"/>
                  </a:lnTo>
                  <a:lnTo>
                    <a:pt x="499409" y="193951"/>
                  </a:lnTo>
                  <a:lnTo>
                    <a:pt x="535128" y="139820"/>
                  </a:lnTo>
                  <a:lnTo>
                    <a:pt x="531031" y="98988"/>
                  </a:lnTo>
                  <a:lnTo>
                    <a:pt x="532037" y="67358"/>
                  </a:lnTo>
                  <a:lnTo>
                    <a:pt x="518166" y="0"/>
                  </a:lnTo>
                  <a:lnTo>
                    <a:pt x="507027" y="4026"/>
                  </a:lnTo>
                  <a:lnTo>
                    <a:pt x="494809" y="31558"/>
                  </a:lnTo>
                  <a:lnTo>
                    <a:pt x="471811" y="38675"/>
                  </a:lnTo>
                  <a:lnTo>
                    <a:pt x="457006" y="23363"/>
                  </a:lnTo>
                  <a:lnTo>
                    <a:pt x="445292" y="5463"/>
                  </a:lnTo>
                  <a:cubicBezTo>
                    <a:pt x="445292" y="5463"/>
                    <a:pt x="425887" y="5967"/>
                    <a:pt x="421790" y="7476"/>
                  </a:cubicBezTo>
                  <a:cubicBezTo>
                    <a:pt x="417694" y="8986"/>
                    <a:pt x="405476" y="13083"/>
                    <a:pt x="401380" y="14593"/>
                  </a:cubicBezTo>
                  <a:cubicBezTo>
                    <a:pt x="397283" y="16103"/>
                    <a:pt x="379963" y="37597"/>
                    <a:pt x="379963" y="37597"/>
                  </a:cubicBezTo>
                  <a:lnTo>
                    <a:pt x="356462" y="41694"/>
                  </a:lnTo>
                  <a:lnTo>
                    <a:pt x="341154" y="53915"/>
                  </a:lnTo>
                  <a:lnTo>
                    <a:pt x="336554" y="83532"/>
                  </a:lnTo>
                  <a:lnTo>
                    <a:pt x="321749" y="85545"/>
                  </a:lnTo>
                  <a:lnTo>
                    <a:pt x="308957" y="105961"/>
                  </a:lnTo>
                  <a:lnTo>
                    <a:pt x="288546" y="129468"/>
                  </a:lnTo>
                  <a:lnTo>
                    <a:pt x="262026" y="134069"/>
                  </a:lnTo>
                  <a:lnTo>
                    <a:pt x="256421" y="117247"/>
                  </a:lnTo>
                  <a:lnTo>
                    <a:pt x="250312" y="94819"/>
                  </a:lnTo>
                  <a:lnTo>
                    <a:pt x="237519" y="74906"/>
                  </a:lnTo>
                  <a:lnTo>
                    <a:pt x="223217" y="41191"/>
                  </a:lnTo>
                  <a:lnTo>
                    <a:pt x="210424" y="36590"/>
                  </a:lnTo>
                  <a:cubicBezTo>
                    <a:pt x="210424" y="36590"/>
                    <a:pt x="196626" y="38100"/>
                    <a:pt x="193607" y="41694"/>
                  </a:cubicBezTo>
                  <a:cubicBezTo>
                    <a:pt x="190517" y="45289"/>
                    <a:pt x="184408" y="51902"/>
                    <a:pt x="184408" y="51902"/>
                  </a:cubicBezTo>
                  <a:lnTo>
                    <a:pt x="169603" y="40185"/>
                  </a:lnTo>
                  <a:lnTo>
                    <a:pt x="151708" y="19266"/>
                  </a:lnTo>
                  <a:lnTo>
                    <a:pt x="131297" y="20272"/>
                  </a:lnTo>
                  <a:lnTo>
                    <a:pt x="133812" y="68796"/>
                  </a:lnTo>
                  <a:lnTo>
                    <a:pt x="137909" y="93812"/>
                  </a:lnTo>
                  <a:cubicBezTo>
                    <a:pt x="137909" y="93812"/>
                    <a:pt x="134818" y="108118"/>
                    <a:pt x="133309" y="109124"/>
                  </a:cubicBezTo>
                  <a:cubicBezTo>
                    <a:pt x="131800" y="110131"/>
                    <a:pt x="115989" y="112215"/>
                    <a:pt x="115989" y="112215"/>
                  </a:cubicBezTo>
                  <a:lnTo>
                    <a:pt x="74664" y="102007"/>
                  </a:lnTo>
                  <a:lnTo>
                    <a:pt x="54757" y="105098"/>
                  </a:lnTo>
                  <a:lnTo>
                    <a:pt x="42036" y="119907"/>
                  </a:lnTo>
                  <a:lnTo>
                    <a:pt x="26153" y="129181"/>
                  </a:lnTo>
                  <a:lnTo>
                    <a:pt x="23135" y="153550"/>
                  </a:lnTo>
                  <a:lnTo>
                    <a:pt x="23638" y="172456"/>
                  </a:lnTo>
                  <a:cubicBezTo>
                    <a:pt x="23638" y="172456"/>
                    <a:pt x="15948" y="176554"/>
                    <a:pt x="23135" y="176051"/>
                  </a:cubicBezTo>
                  <a:cubicBezTo>
                    <a:pt x="30250" y="175548"/>
                    <a:pt x="39449" y="174541"/>
                    <a:pt x="39449" y="174541"/>
                  </a:cubicBezTo>
                  <a:lnTo>
                    <a:pt x="50660" y="163830"/>
                  </a:lnTo>
                  <a:lnTo>
                    <a:pt x="78186" y="155635"/>
                  </a:lnTo>
                  <a:lnTo>
                    <a:pt x="93997" y="161745"/>
                  </a:lnTo>
                  <a:lnTo>
                    <a:pt x="106215" y="176051"/>
                  </a:lnTo>
                  <a:lnTo>
                    <a:pt x="107724" y="197473"/>
                  </a:lnTo>
                  <a:lnTo>
                    <a:pt x="96009" y="218895"/>
                  </a:lnTo>
                  <a:lnTo>
                    <a:pt x="85804" y="219398"/>
                  </a:lnTo>
                  <a:lnTo>
                    <a:pt x="65393" y="210197"/>
                  </a:lnTo>
                  <a:lnTo>
                    <a:pt x="54182" y="202002"/>
                  </a:lnTo>
                  <a:lnTo>
                    <a:pt x="41964" y="208112"/>
                  </a:lnTo>
                  <a:lnTo>
                    <a:pt x="35855" y="217314"/>
                  </a:lnTo>
                  <a:cubicBezTo>
                    <a:pt x="35855" y="217314"/>
                    <a:pt x="36861" y="226515"/>
                    <a:pt x="37364" y="235214"/>
                  </a:cubicBezTo>
                  <a:cubicBezTo>
                    <a:pt x="37868" y="243912"/>
                    <a:pt x="35352" y="261237"/>
                    <a:pt x="35352" y="261237"/>
                  </a:cubicBezTo>
                  <a:lnTo>
                    <a:pt x="28237" y="279640"/>
                  </a:lnTo>
                  <a:lnTo>
                    <a:pt x="5814" y="284240"/>
                  </a:lnTo>
                  <a:cubicBezTo>
                    <a:pt x="5814" y="284240"/>
                    <a:pt x="711" y="290351"/>
                    <a:pt x="208" y="296461"/>
                  </a:cubicBezTo>
                  <a:cubicBezTo>
                    <a:pt x="-295" y="302571"/>
                    <a:pt x="208" y="311773"/>
                    <a:pt x="711" y="318890"/>
                  </a:cubicBezTo>
                  <a:cubicBezTo>
                    <a:pt x="1215" y="326007"/>
                    <a:pt x="6820" y="336790"/>
                    <a:pt x="15013" y="343906"/>
                  </a:cubicBezTo>
                  <a:cubicBezTo>
                    <a:pt x="23206" y="351023"/>
                    <a:pt x="32909" y="355121"/>
                    <a:pt x="32909" y="355121"/>
                  </a:cubicBezTo>
                  <a:lnTo>
                    <a:pt x="41605" y="351023"/>
                  </a:lnTo>
                  <a:lnTo>
                    <a:pt x="47714" y="339809"/>
                  </a:lnTo>
                  <a:lnTo>
                    <a:pt x="54326" y="316805"/>
                  </a:lnTo>
                  <a:lnTo>
                    <a:pt x="74736" y="304584"/>
                  </a:lnTo>
                  <a:lnTo>
                    <a:pt x="77827" y="312780"/>
                  </a:lnTo>
                  <a:lnTo>
                    <a:pt x="82426" y="338803"/>
                  </a:lnTo>
                  <a:lnTo>
                    <a:pt x="88535" y="353108"/>
                  </a:lnTo>
                  <a:lnTo>
                    <a:pt x="179377" y="357206"/>
                  </a:lnTo>
                  <a:cubicBezTo>
                    <a:pt x="179377" y="357206"/>
                    <a:pt x="194182" y="367917"/>
                    <a:pt x="195188" y="370505"/>
                  </a:cubicBezTo>
                  <a:cubicBezTo>
                    <a:pt x="196194" y="373092"/>
                    <a:pt x="204387" y="382725"/>
                    <a:pt x="207406" y="383804"/>
                  </a:cubicBezTo>
                  <a:cubicBezTo>
                    <a:pt x="210496" y="384810"/>
                    <a:pt x="224726" y="393005"/>
                    <a:pt x="224726" y="393005"/>
                  </a:cubicBezTo>
                  <a:lnTo>
                    <a:pt x="224870" y="396743"/>
                  </a:lnTo>
                  <a:lnTo>
                    <a:pt x="242119" y="387901"/>
                  </a:lnTo>
                  <a:lnTo>
                    <a:pt x="242119" y="355193"/>
                  </a:lnTo>
                  <a:close/>
                </a:path>
              </a:pathLst>
            </a:custGeom>
            <a:grpFill/>
            <a:ln w="12700" cap="flat">
              <a:solidFill>
                <a:schemeClr val="bg2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CO"/>
            </a:p>
          </p:txBody>
        </p:sp>
        <p:sp>
          <p:nvSpPr>
            <p:cNvPr id="43" name="Tolima">
              <a:extLst>
                <a:ext uri="{FF2B5EF4-FFF2-40B4-BE49-F238E27FC236}">
                  <a16:creationId xmlns:a16="http://schemas.microsoft.com/office/drawing/2014/main" id="{5467EF6B-272B-C873-BC00-5F29DDDFD8A6}"/>
                </a:ext>
              </a:extLst>
            </p:cNvPr>
            <p:cNvSpPr/>
            <p:nvPr/>
          </p:nvSpPr>
          <p:spPr>
            <a:xfrm>
              <a:off x="5171837" y="2984725"/>
              <a:ext cx="666582" cy="969968"/>
            </a:xfrm>
            <a:custGeom>
              <a:avLst/>
              <a:gdLst>
                <a:gd name="connsiteX0" fmla="*/ 665936 w 666582"/>
                <a:gd name="connsiteY0" fmla="*/ 509246 h 969968"/>
                <a:gd name="connsiteX1" fmla="*/ 666583 w 666582"/>
                <a:gd name="connsiteY1" fmla="*/ 473878 h 969968"/>
                <a:gd name="connsiteX2" fmla="*/ 652999 w 666582"/>
                <a:gd name="connsiteY2" fmla="*/ 450730 h 969968"/>
                <a:gd name="connsiteX3" fmla="*/ 634601 w 666582"/>
                <a:gd name="connsiteY3" fmla="*/ 428301 h 969968"/>
                <a:gd name="connsiteX4" fmla="*/ 614190 w 666582"/>
                <a:gd name="connsiteY4" fmla="*/ 425570 h 969968"/>
                <a:gd name="connsiteX5" fmla="*/ 605350 w 666582"/>
                <a:gd name="connsiteY5" fmla="*/ 442607 h 969968"/>
                <a:gd name="connsiteX6" fmla="*/ 587671 w 666582"/>
                <a:gd name="connsiteY6" fmla="*/ 458925 h 969968"/>
                <a:gd name="connsiteX7" fmla="*/ 574734 w 666582"/>
                <a:gd name="connsiteY7" fmla="*/ 458925 h 969968"/>
                <a:gd name="connsiteX8" fmla="*/ 567907 w 666582"/>
                <a:gd name="connsiteY8" fmla="*/ 441241 h 969968"/>
                <a:gd name="connsiteX9" fmla="*/ 529816 w 666582"/>
                <a:gd name="connsiteY9" fmla="*/ 438509 h 969968"/>
                <a:gd name="connsiteX10" fmla="*/ 510771 w 666582"/>
                <a:gd name="connsiteY10" fmla="*/ 412630 h 969968"/>
                <a:gd name="connsiteX11" fmla="*/ 521623 w 666582"/>
                <a:gd name="connsiteY11" fmla="*/ 354114 h 969968"/>
                <a:gd name="connsiteX12" fmla="*/ 533841 w 666582"/>
                <a:gd name="connsiteY12" fmla="*/ 305087 h 969968"/>
                <a:gd name="connsiteX13" fmla="*/ 535207 w 666582"/>
                <a:gd name="connsiteY13" fmla="*/ 277842 h 969968"/>
                <a:gd name="connsiteX14" fmla="*/ 525648 w 666582"/>
                <a:gd name="connsiteY14" fmla="*/ 258792 h 969968"/>
                <a:gd name="connsiteX15" fmla="*/ 525648 w 666582"/>
                <a:gd name="connsiteY15" fmla="*/ 232913 h 969968"/>
                <a:gd name="connsiteX16" fmla="*/ 546059 w 666582"/>
                <a:gd name="connsiteY16" fmla="*/ 219326 h 969968"/>
                <a:gd name="connsiteX17" fmla="*/ 561007 w 666582"/>
                <a:gd name="connsiteY17" fmla="*/ 190716 h 969968"/>
                <a:gd name="connsiteX18" fmla="*/ 569200 w 666582"/>
                <a:gd name="connsiteY18" fmla="*/ 164836 h 969968"/>
                <a:gd name="connsiteX19" fmla="*/ 561007 w 666582"/>
                <a:gd name="connsiteY19" fmla="*/ 104955 h 969968"/>
                <a:gd name="connsiteX20" fmla="*/ 559642 w 666582"/>
                <a:gd name="connsiteY20" fmla="*/ 57294 h 969968"/>
                <a:gd name="connsiteX21" fmla="*/ 551449 w 666582"/>
                <a:gd name="connsiteY21" fmla="*/ 40975 h 969968"/>
                <a:gd name="connsiteX22" fmla="*/ 548502 w 666582"/>
                <a:gd name="connsiteY22" fmla="*/ 0 h 969968"/>
                <a:gd name="connsiteX23" fmla="*/ 518102 w 666582"/>
                <a:gd name="connsiteY23" fmla="*/ 1150 h 969968"/>
                <a:gd name="connsiteX24" fmla="*/ 451767 w 666582"/>
                <a:gd name="connsiteY24" fmla="*/ 4241 h 969968"/>
                <a:gd name="connsiteX25" fmla="*/ 427260 w 666582"/>
                <a:gd name="connsiteY25" fmla="*/ 16462 h 969968"/>
                <a:gd name="connsiteX26" fmla="*/ 418061 w 666582"/>
                <a:gd name="connsiteY26" fmla="*/ 45073 h 969968"/>
                <a:gd name="connsiteX27" fmla="*/ 395637 w 666582"/>
                <a:gd name="connsiteY27" fmla="*/ 65489 h 969968"/>
                <a:gd name="connsiteX28" fmla="*/ 364015 w 666582"/>
                <a:gd name="connsiteY28" fmla="*/ 65489 h 969968"/>
                <a:gd name="connsiteX29" fmla="*/ 329303 w 666582"/>
                <a:gd name="connsiteY29" fmla="*/ 75697 h 969968"/>
                <a:gd name="connsiteX30" fmla="*/ 321110 w 666582"/>
                <a:gd name="connsiteY30" fmla="*/ 95106 h 969968"/>
                <a:gd name="connsiteX31" fmla="*/ 322116 w 666582"/>
                <a:gd name="connsiteY31" fmla="*/ 125730 h 969968"/>
                <a:gd name="connsiteX32" fmla="*/ 315001 w 666582"/>
                <a:gd name="connsiteY32" fmla="*/ 160451 h 969968"/>
                <a:gd name="connsiteX33" fmla="*/ 315001 w 666582"/>
                <a:gd name="connsiteY33" fmla="*/ 193160 h 969968"/>
                <a:gd name="connsiteX34" fmla="*/ 297752 w 666582"/>
                <a:gd name="connsiteY34" fmla="*/ 202002 h 969968"/>
                <a:gd name="connsiteX35" fmla="*/ 299118 w 666582"/>
                <a:gd name="connsiteY35" fmla="*/ 241827 h 969968"/>
                <a:gd name="connsiteX36" fmla="*/ 302783 w 666582"/>
                <a:gd name="connsiteY36" fmla="*/ 241108 h 969968"/>
                <a:gd name="connsiteX37" fmla="*/ 293584 w 666582"/>
                <a:gd name="connsiteY37" fmla="*/ 293154 h 969968"/>
                <a:gd name="connsiteX38" fmla="*/ 263974 w 666582"/>
                <a:gd name="connsiteY38" fmla="*/ 315583 h 969968"/>
                <a:gd name="connsiteX39" fmla="*/ 219056 w 666582"/>
                <a:gd name="connsiteY39" fmla="*/ 341103 h 969968"/>
                <a:gd name="connsiteX40" fmla="*/ 221068 w 666582"/>
                <a:gd name="connsiteY40" fmla="*/ 381934 h 969968"/>
                <a:gd name="connsiteX41" fmla="*/ 201664 w 666582"/>
                <a:gd name="connsiteY41" fmla="*/ 423773 h 969968"/>
                <a:gd name="connsiteX42" fmla="*/ 181253 w 666582"/>
                <a:gd name="connsiteY42" fmla="*/ 460507 h 969968"/>
                <a:gd name="connsiteX43" fmla="*/ 173060 w 666582"/>
                <a:gd name="connsiteY43" fmla="*/ 499326 h 969968"/>
                <a:gd name="connsiteX44" fmla="*/ 147547 w 666582"/>
                <a:gd name="connsiteY44" fmla="*/ 505436 h 969968"/>
                <a:gd name="connsiteX45" fmla="*/ 127854 w 666582"/>
                <a:gd name="connsiteY45" fmla="*/ 526499 h 969968"/>
                <a:gd name="connsiteX46" fmla="*/ 132238 w 666582"/>
                <a:gd name="connsiteY46" fmla="*/ 540517 h 969968"/>
                <a:gd name="connsiteX47" fmla="*/ 95514 w 666582"/>
                <a:gd name="connsiteY47" fmla="*/ 601764 h 969968"/>
                <a:gd name="connsiteX48" fmla="*/ 85955 w 666582"/>
                <a:gd name="connsiteY48" fmla="*/ 652157 h 969968"/>
                <a:gd name="connsiteX49" fmla="*/ 42403 w 666582"/>
                <a:gd name="connsiteY49" fmla="*/ 695720 h 969968"/>
                <a:gd name="connsiteX50" fmla="*/ 30185 w 666582"/>
                <a:gd name="connsiteY50" fmla="*/ 732454 h 969968"/>
                <a:gd name="connsiteX51" fmla="*/ 17967 w 666582"/>
                <a:gd name="connsiteY51" fmla="*/ 755602 h 969968"/>
                <a:gd name="connsiteX52" fmla="*/ 7115 w 666582"/>
                <a:gd name="connsiteY52" fmla="*/ 793702 h 969968"/>
                <a:gd name="connsiteX53" fmla="*/ 12577 w 666582"/>
                <a:gd name="connsiteY53" fmla="*/ 827704 h 969968"/>
                <a:gd name="connsiteX54" fmla="*/ 13942 w 666582"/>
                <a:gd name="connsiteY54" fmla="*/ 856315 h 969968"/>
                <a:gd name="connsiteX55" fmla="*/ 0 w 666582"/>
                <a:gd name="connsiteY55" fmla="*/ 860701 h 969968"/>
                <a:gd name="connsiteX56" fmla="*/ 5821 w 666582"/>
                <a:gd name="connsiteY56" fmla="*/ 890390 h 969968"/>
                <a:gd name="connsiteX57" fmla="*/ 359 w 666582"/>
                <a:gd name="connsiteY57" fmla="*/ 910806 h 969968"/>
                <a:gd name="connsiteX58" fmla="*/ 13080 w 666582"/>
                <a:gd name="connsiteY58" fmla="*/ 943155 h 969968"/>
                <a:gd name="connsiteX59" fmla="*/ 36437 w 666582"/>
                <a:gd name="connsiteY59" fmla="*/ 957748 h 969968"/>
                <a:gd name="connsiteX60" fmla="*/ 76253 w 666582"/>
                <a:gd name="connsiteY60" fmla="*/ 969968 h 969968"/>
                <a:gd name="connsiteX61" fmla="*/ 123183 w 666582"/>
                <a:gd name="connsiteY61" fmla="*/ 951565 h 969968"/>
                <a:gd name="connsiteX62" fmla="*/ 161992 w 666582"/>
                <a:gd name="connsiteY62" fmla="*/ 929137 h 969968"/>
                <a:gd name="connsiteX63" fmla="*/ 219128 w 666582"/>
                <a:gd name="connsiteY63" fmla="*/ 872993 h 969968"/>
                <a:gd name="connsiteX64" fmla="*/ 221140 w 666582"/>
                <a:gd name="connsiteY64" fmla="*/ 848480 h 969968"/>
                <a:gd name="connsiteX65" fmla="*/ 237454 w 666582"/>
                <a:gd name="connsiteY65" fmla="*/ 837266 h 969968"/>
                <a:gd name="connsiteX66" fmla="*/ 254775 w 666582"/>
                <a:gd name="connsiteY66" fmla="*/ 802544 h 969968"/>
                <a:gd name="connsiteX67" fmla="*/ 268070 w 666582"/>
                <a:gd name="connsiteY67" fmla="*/ 788239 h 969968"/>
                <a:gd name="connsiteX68" fmla="*/ 283378 w 666582"/>
                <a:gd name="connsiteY68" fmla="*/ 793343 h 969968"/>
                <a:gd name="connsiteX69" fmla="*/ 311982 w 666582"/>
                <a:gd name="connsiteY69" fmla="*/ 787232 h 969968"/>
                <a:gd name="connsiteX70" fmla="*/ 327290 w 666582"/>
                <a:gd name="connsiteY70" fmla="*/ 804557 h 969968"/>
                <a:gd name="connsiteX71" fmla="*/ 339508 w 666582"/>
                <a:gd name="connsiteY71" fmla="*/ 812752 h 969968"/>
                <a:gd name="connsiteX72" fmla="*/ 359919 w 666582"/>
                <a:gd name="connsiteY72" fmla="*/ 800531 h 969968"/>
                <a:gd name="connsiteX73" fmla="*/ 371130 w 666582"/>
                <a:gd name="connsiteY73" fmla="*/ 780115 h 969968"/>
                <a:gd name="connsiteX74" fmla="*/ 409939 w 666582"/>
                <a:gd name="connsiteY74" fmla="*/ 781122 h 969968"/>
                <a:gd name="connsiteX75" fmla="*/ 431356 w 666582"/>
                <a:gd name="connsiteY75" fmla="*/ 779109 h 969968"/>
                <a:gd name="connsiteX76" fmla="*/ 450761 w 666582"/>
                <a:gd name="connsiteY76" fmla="*/ 792408 h 969968"/>
                <a:gd name="connsiteX77" fmla="*/ 435453 w 666582"/>
                <a:gd name="connsiteY77" fmla="*/ 808726 h 969968"/>
                <a:gd name="connsiteX78" fmla="*/ 426254 w 666582"/>
                <a:gd name="connsiteY78" fmla="*/ 830149 h 969968"/>
                <a:gd name="connsiteX79" fmla="*/ 432362 w 666582"/>
                <a:gd name="connsiteY79" fmla="*/ 842369 h 969968"/>
                <a:gd name="connsiteX80" fmla="*/ 476274 w 666582"/>
                <a:gd name="connsiteY80" fmla="*/ 847473 h 969968"/>
                <a:gd name="connsiteX81" fmla="*/ 520186 w 666582"/>
                <a:gd name="connsiteY81" fmla="*/ 809661 h 969968"/>
                <a:gd name="connsiteX82" fmla="*/ 547712 w 666582"/>
                <a:gd name="connsiteY82" fmla="*/ 782128 h 969968"/>
                <a:gd name="connsiteX83" fmla="*/ 550802 w 666582"/>
                <a:gd name="connsiteY83" fmla="*/ 768829 h 969968"/>
                <a:gd name="connsiteX84" fmla="*/ 549796 w 666582"/>
                <a:gd name="connsiteY84" fmla="*/ 761712 h 969968"/>
                <a:gd name="connsiteX85" fmla="*/ 551808 w 666582"/>
                <a:gd name="connsiteY85" fmla="*/ 747407 h 969968"/>
                <a:gd name="connsiteX86" fmla="*/ 566110 w 666582"/>
                <a:gd name="connsiteY86" fmla="*/ 727997 h 969968"/>
                <a:gd name="connsiteX87" fmla="*/ 561007 w 666582"/>
                <a:gd name="connsiteY87" fmla="*/ 717789 h 969968"/>
                <a:gd name="connsiteX88" fmla="*/ 564098 w 666582"/>
                <a:gd name="connsiteY88" fmla="*/ 701471 h 969968"/>
                <a:gd name="connsiteX89" fmla="*/ 593708 w 666582"/>
                <a:gd name="connsiteY89" fmla="*/ 694355 h 969968"/>
                <a:gd name="connsiteX90" fmla="*/ 623677 w 666582"/>
                <a:gd name="connsiteY90" fmla="*/ 657620 h 969968"/>
                <a:gd name="connsiteX91" fmla="*/ 637260 w 666582"/>
                <a:gd name="connsiteY91" fmla="*/ 631741 h 969968"/>
                <a:gd name="connsiteX92" fmla="*/ 645022 w 666582"/>
                <a:gd name="connsiteY92" fmla="*/ 627859 h 969968"/>
                <a:gd name="connsiteX93" fmla="*/ 637260 w 666582"/>
                <a:gd name="connsiteY93" fmla="*/ 537138 h 969968"/>
                <a:gd name="connsiteX94" fmla="*/ 665864 w 666582"/>
                <a:gd name="connsiteY94" fmla="*/ 509246 h 96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666582" h="969968">
                  <a:moveTo>
                    <a:pt x="665936" y="509246"/>
                  </a:moveTo>
                  <a:lnTo>
                    <a:pt x="666583" y="473878"/>
                  </a:lnTo>
                  <a:lnTo>
                    <a:pt x="652999" y="450730"/>
                  </a:lnTo>
                  <a:lnTo>
                    <a:pt x="634601" y="428301"/>
                  </a:lnTo>
                  <a:lnTo>
                    <a:pt x="614190" y="425570"/>
                  </a:lnTo>
                  <a:lnTo>
                    <a:pt x="605350" y="442607"/>
                  </a:lnTo>
                  <a:lnTo>
                    <a:pt x="587671" y="458925"/>
                  </a:lnTo>
                  <a:lnTo>
                    <a:pt x="574734" y="458925"/>
                  </a:lnTo>
                  <a:lnTo>
                    <a:pt x="567907" y="441241"/>
                  </a:lnTo>
                  <a:lnTo>
                    <a:pt x="529816" y="438509"/>
                  </a:lnTo>
                  <a:lnTo>
                    <a:pt x="510771" y="412630"/>
                  </a:lnTo>
                  <a:lnTo>
                    <a:pt x="521623" y="354114"/>
                  </a:lnTo>
                  <a:lnTo>
                    <a:pt x="533841" y="305087"/>
                  </a:lnTo>
                  <a:lnTo>
                    <a:pt x="535207" y="277842"/>
                  </a:lnTo>
                  <a:lnTo>
                    <a:pt x="525648" y="258792"/>
                  </a:lnTo>
                  <a:lnTo>
                    <a:pt x="525648" y="232913"/>
                  </a:lnTo>
                  <a:lnTo>
                    <a:pt x="546059" y="219326"/>
                  </a:lnTo>
                  <a:lnTo>
                    <a:pt x="561007" y="190716"/>
                  </a:lnTo>
                  <a:lnTo>
                    <a:pt x="569200" y="164836"/>
                  </a:lnTo>
                  <a:lnTo>
                    <a:pt x="561007" y="104955"/>
                  </a:lnTo>
                  <a:lnTo>
                    <a:pt x="559642" y="57294"/>
                  </a:lnTo>
                  <a:lnTo>
                    <a:pt x="551449" y="40975"/>
                  </a:lnTo>
                  <a:lnTo>
                    <a:pt x="548502" y="0"/>
                  </a:lnTo>
                  <a:lnTo>
                    <a:pt x="518102" y="1150"/>
                  </a:lnTo>
                  <a:lnTo>
                    <a:pt x="451767" y="4241"/>
                  </a:lnTo>
                  <a:lnTo>
                    <a:pt x="427260" y="16462"/>
                  </a:lnTo>
                  <a:lnTo>
                    <a:pt x="418061" y="45073"/>
                  </a:lnTo>
                  <a:lnTo>
                    <a:pt x="395637" y="65489"/>
                  </a:lnTo>
                  <a:lnTo>
                    <a:pt x="364015" y="65489"/>
                  </a:lnTo>
                  <a:lnTo>
                    <a:pt x="329303" y="75697"/>
                  </a:lnTo>
                  <a:lnTo>
                    <a:pt x="321110" y="95106"/>
                  </a:lnTo>
                  <a:lnTo>
                    <a:pt x="322116" y="125730"/>
                  </a:lnTo>
                  <a:lnTo>
                    <a:pt x="315001" y="160451"/>
                  </a:lnTo>
                  <a:lnTo>
                    <a:pt x="315001" y="193160"/>
                  </a:lnTo>
                  <a:lnTo>
                    <a:pt x="297752" y="202002"/>
                  </a:lnTo>
                  <a:lnTo>
                    <a:pt x="299118" y="241827"/>
                  </a:lnTo>
                  <a:lnTo>
                    <a:pt x="302783" y="241108"/>
                  </a:lnTo>
                  <a:cubicBezTo>
                    <a:pt x="302783" y="241108"/>
                    <a:pt x="294590" y="282946"/>
                    <a:pt x="293584" y="293154"/>
                  </a:cubicBezTo>
                  <a:cubicBezTo>
                    <a:pt x="292578" y="303362"/>
                    <a:pt x="263974" y="315583"/>
                    <a:pt x="263974" y="315583"/>
                  </a:cubicBezTo>
                  <a:lnTo>
                    <a:pt x="219056" y="341103"/>
                  </a:lnTo>
                  <a:cubicBezTo>
                    <a:pt x="219056" y="341103"/>
                    <a:pt x="221068" y="363531"/>
                    <a:pt x="221068" y="381934"/>
                  </a:cubicBezTo>
                  <a:cubicBezTo>
                    <a:pt x="221068" y="400337"/>
                    <a:pt x="208851" y="419747"/>
                    <a:pt x="201664" y="423773"/>
                  </a:cubicBezTo>
                  <a:cubicBezTo>
                    <a:pt x="194549" y="427870"/>
                    <a:pt x="183265" y="453390"/>
                    <a:pt x="181253" y="460507"/>
                  </a:cubicBezTo>
                  <a:cubicBezTo>
                    <a:pt x="179241" y="467624"/>
                    <a:pt x="173060" y="499326"/>
                    <a:pt x="173060" y="499326"/>
                  </a:cubicBezTo>
                  <a:lnTo>
                    <a:pt x="147547" y="505436"/>
                  </a:lnTo>
                  <a:lnTo>
                    <a:pt x="127854" y="526499"/>
                  </a:lnTo>
                  <a:lnTo>
                    <a:pt x="132238" y="540517"/>
                  </a:lnTo>
                  <a:lnTo>
                    <a:pt x="95514" y="601764"/>
                  </a:lnTo>
                  <a:lnTo>
                    <a:pt x="85955" y="652157"/>
                  </a:lnTo>
                  <a:cubicBezTo>
                    <a:pt x="85955" y="652157"/>
                    <a:pt x="46499" y="691623"/>
                    <a:pt x="42403" y="695720"/>
                  </a:cubicBezTo>
                  <a:cubicBezTo>
                    <a:pt x="38306" y="699818"/>
                    <a:pt x="30185" y="732454"/>
                    <a:pt x="30185" y="732454"/>
                  </a:cubicBezTo>
                  <a:lnTo>
                    <a:pt x="17967" y="755602"/>
                  </a:lnTo>
                  <a:cubicBezTo>
                    <a:pt x="17967" y="755602"/>
                    <a:pt x="7115" y="786945"/>
                    <a:pt x="7115" y="793702"/>
                  </a:cubicBezTo>
                  <a:cubicBezTo>
                    <a:pt x="7115" y="800460"/>
                    <a:pt x="12577" y="820947"/>
                    <a:pt x="12577" y="827704"/>
                  </a:cubicBezTo>
                  <a:cubicBezTo>
                    <a:pt x="12577" y="834462"/>
                    <a:pt x="13942" y="856315"/>
                    <a:pt x="13942" y="856315"/>
                  </a:cubicBezTo>
                  <a:lnTo>
                    <a:pt x="0" y="860701"/>
                  </a:lnTo>
                  <a:lnTo>
                    <a:pt x="5821" y="890390"/>
                  </a:lnTo>
                  <a:lnTo>
                    <a:pt x="359" y="910806"/>
                  </a:lnTo>
                  <a:lnTo>
                    <a:pt x="13080" y="943155"/>
                  </a:lnTo>
                  <a:lnTo>
                    <a:pt x="36437" y="957748"/>
                  </a:lnTo>
                  <a:lnTo>
                    <a:pt x="76253" y="969968"/>
                  </a:lnTo>
                  <a:lnTo>
                    <a:pt x="123183" y="951565"/>
                  </a:lnTo>
                  <a:lnTo>
                    <a:pt x="161992" y="929137"/>
                  </a:lnTo>
                  <a:lnTo>
                    <a:pt x="219128" y="872993"/>
                  </a:lnTo>
                  <a:lnTo>
                    <a:pt x="221140" y="848480"/>
                  </a:lnTo>
                  <a:lnTo>
                    <a:pt x="237454" y="837266"/>
                  </a:lnTo>
                  <a:lnTo>
                    <a:pt x="254775" y="802544"/>
                  </a:lnTo>
                  <a:lnTo>
                    <a:pt x="268070" y="788239"/>
                  </a:lnTo>
                  <a:lnTo>
                    <a:pt x="283378" y="793343"/>
                  </a:lnTo>
                  <a:lnTo>
                    <a:pt x="311982" y="787232"/>
                  </a:lnTo>
                  <a:lnTo>
                    <a:pt x="327290" y="804557"/>
                  </a:lnTo>
                  <a:lnTo>
                    <a:pt x="339508" y="812752"/>
                  </a:lnTo>
                  <a:lnTo>
                    <a:pt x="359919" y="800531"/>
                  </a:lnTo>
                  <a:cubicBezTo>
                    <a:pt x="359919" y="800531"/>
                    <a:pt x="364015" y="793414"/>
                    <a:pt x="371130" y="780115"/>
                  </a:cubicBezTo>
                  <a:cubicBezTo>
                    <a:pt x="378245" y="766817"/>
                    <a:pt x="409939" y="781122"/>
                    <a:pt x="409939" y="781122"/>
                  </a:cubicBezTo>
                  <a:cubicBezTo>
                    <a:pt x="409939" y="781122"/>
                    <a:pt x="427260" y="779109"/>
                    <a:pt x="431356" y="779109"/>
                  </a:cubicBezTo>
                  <a:cubicBezTo>
                    <a:pt x="435453" y="779109"/>
                    <a:pt x="450761" y="792408"/>
                    <a:pt x="450761" y="792408"/>
                  </a:cubicBezTo>
                  <a:lnTo>
                    <a:pt x="435453" y="808726"/>
                  </a:lnTo>
                  <a:cubicBezTo>
                    <a:pt x="435453" y="808726"/>
                    <a:pt x="426254" y="825045"/>
                    <a:pt x="426254" y="830149"/>
                  </a:cubicBezTo>
                  <a:cubicBezTo>
                    <a:pt x="426254" y="835252"/>
                    <a:pt x="432362" y="842369"/>
                    <a:pt x="432362" y="842369"/>
                  </a:cubicBezTo>
                  <a:lnTo>
                    <a:pt x="476274" y="847473"/>
                  </a:lnTo>
                  <a:lnTo>
                    <a:pt x="520186" y="809661"/>
                  </a:lnTo>
                  <a:lnTo>
                    <a:pt x="547712" y="782128"/>
                  </a:lnTo>
                  <a:cubicBezTo>
                    <a:pt x="547712" y="782128"/>
                    <a:pt x="550802" y="772927"/>
                    <a:pt x="550802" y="768829"/>
                  </a:cubicBezTo>
                  <a:cubicBezTo>
                    <a:pt x="550802" y="764732"/>
                    <a:pt x="549796" y="761712"/>
                    <a:pt x="549796" y="761712"/>
                  </a:cubicBezTo>
                  <a:lnTo>
                    <a:pt x="551808" y="747407"/>
                  </a:lnTo>
                  <a:lnTo>
                    <a:pt x="566110" y="727997"/>
                  </a:lnTo>
                  <a:lnTo>
                    <a:pt x="561007" y="717789"/>
                  </a:lnTo>
                  <a:lnTo>
                    <a:pt x="564098" y="701471"/>
                  </a:lnTo>
                  <a:lnTo>
                    <a:pt x="593708" y="694355"/>
                  </a:lnTo>
                  <a:lnTo>
                    <a:pt x="623677" y="657620"/>
                  </a:lnTo>
                  <a:lnTo>
                    <a:pt x="637260" y="631741"/>
                  </a:lnTo>
                  <a:lnTo>
                    <a:pt x="645022" y="627859"/>
                  </a:lnTo>
                  <a:lnTo>
                    <a:pt x="637260" y="537138"/>
                  </a:lnTo>
                  <a:lnTo>
                    <a:pt x="665864" y="509246"/>
                  </a:lnTo>
                  <a:close/>
                </a:path>
              </a:pathLst>
            </a:custGeom>
            <a:grpFill/>
            <a:ln w="12700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5" name="Cundinamarca">
              <a:extLst>
                <a:ext uri="{FF2B5EF4-FFF2-40B4-BE49-F238E27FC236}">
                  <a16:creationId xmlns:a16="http://schemas.microsoft.com/office/drawing/2014/main" id="{BDE580E1-10A7-39A6-2B26-3EA883FAD65E}"/>
                </a:ext>
              </a:extLst>
            </p:cNvPr>
            <p:cNvSpPr/>
            <p:nvPr/>
          </p:nvSpPr>
          <p:spPr>
            <a:xfrm>
              <a:off x="5682536" y="2772947"/>
              <a:ext cx="745494" cy="878312"/>
            </a:xfrm>
            <a:custGeom>
              <a:avLst/>
              <a:gdLst>
                <a:gd name="connsiteX0" fmla="*/ 702373 w 745494"/>
                <a:gd name="connsiteY0" fmla="*/ 483439 h 878312"/>
                <a:gd name="connsiteX1" fmla="*/ 674488 w 745494"/>
                <a:gd name="connsiteY1" fmla="*/ 469133 h 878312"/>
                <a:gd name="connsiteX2" fmla="*/ 660186 w 745494"/>
                <a:gd name="connsiteY2" fmla="*/ 453462 h 878312"/>
                <a:gd name="connsiteX3" fmla="*/ 628851 w 745494"/>
                <a:gd name="connsiteY3" fmla="*/ 441888 h 878312"/>
                <a:gd name="connsiteX4" fmla="*/ 615915 w 745494"/>
                <a:gd name="connsiteY4" fmla="*/ 412630 h 878312"/>
                <a:gd name="connsiteX5" fmla="*/ 609088 w 745494"/>
                <a:gd name="connsiteY5" fmla="*/ 388836 h 878312"/>
                <a:gd name="connsiteX6" fmla="*/ 555977 w 745494"/>
                <a:gd name="connsiteY6" fmla="*/ 382007 h 878312"/>
                <a:gd name="connsiteX7" fmla="*/ 538297 w 745494"/>
                <a:gd name="connsiteY7" fmla="*/ 364969 h 878312"/>
                <a:gd name="connsiteX8" fmla="*/ 536931 w 745494"/>
                <a:gd name="connsiteY8" fmla="*/ 333627 h 878312"/>
                <a:gd name="connsiteX9" fmla="*/ 562086 w 745494"/>
                <a:gd name="connsiteY9" fmla="*/ 323419 h 878312"/>
                <a:gd name="connsiteX10" fmla="*/ 574303 w 745494"/>
                <a:gd name="connsiteY10" fmla="*/ 301637 h 878312"/>
                <a:gd name="connsiteX11" fmla="*/ 563379 w 745494"/>
                <a:gd name="connsiteY11" fmla="*/ 288697 h 878312"/>
                <a:gd name="connsiteX12" fmla="*/ 560648 w 745494"/>
                <a:gd name="connsiteY12" fmla="*/ 259439 h 878312"/>
                <a:gd name="connsiteX13" fmla="*/ 556552 w 745494"/>
                <a:gd name="connsiteY13" fmla="*/ 231548 h 878312"/>
                <a:gd name="connsiteX14" fmla="*/ 530679 w 745494"/>
                <a:gd name="connsiteY14" fmla="*/ 208400 h 878312"/>
                <a:gd name="connsiteX15" fmla="*/ 521120 w 745494"/>
                <a:gd name="connsiteY15" fmla="*/ 185252 h 878312"/>
                <a:gd name="connsiteX16" fmla="*/ 510915 w 745494"/>
                <a:gd name="connsiteY16" fmla="*/ 153263 h 878312"/>
                <a:gd name="connsiteX17" fmla="*/ 478933 w 745494"/>
                <a:gd name="connsiteY17" fmla="*/ 145068 h 878312"/>
                <a:gd name="connsiteX18" fmla="*/ 444221 w 745494"/>
                <a:gd name="connsiteY18" fmla="*/ 136873 h 878312"/>
                <a:gd name="connsiteX19" fmla="*/ 451695 w 745494"/>
                <a:gd name="connsiteY19" fmla="*/ 117823 h 878312"/>
                <a:gd name="connsiteX20" fmla="*/ 451695 w 745494"/>
                <a:gd name="connsiteY20" fmla="*/ 94028 h 878312"/>
                <a:gd name="connsiteX21" fmla="*/ 392475 w 745494"/>
                <a:gd name="connsiteY21" fmla="*/ 126664 h 878312"/>
                <a:gd name="connsiteX22" fmla="*/ 388379 w 745494"/>
                <a:gd name="connsiteY22" fmla="*/ 141617 h 878312"/>
                <a:gd name="connsiteX23" fmla="*/ 378820 w 745494"/>
                <a:gd name="connsiteY23" fmla="*/ 170875 h 878312"/>
                <a:gd name="connsiteX24" fmla="*/ 355032 w 745494"/>
                <a:gd name="connsiteY24" fmla="*/ 189278 h 878312"/>
                <a:gd name="connsiteX25" fmla="*/ 326428 w 745494"/>
                <a:gd name="connsiteY25" fmla="*/ 173607 h 878312"/>
                <a:gd name="connsiteX26" fmla="*/ 313492 w 745494"/>
                <a:gd name="connsiteY26" fmla="*/ 151825 h 878312"/>
                <a:gd name="connsiteX27" fmla="*/ 274035 w 745494"/>
                <a:gd name="connsiteY27" fmla="*/ 140251 h 878312"/>
                <a:gd name="connsiteX28" fmla="*/ 243420 w 745494"/>
                <a:gd name="connsiteY28" fmla="*/ 134141 h 878312"/>
                <a:gd name="connsiteX29" fmla="*/ 246150 w 745494"/>
                <a:gd name="connsiteY29" fmla="*/ 89212 h 878312"/>
                <a:gd name="connsiteX30" fmla="*/ 231849 w 745494"/>
                <a:gd name="connsiteY30" fmla="*/ 72893 h 878312"/>
                <a:gd name="connsiteX31" fmla="*/ 242773 w 745494"/>
                <a:gd name="connsiteY31" fmla="*/ 57222 h 878312"/>
                <a:gd name="connsiteX32" fmla="*/ 240042 w 745494"/>
                <a:gd name="connsiteY32" fmla="*/ 36087 h 878312"/>
                <a:gd name="connsiteX33" fmla="*/ 229117 w 745494"/>
                <a:gd name="connsiteY33" fmla="*/ 14306 h 878312"/>
                <a:gd name="connsiteX34" fmla="*/ 212803 w 745494"/>
                <a:gd name="connsiteY34" fmla="*/ 0 h 878312"/>
                <a:gd name="connsiteX35" fmla="*/ 197855 w 745494"/>
                <a:gd name="connsiteY35" fmla="*/ 27892 h 878312"/>
                <a:gd name="connsiteX36" fmla="*/ 172700 w 745494"/>
                <a:gd name="connsiteY36" fmla="*/ 26526 h 878312"/>
                <a:gd name="connsiteX37" fmla="*/ 145462 w 745494"/>
                <a:gd name="connsiteY37" fmla="*/ 19050 h 878312"/>
                <a:gd name="connsiteX38" fmla="*/ 136622 w 745494"/>
                <a:gd name="connsiteY38" fmla="*/ 23795 h 878312"/>
                <a:gd name="connsiteX39" fmla="*/ 104641 w 745494"/>
                <a:gd name="connsiteY39" fmla="*/ 25160 h 878312"/>
                <a:gd name="connsiteX40" fmla="*/ 97670 w 745494"/>
                <a:gd name="connsiteY40" fmla="*/ 10424 h 878312"/>
                <a:gd name="connsiteX41" fmla="*/ 80206 w 745494"/>
                <a:gd name="connsiteY41" fmla="*/ 16750 h 878312"/>
                <a:gd name="connsiteX42" fmla="*/ 94076 w 745494"/>
                <a:gd name="connsiteY42" fmla="*/ 84108 h 878312"/>
                <a:gd name="connsiteX43" fmla="*/ 93070 w 745494"/>
                <a:gd name="connsiteY43" fmla="*/ 115738 h 878312"/>
                <a:gd name="connsiteX44" fmla="*/ 97167 w 745494"/>
                <a:gd name="connsiteY44" fmla="*/ 156569 h 878312"/>
                <a:gd name="connsiteX45" fmla="*/ 61448 w 745494"/>
                <a:gd name="connsiteY45" fmla="*/ 210700 h 878312"/>
                <a:gd name="connsiteX46" fmla="*/ 37731 w 745494"/>
                <a:gd name="connsiteY46" fmla="*/ 211563 h 878312"/>
                <a:gd name="connsiteX47" fmla="*/ 40678 w 745494"/>
                <a:gd name="connsiteY47" fmla="*/ 252538 h 878312"/>
                <a:gd name="connsiteX48" fmla="*/ 48871 w 745494"/>
                <a:gd name="connsiteY48" fmla="*/ 268857 h 878312"/>
                <a:gd name="connsiteX49" fmla="*/ 50236 w 745494"/>
                <a:gd name="connsiteY49" fmla="*/ 316518 h 878312"/>
                <a:gd name="connsiteX50" fmla="*/ 58429 w 745494"/>
                <a:gd name="connsiteY50" fmla="*/ 376399 h 878312"/>
                <a:gd name="connsiteX51" fmla="*/ 50236 w 745494"/>
                <a:gd name="connsiteY51" fmla="*/ 402279 h 878312"/>
                <a:gd name="connsiteX52" fmla="*/ 35288 w 745494"/>
                <a:gd name="connsiteY52" fmla="*/ 430889 h 878312"/>
                <a:gd name="connsiteX53" fmla="*/ 14877 w 745494"/>
                <a:gd name="connsiteY53" fmla="*/ 444476 h 878312"/>
                <a:gd name="connsiteX54" fmla="*/ 14877 w 745494"/>
                <a:gd name="connsiteY54" fmla="*/ 470355 h 878312"/>
                <a:gd name="connsiteX55" fmla="*/ 24435 w 745494"/>
                <a:gd name="connsiteY55" fmla="*/ 489405 h 878312"/>
                <a:gd name="connsiteX56" fmla="*/ 23070 w 745494"/>
                <a:gd name="connsiteY56" fmla="*/ 516650 h 878312"/>
                <a:gd name="connsiteX57" fmla="*/ 10852 w 745494"/>
                <a:gd name="connsiteY57" fmla="*/ 565677 h 878312"/>
                <a:gd name="connsiteX58" fmla="*/ 0 w 745494"/>
                <a:gd name="connsiteY58" fmla="*/ 624193 h 878312"/>
                <a:gd name="connsiteX59" fmla="*/ 19045 w 745494"/>
                <a:gd name="connsiteY59" fmla="*/ 650072 h 878312"/>
                <a:gd name="connsiteX60" fmla="*/ 57136 w 745494"/>
                <a:gd name="connsiteY60" fmla="*/ 652804 h 878312"/>
                <a:gd name="connsiteX61" fmla="*/ 63963 w 745494"/>
                <a:gd name="connsiteY61" fmla="*/ 670488 h 878312"/>
                <a:gd name="connsiteX62" fmla="*/ 76900 w 745494"/>
                <a:gd name="connsiteY62" fmla="*/ 670488 h 878312"/>
                <a:gd name="connsiteX63" fmla="*/ 94579 w 745494"/>
                <a:gd name="connsiteY63" fmla="*/ 654170 h 878312"/>
                <a:gd name="connsiteX64" fmla="*/ 103419 w 745494"/>
                <a:gd name="connsiteY64" fmla="*/ 637133 h 878312"/>
                <a:gd name="connsiteX65" fmla="*/ 123830 w 745494"/>
                <a:gd name="connsiteY65" fmla="*/ 639864 h 878312"/>
                <a:gd name="connsiteX66" fmla="*/ 142228 w 745494"/>
                <a:gd name="connsiteY66" fmla="*/ 662293 h 878312"/>
                <a:gd name="connsiteX67" fmla="*/ 155812 w 745494"/>
                <a:gd name="connsiteY67" fmla="*/ 685441 h 878312"/>
                <a:gd name="connsiteX68" fmla="*/ 155165 w 745494"/>
                <a:gd name="connsiteY68" fmla="*/ 720809 h 878312"/>
                <a:gd name="connsiteX69" fmla="*/ 126561 w 745494"/>
                <a:gd name="connsiteY69" fmla="*/ 748701 h 878312"/>
                <a:gd name="connsiteX70" fmla="*/ 134323 w 745494"/>
                <a:gd name="connsiteY70" fmla="*/ 839422 h 878312"/>
                <a:gd name="connsiteX71" fmla="*/ 142947 w 745494"/>
                <a:gd name="connsiteY71" fmla="*/ 835109 h 878312"/>
                <a:gd name="connsiteX72" fmla="*/ 159261 w 745494"/>
                <a:gd name="connsiteY72" fmla="*/ 848695 h 878312"/>
                <a:gd name="connsiteX73" fmla="*/ 154662 w 745494"/>
                <a:gd name="connsiteY73" fmla="*/ 878313 h 878312"/>
                <a:gd name="connsiteX74" fmla="*/ 169107 w 745494"/>
                <a:gd name="connsiteY74" fmla="*/ 847042 h 878312"/>
                <a:gd name="connsiteX75" fmla="*/ 184415 w 745494"/>
                <a:gd name="connsiteY75" fmla="*/ 837481 h 878312"/>
                <a:gd name="connsiteX76" fmla="*/ 195986 w 745494"/>
                <a:gd name="connsiteY76" fmla="*/ 826626 h 878312"/>
                <a:gd name="connsiteX77" fmla="*/ 193614 w 745494"/>
                <a:gd name="connsiteY77" fmla="*/ 810596 h 878312"/>
                <a:gd name="connsiteX78" fmla="*/ 192249 w 745494"/>
                <a:gd name="connsiteY78" fmla="*/ 792911 h 878312"/>
                <a:gd name="connsiteX79" fmla="*/ 199723 w 745494"/>
                <a:gd name="connsiteY79" fmla="*/ 778247 h 878312"/>
                <a:gd name="connsiteX80" fmla="*/ 198358 w 745494"/>
                <a:gd name="connsiteY80" fmla="*/ 752727 h 878312"/>
                <a:gd name="connsiteX81" fmla="*/ 191530 w 745494"/>
                <a:gd name="connsiteY81" fmla="*/ 730298 h 878312"/>
                <a:gd name="connsiteX82" fmla="*/ 196273 w 745494"/>
                <a:gd name="connsiteY82" fmla="*/ 714986 h 878312"/>
                <a:gd name="connsiteX83" fmla="*/ 207844 w 745494"/>
                <a:gd name="connsiteY83" fmla="*/ 712254 h 878312"/>
                <a:gd name="connsiteX84" fmla="*/ 214959 w 745494"/>
                <a:gd name="connsiteY84" fmla="*/ 710889 h 878312"/>
                <a:gd name="connsiteX85" fmla="*/ 227177 w 745494"/>
                <a:gd name="connsiteY85" fmla="*/ 716999 h 878312"/>
                <a:gd name="connsiteX86" fmla="*/ 235658 w 745494"/>
                <a:gd name="connsiteY86" fmla="*/ 721456 h 878312"/>
                <a:gd name="connsiteX87" fmla="*/ 245863 w 745494"/>
                <a:gd name="connsiteY87" fmla="*/ 720809 h 878312"/>
                <a:gd name="connsiteX88" fmla="*/ 247875 w 745494"/>
                <a:gd name="connsiteY88" fmla="*/ 710242 h 878312"/>
                <a:gd name="connsiteX89" fmla="*/ 249600 w 745494"/>
                <a:gd name="connsiteY89" fmla="*/ 698021 h 878312"/>
                <a:gd name="connsiteX90" fmla="*/ 254703 w 745494"/>
                <a:gd name="connsiteY90" fmla="*/ 691910 h 878312"/>
                <a:gd name="connsiteX91" fmla="*/ 259806 w 745494"/>
                <a:gd name="connsiteY91" fmla="*/ 688172 h 878312"/>
                <a:gd name="connsiteX92" fmla="*/ 261530 w 745494"/>
                <a:gd name="connsiteY92" fmla="*/ 674586 h 878312"/>
                <a:gd name="connsiteX93" fmla="*/ 269364 w 745494"/>
                <a:gd name="connsiteY93" fmla="*/ 662005 h 878312"/>
                <a:gd name="connsiteX94" fmla="*/ 267999 w 745494"/>
                <a:gd name="connsiteY94" fmla="*/ 652445 h 878312"/>
                <a:gd name="connsiteX95" fmla="*/ 262896 w 745494"/>
                <a:gd name="connsiteY95" fmla="*/ 642237 h 878312"/>
                <a:gd name="connsiteX96" fmla="*/ 268358 w 745494"/>
                <a:gd name="connsiteY96" fmla="*/ 606150 h 878312"/>
                <a:gd name="connsiteX97" fmla="*/ 261890 w 745494"/>
                <a:gd name="connsiteY97" fmla="*/ 592850 h 878312"/>
                <a:gd name="connsiteX98" fmla="*/ 271448 w 745494"/>
                <a:gd name="connsiteY98" fmla="*/ 572435 h 878312"/>
                <a:gd name="connsiteX99" fmla="*/ 277916 w 745494"/>
                <a:gd name="connsiteY99" fmla="*/ 553385 h 878312"/>
                <a:gd name="connsiteX100" fmla="*/ 277916 w 745494"/>
                <a:gd name="connsiteY100" fmla="*/ 531243 h 878312"/>
                <a:gd name="connsiteX101" fmla="*/ 269077 w 745494"/>
                <a:gd name="connsiteY101" fmla="*/ 514925 h 878312"/>
                <a:gd name="connsiteX102" fmla="*/ 254775 w 745494"/>
                <a:gd name="connsiteY102" fmla="*/ 503351 h 878312"/>
                <a:gd name="connsiteX103" fmla="*/ 263974 w 745494"/>
                <a:gd name="connsiteY103" fmla="*/ 486027 h 878312"/>
                <a:gd name="connsiteX104" fmla="*/ 283019 w 745494"/>
                <a:gd name="connsiteY104" fmla="*/ 461154 h 878312"/>
                <a:gd name="connsiteX105" fmla="*/ 295596 w 745494"/>
                <a:gd name="connsiteY105" fmla="*/ 449580 h 878312"/>
                <a:gd name="connsiteX106" fmla="*/ 303789 w 745494"/>
                <a:gd name="connsiteY106" fmla="*/ 433909 h 878312"/>
                <a:gd name="connsiteX107" fmla="*/ 318738 w 745494"/>
                <a:gd name="connsiteY107" fmla="*/ 412774 h 878312"/>
                <a:gd name="connsiteX108" fmla="*/ 332321 w 745494"/>
                <a:gd name="connsiteY108" fmla="*/ 410042 h 878312"/>
                <a:gd name="connsiteX109" fmla="*/ 346982 w 745494"/>
                <a:gd name="connsiteY109" fmla="*/ 413133 h 878312"/>
                <a:gd name="connsiteX110" fmla="*/ 354816 w 745494"/>
                <a:gd name="connsiteY110" fmla="*/ 438294 h 878312"/>
                <a:gd name="connsiteX111" fmla="*/ 353451 w 745494"/>
                <a:gd name="connsiteY111" fmla="*/ 469277 h 878312"/>
                <a:gd name="connsiteX112" fmla="*/ 359200 w 745494"/>
                <a:gd name="connsiteY112" fmla="*/ 493071 h 878312"/>
                <a:gd name="connsiteX113" fmla="*/ 357475 w 745494"/>
                <a:gd name="connsiteY113" fmla="*/ 515860 h 878312"/>
                <a:gd name="connsiteX114" fmla="*/ 351726 w 745494"/>
                <a:gd name="connsiteY114" fmla="*/ 526068 h 878312"/>
                <a:gd name="connsiteX115" fmla="*/ 342886 w 745494"/>
                <a:gd name="connsiteY115" fmla="*/ 537641 h 878312"/>
                <a:gd name="connsiteX116" fmla="*/ 327578 w 745494"/>
                <a:gd name="connsiteY116" fmla="*/ 550222 h 878312"/>
                <a:gd name="connsiteX117" fmla="*/ 319097 w 745494"/>
                <a:gd name="connsiteY117" fmla="*/ 598530 h 878312"/>
                <a:gd name="connsiteX118" fmla="*/ 322475 w 745494"/>
                <a:gd name="connsiteY118" fmla="*/ 620958 h 878312"/>
                <a:gd name="connsiteX119" fmla="*/ 311263 w 745494"/>
                <a:gd name="connsiteY119" fmla="*/ 633538 h 878312"/>
                <a:gd name="connsiteX120" fmla="*/ 307526 w 745494"/>
                <a:gd name="connsiteY120" fmla="*/ 646837 h 878312"/>
                <a:gd name="connsiteX121" fmla="*/ 307167 w 745494"/>
                <a:gd name="connsiteY121" fmla="*/ 675448 h 878312"/>
                <a:gd name="connsiteX122" fmla="*/ 317013 w 745494"/>
                <a:gd name="connsiteY122" fmla="*/ 687382 h 878312"/>
                <a:gd name="connsiteX123" fmla="*/ 318738 w 745494"/>
                <a:gd name="connsiteY123" fmla="*/ 698955 h 878312"/>
                <a:gd name="connsiteX124" fmla="*/ 290493 w 745494"/>
                <a:gd name="connsiteY124" fmla="*/ 720378 h 878312"/>
                <a:gd name="connsiteX125" fmla="*/ 282660 w 745494"/>
                <a:gd name="connsiteY125" fmla="*/ 738062 h 878312"/>
                <a:gd name="connsiteX126" fmla="*/ 276551 w 745494"/>
                <a:gd name="connsiteY126" fmla="*/ 745538 h 878312"/>
                <a:gd name="connsiteX127" fmla="*/ 254128 w 745494"/>
                <a:gd name="connsiteY127" fmla="*/ 758118 h 878312"/>
                <a:gd name="connsiteX128" fmla="*/ 236448 w 745494"/>
                <a:gd name="connsiteY128" fmla="*/ 779540 h 878312"/>
                <a:gd name="connsiteX129" fmla="*/ 229333 w 745494"/>
                <a:gd name="connsiteY129" fmla="*/ 799956 h 878312"/>
                <a:gd name="connsiteX130" fmla="*/ 225955 w 745494"/>
                <a:gd name="connsiteY130" fmla="*/ 818359 h 878312"/>
                <a:gd name="connsiteX131" fmla="*/ 226674 w 745494"/>
                <a:gd name="connsiteY131" fmla="*/ 840141 h 878312"/>
                <a:gd name="connsiteX132" fmla="*/ 243635 w 745494"/>
                <a:gd name="connsiteY132" fmla="*/ 828208 h 878312"/>
                <a:gd name="connsiteX133" fmla="*/ 272239 w 745494"/>
                <a:gd name="connsiteY133" fmla="*/ 762863 h 878312"/>
                <a:gd name="connsiteX134" fmla="*/ 314426 w 745494"/>
                <a:gd name="connsiteY134" fmla="*/ 745179 h 878312"/>
                <a:gd name="connsiteX135" fmla="*/ 398800 w 745494"/>
                <a:gd name="connsiteY135" fmla="*/ 708445 h 878312"/>
                <a:gd name="connsiteX136" fmla="*/ 462763 w 745494"/>
                <a:gd name="connsiteY136" fmla="*/ 689394 h 878312"/>
                <a:gd name="connsiteX137" fmla="*/ 458666 w 745494"/>
                <a:gd name="connsiteY137" fmla="*/ 658052 h 878312"/>
                <a:gd name="connsiteX138" fmla="*/ 446449 w 745494"/>
                <a:gd name="connsiteY138" fmla="*/ 617220 h 878312"/>
                <a:gd name="connsiteX139" fmla="*/ 438256 w 745494"/>
                <a:gd name="connsiteY139" fmla="*/ 557338 h 878312"/>
                <a:gd name="connsiteX140" fmla="*/ 474981 w 745494"/>
                <a:gd name="connsiteY140" fmla="*/ 532825 h 878312"/>
                <a:gd name="connsiteX141" fmla="*/ 504950 w 745494"/>
                <a:gd name="connsiteY141" fmla="*/ 541020 h 878312"/>
                <a:gd name="connsiteX142" fmla="*/ 532188 w 745494"/>
                <a:gd name="connsiteY142" fmla="*/ 583218 h 878312"/>
                <a:gd name="connsiteX143" fmla="*/ 548502 w 745494"/>
                <a:gd name="connsiteY143" fmla="*/ 622683 h 878312"/>
                <a:gd name="connsiteX144" fmla="*/ 596151 w 745494"/>
                <a:gd name="connsiteY144" fmla="*/ 630879 h 878312"/>
                <a:gd name="connsiteX145" fmla="*/ 647897 w 745494"/>
                <a:gd name="connsiteY145" fmla="*/ 621318 h 878312"/>
                <a:gd name="connsiteX146" fmla="*/ 698277 w 745494"/>
                <a:gd name="connsiteY146" fmla="*/ 649929 h 878312"/>
                <a:gd name="connsiteX147" fmla="*/ 715957 w 745494"/>
                <a:gd name="connsiteY147" fmla="*/ 666247 h 878312"/>
                <a:gd name="connsiteX148" fmla="*/ 745495 w 745494"/>
                <a:gd name="connsiteY148" fmla="*/ 469133 h 878312"/>
                <a:gd name="connsiteX149" fmla="*/ 702301 w 745494"/>
                <a:gd name="connsiteY149" fmla="*/ 483151 h 878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745494" h="878312">
                  <a:moveTo>
                    <a:pt x="702373" y="483439"/>
                  </a:moveTo>
                  <a:lnTo>
                    <a:pt x="674488" y="469133"/>
                  </a:lnTo>
                  <a:lnTo>
                    <a:pt x="660186" y="453462"/>
                  </a:lnTo>
                  <a:lnTo>
                    <a:pt x="628851" y="441888"/>
                  </a:lnTo>
                  <a:lnTo>
                    <a:pt x="615915" y="412630"/>
                  </a:lnTo>
                  <a:lnTo>
                    <a:pt x="609088" y="388836"/>
                  </a:lnTo>
                  <a:lnTo>
                    <a:pt x="555977" y="382007"/>
                  </a:lnTo>
                  <a:lnTo>
                    <a:pt x="538297" y="364969"/>
                  </a:lnTo>
                  <a:lnTo>
                    <a:pt x="536931" y="333627"/>
                  </a:lnTo>
                  <a:lnTo>
                    <a:pt x="562086" y="323419"/>
                  </a:lnTo>
                  <a:lnTo>
                    <a:pt x="574303" y="301637"/>
                  </a:lnTo>
                  <a:lnTo>
                    <a:pt x="563379" y="288697"/>
                  </a:lnTo>
                  <a:lnTo>
                    <a:pt x="560648" y="259439"/>
                  </a:lnTo>
                  <a:lnTo>
                    <a:pt x="556552" y="231548"/>
                  </a:lnTo>
                  <a:lnTo>
                    <a:pt x="530679" y="208400"/>
                  </a:lnTo>
                  <a:lnTo>
                    <a:pt x="521120" y="185252"/>
                  </a:lnTo>
                  <a:lnTo>
                    <a:pt x="510915" y="153263"/>
                  </a:lnTo>
                  <a:lnTo>
                    <a:pt x="478933" y="145068"/>
                  </a:lnTo>
                  <a:lnTo>
                    <a:pt x="444221" y="136873"/>
                  </a:lnTo>
                  <a:lnTo>
                    <a:pt x="451695" y="117823"/>
                  </a:lnTo>
                  <a:lnTo>
                    <a:pt x="451695" y="94028"/>
                  </a:lnTo>
                  <a:lnTo>
                    <a:pt x="392475" y="126664"/>
                  </a:lnTo>
                  <a:lnTo>
                    <a:pt x="388379" y="141617"/>
                  </a:lnTo>
                  <a:lnTo>
                    <a:pt x="378820" y="170875"/>
                  </a:lnTo>
                  <a:lnTo>
                    <a:pt x="355032" y="189278"/>
                  </a:lnTo>
                  <a:lnTo>
                    <a:pt x="326428" y="173607"/>
                  </a:lnTo>
                  <a:lnTo>
                    <a:pt x="313492" y="151825"/>
                  </a:lnTo>
                  <a:lnTo>
                    <a:pt x="274035" y="140251"/>
                  </a:lnTo>
                  <a:lnTo>
                    <a:pt x="243420" y="134141"/>
                  </a:lnTo>
                  <a:cubicBezTo>
                    <a:pt x="243420" y="134141"/>
                    <a:pt x="246150" y="91224"/>
                    <a:pt x="246150" y="89212"/>
                  </a:cubicBezTo>
                  <a:cubicBezTo>
                    <a:pt x="246150" y="87199"/>
                    <a:pt x="231849" y="72893"/>
                    <a:pt x="231849" y="72893"/>
                  </a:cubicBezTo>
                  <a:lnTo>
                    <a:pt x="242773" y="57222"/>
                  </a:lnTo>
                  <a:lnTo>
                    <a:pt x="240042" y="36087"/>
                  </a:lnTo>
                  <a:lnTo>
                    <a:pt x="229117" y="14306"/>
                  </a:lnTo>
                  <a:lnTo>
                    <a:pt x="212803" y="0"/>
                  </a:lnTo>
                  <a:lnTo>
                    <a:pt x="197855" y="27892"/>
                  </a:lnTo>
                  <a:lnTo>
                    <a:pt x="172700" y="26526"/>
                  </a:lnTo>
                  <a:lnTo>
                    <a:pt x="145462" y="19050"/>
                  </a:lnTo>
                  <a:lnTo>
                    <a:pt x="136622" y="23795"/>
                  </a:lnTo>
                  <a:lnTo>
                    <a:pt x="104641" y="25160"/>
                  </a:lnTo>
                  <a:lnTo>
                    <a:pt x="97670" y="10424"/>
                  </a:lnTo>
                  <a:lnTo>
                    <a:pt x="80206" y="16750"/>
                  </a:lnTo>
                  <a:lnTo>
                    <a:pt x="94076" y="84108"/>
                  </a:lnTo>
                  <a:lnTo>
                    <a:pt x="93070" y="115738"/>
                  </a:lnTo>
                  <a:lnTo>
                    <a:pt x="97167" y="156569"/>
                  </a:lnTo>
                  <a:lnTo>
                    <a:pt x="61448" y="210700"/>
                  </a:lnTo>
                  <a:lnTo>
                    <a:pt x="37731" y="211563"/>
                  </a:lnTo>
                  <a:lnTo>
                    <a:pt x="40678" y="252538"/>
                  </a:lnTo>
                  <a:lnTo>
                    <a:pt x="48871" y="268857"/>
                  </a:lnTo>
                  <a:lnTo>
                    <a:pt x="50236" y="316518"/>
                  </a:lnTo>
                  <a:lnTo>
                    <a:pt x="58429" y="376399"/>
                  </a:lnTo>
                  <a:lnTo>
                    <a:pt x="50236" y="402279"/>
                  </a:lnTo>
                  <a:lnTo>
                    <a:pt x="35288" y="430889"/>
                  </a:lnTo>
                  <a:lnTo>
                    <a:pt x="14877" y="444476"/>
                  </a:lnTo>
                  <a:lnTo>
                    <a:pt x="14877" y="470355"/>
                  </a:lnTo>
                  <a:lnTo>
                    <a:pt x="24435" y="489405"/>
                  </a:lnTo>
                  <a:lnTo>
                    <a:pt x="23070" y="516650"/>
                  </a:lnTo>
                  <a:lnTo>
                    <a:pt x="10852" y="565677"/>
                  </a:lnTo>
                  <a:lnTo>
                    <a:pt x="0" y="624193"/>
                  </a:lnTo>
                  <a:lnTo>
                    <a:pt x="19045" y="650072"/>
                  </a:lnTo>
                  <a:lnTo>
                    <a:pt x="57136" y="652804"/>
                  </a:lnTo>
                  <a:lnTo>
                    <a:pt x="63963" y="670488"/>
                  </a:lnTo>
                  <a:lnTo>
                    <a:pt x="76900" y="670488"/>
                  </a:lnTo>
                  <a:lnTo>
                    <a:pt x="94579" y="654170"/>
                  </a:lnTo>
                  <a:lnTo>
                    <a:pt x="103419" y="637133"/>
                  </a:lnTo>
                  <a:lnTo>
                    <a:pt x="123830" y="639864"/>
                  </a:lnTo>
                  <a:lnTo>
                    <a:pt x="142228" y="662293"/>
                  </a:lnTo>
                  <a:lnTo>
                    <a:pt x="155812" y="685441"/>
                  </a:lnTo>
                  <a:lnTo>
                    <a:pt x="155165" y="720809"/>
                  </a:lnTo>
                  <a:lnTo>
                    <a:pt x="126561" y="748701"/>
                  </a:lnTo>
                  <a:lnTo>
                    <a:pt x="134323" y="839422"/>
                  </a:lnTo>
                  <a:lnTo>
                    <a:pt x="142947" y="835109"/>
                  </a:lnTo>
                  <a:lnTo>
                    <a:pt x="159261" y="848695"/>
                  </a:lnTo>
                  <a:lnTo>
                    <a:pt x="154662" y="878313"/>
                  </a:lnTo>
                  <a:lnTo>
                    <a:pt x="169107" y="847042"/>
                  </a:lnTo>
                  <a:lnTo>
                    <a:pt x="184415" y="837481"/>
                  </a:lnTo>
                  <a:lnTo>
                    <a:pt x="195986" y="826626"/>
                  </a:lnTo>
                  <a:cubicBezTo>
                    <a:pt x="195986" y="826626"/>
                    <a:pt x="193614" y="816059"/>
                    <a:pt x="193614" y="810596"/>
                  </a:cubicBezTo>
                  <a:cubicBezTo>
                    <a:pt x="193614" y="805132"/>
                    <a:pt x="192249" y="792911"/>
                    <a:pt x="192249" y="792911"/>
                  </a:cubicBezTo>
                  <a:lnTo>
                    <a:pt x="199723" y="778247"/>
                  </a:lnTo>
                  <a:lnTo>
                    <a:pt x="198358" y="752727"/>
                  </a:lnTo>
                  <a:cubicBezTo>
                    <a:pt x="198358" y="752727"/>
                    <a:pt x="191243" y="732958"/>
                    <a:pt x="191530" y="730298"/>
                  </a:cubicBezTo>
                  <a:cubicBezTo>
                    <a:pt x="191890" y="727566"/>
                    <a:pt x="196273" y="714986"/>
                    <a:pt x="196273" y="714986"/>
                  </a:cubicBezTo>
                  <a:lnTo>
                    <a:pt x="207844" y="712254"/>
                  </a:lnTo>
                  <a:lnTo>
                    <a:pt x="214959" y="710889"/>
                  </a:lnTo>
                  <a:lnTo>
                    <a:pt x="227177" y="716999"/>
                  </a:lnTo>
                  <a:lnTo>
                    <a:pt x="235658" y="721456"/>
                  </a:lnTo>
                  <a:lnTo>
                    <a:pt x="245863" y="720809"/>
                  </a:lnTo>
                  <a:lnTo>
                    <a:pt x="247875" y="710242"/>
                  </a:lnTo>
                  <a:lnTo>
                    <a:pt x="249600" y="698021"/>
                  </a:lnTo>
                  <a:lnTo>
                    <a:pt x="254703" y="691910"/>
                  </a:lnTo>
                  <a:lnTo>
                    <a:pt x="259806" y="688172"/>
                  </a:lnTo>
                  <a:lnTo>
                    <a:pt x="261530" y="674586"/>
                  </a:lnTo>
                  <a:lnTo>
                    <a:pt x="269364" y="662005"/>
                  </a:lnTo>
                  <a:lnTo>
                    <a:pt x="267999" y="652445"/>
                  </a:lnTo>
                  <a:lnTo>
                    <a:pt x="262896" y="642237"/>
                  </a:lnTo>
                  <a:lnTo>
                    <a:pt x="268358" y="606150"/>
                  </a:lnTo>
                  <a:lnTo>
                    <a:pt x="261890" y="592850"/>
                  </a:lnTo>
                  <a:lnTo>
                    <a:pt x="271448" y="572435"/>
                  </a:lnTo>
                  <a:lnTo>
                    <a:pt x="277916" y="553385"/>
                  </a:lnTo>
                  <a:lnTo>
                    <a:pt x="277916" y="531243"/>
                  </a:lnTo>
                  <a:lnTo>
                    <a:pt x="269077" y="514925"/>
                  </a:lnTo>
                  <a:lnTo>
                    <a:pt x="254775" y="503351"/>
                  </a:lnTo>
                  <a:lnTo>
                    <a:pt x="263974" y="486027"/>
                  </a:lnTo>
                  <a:cubicBezTo>
                    <a:pt x="263974" y="486027"/>
                    <a:pt x="281654" y="461513"/>
                    <a:pt x="283019" y="461154"/>
                  </a:cubicBezTo>
                  <a:cubicBezTo>
                    <a:pt x="284385" y="460794"/>
                    <a:pt x="295596" y="449580"/>
                    <a:pt x="295596" y="449580"/>
                  </a:cubicBezTo>
                  <a:lnTo>
                    <a:pt x="303789" y="433909"/>
                  </a:lnTo>
                  <a:lnTo>
                    <a:pt x="318738" y="412774"/>
                  </a:lnTo>
                  <a:cubicBezTo>
                    <a:pt x="318738" y="412774"/>
                    <a:pt x="325853" y="410042"/>
                    <a:pt x="332321" y="410042"/>
                  </a:cubicBezTo>
                  <a:cubicBezTo>
                    <a:pt x="338789" y="410042"/>
                    <a:pt x="345617" y="408676"/>
                    <a:pt x="346982" y="413133"/>
                  </a:cubicBezTo>
                  <a:cubicBezTo>
                    <a:pt x="348348" y="417590"/>
                    <a:pt x="354816" y="438294"/>
                    <a:pt x="354816" y="438294"/>
                  </a:cubicBezTo>
                  <a:lnTo>
                    <a:pt x="353451" y="469277"/>
                  </a:lnTo>
                  <a:lnTo>
                    <a:pt x="359200" y="493071"/>
                  </a:lnTo>
                  <a:lnTo>
                    <a:pt x="357475" y="515860"/>
                  </a:lnTo>
                  <a:lnTo>
                    <a:pt x="351726" y="526068"/>
                  </a:lnTo>
                  <a:lnTo>
                    <a:pt x="342886" y="537641"/>
                  </a:lnTo>
                  <a:lnTo>
                    <a:pt x="327578" y="550222"/>
                  </a:lnTo>
                  <a:lnTo>
                    <a:pt x="319097" y="598530"/>
                  </a:lnTo>
                  <a:lnTo>
                    <a:pt x="322475" y="620958"/>
                  </a:lnTo>
                  <a:lnTo>
                    <a:pt x="311263" y="633538"/>
                  </a:lnTo>
                  <a:lnTo>
                    <a:pt x="307526" y="646837"/>
                  </a:lnTo>
                  <a:lnTo>
                    <a:pt x="307167" y="675448"/>
                  </a:lnTo>
                  <a:cubicBezTo>
                    <a:pt x="307167" y="675448"/>
                    <a:pt x="316366" y="685009"/>
                    <a:pt x="317013" y="687382"/>
                  </a:cubicBezTo>
                  <a:cubicBezTo>
                    <a:pt x="317660" y="689754"/>
                    <a:pt x="318738" y="698955"/>
                    <a:pt x="318738" y="698955"/>
                  </a:cubicBezTo>
                  <a:lnTo>
                    <a:pt x="290493" y="720378"/>
                  </a:lnTo>
                  <a:lnTo>
                    <a:pt x="282660" y="738062"/>
                  </a:lnTo>
                  <a:lnTo>
                    <a:pt x="276551" y="745538"/>
                  </a:lnTo>
                  <a:lnTo>
                    <a:pt x="254128" y="758118"/>
                  </a:lnTo>
                  <a:cubicBezTo>
                    <a:pt x="254128" y="758118"/>
                    <a:pt x="237454" y="776521"/>
                    <a:pt x="236448" y="779540"/>
                  </a:cubicBezTo>
                  <a:cubicBezTo>
                    <a:pt x="235442" y="782632"/>
                    <a:pt x="229333" y="799956"/>
                    <a:pt x="229333" y="799956"/>
                  </a:cubicBezTo>
                  <a:lnTo>
                    <a:pt x="225955" y="818359"/>
                  </a:lnTo>
                  <a:lnTo>
                    <a:pt x="226674" y="840141"/>
                  </a:lnTo>
                  <a:lnTo>
                    <a:pt x="243635" y="828208"/>
                  </a:lnTo>
                  <a:lnTo>
                    <a:pt x="272239" y="762863"/>
                  </a:lnTo>
                  <a:lnTo>
                    <a:pt x="314426" y="745179"/>
                  </a:lnTo>
                  <a:lnTo>
                    <a:pt x="398800" y="708445"/>
                  </a:lnTo>
                  <a:lnTo>
                    <a:pt x="462763" y="689394"/>
                  </a:lnTo>
                  <a:lnTo>
                    <a:pt x="458666" y="658052"/>
                  </a:lnTo>
                  <a:lnTo>
                    <a:pt x="446449" y="617220"/>
                  </a:lnTo>
                  <a:lnTo>
                    <a:pt x="438256" y="557338"/>
                  </a:lnTo>
                  <a:lnTo>
                    <a:pt x="474981" y="532825"/>
                  </a:lnTo>
                  <a:lnTo>
                    <a:pt x="504950" y="541020"/>
                  </a:lnTo>
                  <a:lnTo>
                    <a:pt x="532188" y="583218"/>
                  </a:lnTo>
                  <a:lnTo>
                    <a:pt x="548502" y="622683"/>
                  </a:lnTo>
                  <a:lnTo>
                    <a:pt x="596151" y="630879"/>
                  </a:lnTo>
                  <a:cubicBezTo>
                    <a:pt x="596151" y="630879"/>
                    <a:pt x="642435" y="621318"/>
                    <a:pt x="647897" y="621318"/>
                  </a:cubicBezTo>
                  <a:cubicBezTo>
                    <a:pt x="653359" y="621318"/>
                    <a:pt x="698277" y="649929"/>
                    <a:pt x="698277" y="649929"/>
                  </a:cubicBezTo>
                  <a:lnTo>
                    <a:pt x="715957" y="666247"/>
                  </a:lnTo>
                  <a:lnTo>
                    <a:pt x="745495" y="469133"/>
                  </a:lnTo>
                  <a:lnTo>
                    <a:pt x="702301" y="483151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4" name="Bogotá">
              <a:extLst>
                <a:ext uri="{FF2B5EF4-FFF2-40B4-BE49-F238E27FC236}">
                  <a16:creationId xmlns:a16="http://schemas.microsoft.com/office/drawing/2014/main" id="{EE9AEA18-8966-345E-6509-92EC4C2BFF04}"/>
                </a:ext>
              </a:extLst>
            </p:cNvPr>
            <p:cNvSpPr/>
            <p:nvPr/>
          </p:nvSpPr>
          <p:spPr>
            <a:xfrm>
              <a:off x="5835401" y="3183151"/>
              <a:ext cx="206407" cy="480616"/>
            </a:xfrm>
            <a:custGeom>
              <a:avLst/>
              <a:gdLst>
                <a:gd name="connsiteX0" fmla="*/ 76540 w 206407"/>
                <a:gd name="connsiteY0" fmla="*/ 390111 h 480616"/>
                <a:gd name="connsiteX1" fmla="*/ 83655 w 206407"/>
                <a:gd name="connsiteY1" fmla="*/ 369696 h 480616"/>
                <a:gd name="connsiteX2" fmla="*/ 101335 w 206407"/>
                <a:gd name="connsiteY2" fmla="*/ 348273 h 480616"/>
                <a:gd name="connsiteX3" fmla="*/ 123758 w 206407"/>
                <a:gd name="connsiteY3" fmla="*/ 335693 h 480616"/>
                <a:gd name="connsiteX4" fmla="*/ 129867 w 206407"/>
                <a:gd name="connsiteY4" fmla="*/ 328217 h 480616"/>
                <a:gd name="connsiteX5" fmla="*/ 137701 w 206407"/>
                <a:gd name="connsiteY5" fmla="*/ 310533 h 480616"/>
                <a:gd name="connsiteX6" fmla="*/ 165945 w 206407"/>
                <a:gd name="connsiteY6" fmla="*/ 289110 h 480616"/>
                <a:gd name="connsiteX7" fmla="*/ 164220 w 206407"/>
                <a:gd name="connsiteY7" fmla="*/ 277537 h 480616"/>
                <a:gd name="connsiteX8" fmla="*/ 154374 w 206407"/>
                <a:gd name="connsiteY8" fmla="*/ 265603 h 480616"/>
                <a:gd name="connsiteX9" fmla="*/ 154733 w 206407"/>
                <a:gd name="connsiteY9" fmla="*/ 236992 h 480616"/>
                <a:gd name="connsiteX10" fmla="*/ 158471 w 206407"/>
                <a:gd name="connsiteY10" fmla="*/ 223693 h 480616"/>
                <a:gd name="connsiteX11" fmla="*/ 169682 w 206407"/>
                <a:gd name="connsiteY11" fmla="*/ 211113 h 480616"/>
                <a:gd name="connsiteX12" fmla="*/ 166304 w 206407"/>
                <a:gd name="connsiteY12" fmla="*/ 188684 h 480616"/>
                <a:gd name="connsiteX13" fmla="*/ 174785 w 206407"/>
                <a:gd name="connsiteY13" fmla="*/ 140376 h 480616"/>
                <a:gd name="connsiteX14" fmla="*/ 190093 w 206407"/>
                <a:gd name="connsiteY14" fmla="*/ 127796 h 480616"/>
                <a:gd name="connsiteX15" fmla="*/ 198933 w 206407"/>
                <a:gd name="connsiteY15" fmla="*/ 116223 h 480616"/>
                <a:gd name="connsiteX16" fmla="*/ 204682 w 206407"/>
                <a:gd name="connsiteY16" fmla="*/ 106015 h 480616"/>
                <a:gd name="connsiteX17" fmla="*/ 206407 w 206407"/>
                <a:gd name="connsiteY17" fmla="*/ 83227 h 480616"/>
                <a:gd name="connsiteX18" fmla="*/ 200657 w 206407"/>
                <a:gd name="connsiteY18" fmla="*/ 59432 h 480616"/>
                <a:gd name="connsiteX19" fmla="*/ 202023 w 206407"/>
                <a:gd name="connsiteY19" fmla="*/ 28449 h 480616"/>
                <a:gd name="connsiteX20" fmla="*/ 194189 w 206407"/>
                <a:gd name="connsiteY20" fmla="*/ 3289 h 480616"/>
                <a:gd name="connsiteX21" fmla="*/ 179528 w 206407"/>
                <a:gd name="connsiteY21" fmla="*/ 197 h 480616"/>
                <a:gd name="connsiteX22" fmla="*/ 165945 w 206407"/>
                <a:gd name="connsiteY22" fmla="*/ 2929 h 480616"/>
                <a:gd name="connsiteX23" fmla="*/ 150996 w 206407"/>
                <a:gd name="connsiteY23" fmla="*/ 24064 h 480616"/>
                <a:gd name="connsiteX24" fmla="*/ 142803 w 206407"/>
                <a:gd name="connsiteY24" fmla="*/ 39735 h 480616"/>
                <a:gd name="connsiteX25" fmla="*/ 130226 w 206407"/>
                <a:gd name="connsiteY25" fmla="*/ 51309 h 480616"/>
                <a:gd name="connsiteX26" fmla="*/ 111181 w 206407"/>
                <a:gd name="connsiteY26" fmla="*/ 76182 h 480616"/>
                <a:gd name="connsiteX27" fmla="*/ 101982 w 206407"/>
                <a:gd name="connsiteY27" fmla="*/ 93506 h 480616"/>
                <a:gd name="connsiteX28" fmla="*/ 116284 w 206407"/>
                <a:gd name="connsiteY28" fmla="*/ 105080 h 480616"/>
                <a:gd name="connsiteX29" fmla="*/ 125124 w 206407"/>
                <a:gd name="connsiteY29" fmla="*/ 121398 h 480616"/>
                <a:gd name="connsiteX30" fmla="*/ 125124 w 206407"/>
                <a:gd name="connsiteY30" fmla="*/ 143540 h 480616"/>
                <a:gd name="connsiteX31" fmla="*/ 118655 w 206407"/>
                <a:gd name="connsiteY31" fmla="*/ 162590 h 480616"/>
                <a:gd name="connsiteX32" fmla="*/ 109097 w 206407"/>
                <a:gd name="connsiteY32" fmla="*/ 183006 h 480616"/>
                <a:gd name="connsiteX33" fmla="*/ 115565 w 206407"/>
                <a:gd name="connsiteY33" fmla="*/ 196304 h 480616"/>
                <a:gd name="connsiteX34" fmla="*/ 110103 w 206407"/>
                <a:gd name="connsiteY34" fmla="*/ 232392 h 480616"/>
                <a:gd name="connsiteX35" fmla="*/ 115206 w 206407"/>
                <a:gd name="connsiteY35" fmla="*/ 242600 h 480616"/>
                <a:gd name="connsiteX36" fmla="*/ 116571 w 206407"/>
                <a:gd name="connsiteY36" fmla="*/ 252161 h 480616"/>
                <a:gd name="connsiteX37" fmla="*/ 108737 w 206407"/>
                <a:gd name="connsiteY37" fmla="*/ 264741 h 480616"/>
                <a:gd name="connsiteX38" fmla="*/ 107012 w 206407"/>
                <a:gd name="connsiteY38" fmla="*/ 278327 h 480616"/>
                <a:gd name="connsiteX39" fmla="*/ 101910 w 206407"/>
                <a:gd name="connsiteY39" fmla="*/ 282066 h 480616"/>
                <a:gd name="connsiteX40" fmla="*/ 96807 w 206407"/>
                <a:gd name="connsiteY40" fmla="*/ 288176 h 480616"/>
                <a:gd name="connsiteX41" fmla="*/ 95082 w 206407"/>
                <a:gd name="connsiteY41" fmla="*/ 300397 h 480616"/>
                <a:gd name="connsiteX42" fmla="*/ 93070 w 206407"/>
                <a:gd name="connsiteY42" fmla="*/ 310964 h 480616"/>
                <a:gd name="connsiteX43" fmla="*/ 82865 w 206407"/>
                <a:gd name="connsiteY43" fmla="*/ 311611 h 480616"/>
                <a:gd name="connsiteX44" fmla="*/ 74384 w 206407"/>
                <a:gd name="connsiteY44" fmla="*/ 307154 h 480616"/>
                <a:gd name="connsiteX45" fmla="*/ 62166 w 206407"/>
                <a:gd name="connsiteY45" fmla="*/ 301044 h 480616"/>
                <a:gd name="connsiteX46" fmla="*/ 55051 w 206407"/>
                <a:gd name="connsiteY46" fmla="*/ 302409 h 480616"/>
                <a:gd name="connsiteX47" fmla="*/ 43481 w 206407"/>
                <a:gd name="connsiteY47" fmla="*/ 305141 h 480616"/>
                <a:gd name="connsiteX48" fmla="*/ 38737 w 206407"/>
                <a:gd name="connsiteY48" fmla="*/ 320453 h 480616"/>
                <a:gd name="connsiteX49" fmla="*/ 45565 w 206407"/>
                <a:gd name="connsiteY49" fmla="*/ 342882 h 480616"/>
                <a:gd name="connsiteX50" fmla="*/ 46930 w 206407"/>
                <a:gd name="connsiteY50" fmla="*/ 368401 h 480616"/>
                <a:gd name="connsiteX51" fmla="*/ 39456 w 206407"/>
                <a:gd name="connsiteY51" fmla="*/ 383066 h 480616"/>
                <a:gd name="connsiteX52" fmla="*/ 40821 w 206407"/>
                <a:gd name="connsiteY52" fmla="*/ 400750 h 480616"/>
                <a:gd name="connsiteX53" fmla="*/ 43193 w 206407"/>
                <a:gd name="connsiteY53" fmla="*/ 416781 h 480616"/>
                <a:gd name="connsiteX54" fmla="*/ 31622 w 206407"/>
                <a:gd name="connsiteY54" fmla="*/ 427636 h 480616"/>
                <a:gd name="connsiteX55" fmla="*/ 16314 w 206407"/>
                <a:gd name="connsiteY55" fmla="*/ 437197 h 480616"/>
                <a:gd name="connsiteX56" fmla="*/ 1868 w 206407"/>
                <a:gd name="connsiteY56" fmla="*/ 468468 h 480616"/>
                <a:gd name="connsiteX57" fmla="*/ 0 w 206407"/>
                <a:gd name="connsiteY57" fmla="*/ 480617 h 480616"/>
                <a:gd name="connsiteX58" fmla="*/ 30975 w 206407"/>
                <a:gd name="connsiteY58" fmla="*/ 476950 h 480616"/>
                <a:gd name="connsiteX59" fmla="*/ 54117 w 206407"/>
                <a:gd name="connsiteY59" fmla="*/ 444314 h 480616"/>
                <a:gd name="connsiteX60" fmla="*/ 73881 w 206407"/>
                <a:gd name="connsiteY60" fmla="*/ 430368 h 480616"/>
                <a:gd name="connsiteX61" fmla="*/ 73162 w 206407"/>
                <a:gd name="connsiteY61" fmla="*/ 408586 h 480616"/>
                <a:gd name="connsiteX62" fmla="*/ 76540 w 206407"/>
                <a:gd name="connsiteY62" fmla="*/ 390183 h 480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206407" h="480616">
                  <a:moveTo>
                    <a:pt x="76540" y="390111"/>
                  </a:moveTo>
                  <a:cubicBezTo>
                    <a:pt x="76540" y="390111"/>
                    <a:pt x="82649" y="372787"/>
                    <a:pt x="83655" y="369696"/>
                  </a:cubicBezTo>
                  <a:cubicBezTo>
                    <a:pt x="84661" y="366604"/>
                    <a:pt x="101335" y="348273"/>
                    <a:pt x="101335" y="348273"/>
                  </a:cubicBezTo>
                  <a:lnTo>
                    <a:pt x="123758" y="335693"/>
                  </a:lnTo>
                  <a:lnTo>
                    <a:pt x="129867" y="328217"/>
                  </a:lnTo>
                  <a:lnTo>
                    <a:pt x="137701" y="310533"/>
                  </a:lnTo>
                  <a:lnTo>
                    <a:pt x="165945" y="289110"/>
                  </a:lnTo>
                  <a:cubicBezTo>
                    <a:pt x="165945" y="289110"/>
                    <a:pt x="164939" y="279909"/>
                    <a:pt x="164220" y="277537"/>
                  </a:cubicBezTo>
                  <a:cubicBezTo>
                    <a:pt x="163573" y="275164"/>
                    <a:pt x="154374" y="265603"/>
                    <a:pt x="154374" y="265603"/>
                  </a:cubicBezTo>
                  <a:lnTo>
                    <a:pt x="154733" y="236992"/>
                  </a:lnTo>
                  <a:lnTo>
                    <a:pt x="158471" y="223693"/>
                  </a:lnTo>
                  <a:lnTo>
                    <a:pt x="169682" y="211113"/>
                  </a:lnTo>
                  <a:lnTo>
                    <a:pt x="166304" y="188684"/>
                  </a:lnTo>
                  <a:lnTo>
                    <a:pt x="174785" y="140376"/>
                  </a:lnTo>
                  <a:lnTo>
                    <a:pt x="190093" y="127796"/>
                  </a:lnTo>
                  <a:lnTo>
                    <a:pt x="198933" y="116223"/>
                  </a:lnTo>
                  <a:lnTo>
                    <a:pt x="204682" y="106015"/>
                  </a:lnTo>
                  <a:lnTo>
                    <a:pt x="206407" y="83227"/>
                  </a:lnTo>
                  <a:lnTo>
                    <a:pt x="200657" y="59432"/>
                  </a:lnTo>
                  <a:lnTo>
                    <a:pt x="202023" y="28449"/>
                  </a:lnTo>
                  <a:cubicBezTo>
                    <a:pt x="202023" y="28449"/>
                    <a:pt x="195555" y="7674"/>
                    <a:pt x="194189" y="3289"/>
                  </a:cubicBezTo>
                  <a:cubicBezTo>
                    <a:pt x="192824" y="-1169"/>
                    <a:pt x="185996" y="197"/>
                    <a:pt x="179528" y="197"/>
                  </a:cubicBezTo>
                  <a:cubicBezTo>
                    <a:pt x="173060" y="197"/>
                    <a:pt x="165945" y="2929"/>
                    <a:pt x="165945" y="2929"/>
                  </a:cubicBezTo>
                  <a:lnTo>
                    <a:pt x="150996" y="24064"/>
                  </a:lnTo>
                  <a:lnTo>
                    <a:pt x="142803" y="39735"/>
                  </a:lnTo>
                  <a:cubicBezTo>
                    <a:pt x="142803" y="39735"/>
                    <a:pt x="131592" y="50949"/>
                    <a:pt x="130226" y="51309"/>
                  </a:cubicBezTo>
                  <a:cubicBezTo>
                    <a:pt x="128861" y="51668"/>
                    <a:pt x="111181" y="76182"/>
                    <a:pt x="111181" y="76182"/>
                  </a:cubicBezTo>
                  <a:lnTo>
                    <a:pt x="101982" y="93506"/>
                  </a:lnTo>
                  <a:lnTo>
                    <a:pt x="116284" y="105080"/>
                  </a:lnTo>
                  <a:lnTo>
                    <a:pt x="125124" y="121398"/>
                  </a:lnTo>
                  <a:lnTo>
                    <a:pt x="125124" y="143540"/>
                  </a:lnTo>
                  <a:lnTo>
                    <a:pt x="118655" y="162590"/>
                  </a:lnTo>
                  <a:lnTo>
                    <a:pt x="109097" y="183006"/>
                  </a:lnTo>
                  <a:lnTo>
                    <a:pt x="115565" y="196304"/>
                  </a:lnTo>
                  <a:lnTo>
                    <a:pt x="110103" y="232392"/>
                  </a:lnTo>
                  <a:lnTo>
                    <a:pt x="115206" y="242600"/>
                  </a:lnTo>
                  <a:lnTo>
                    <a:pt x="116571" y="252161"/>
                  </a:lnTo>
                  <a:lnTo>
                    <a:pt x="108737" y="264741"/>
                  </a:lnTo>
                  <a:lnTo>
                    <a:pt x="107012" y="278327"/>
                  </a:lnTo>
                  <a:lnTo>
                    <a:pt x="101910" y="282066"/>
                  </a:lnTo>
                  <a:lnTo>
                    <a:pt x="96807" y="288176"/>
                  </a:lnTo>
                  <a:lnTo>
                    <a:pt x="95082" y="300397"/>
                  </a:lnTo>
                  <a:lnTo>
                    <a:pt x="93070" y="310964"/>
                  </a:lnTo>
                  <a:lnTo>
                    <a:pt x="82865" y="311611"/>
                  </a:lnTo>
                  <a:lnTo>
                    <a:pt x="74384" y="307154"/>
                  </a:lnTo>
                  <a:lnTo>
                    <a:pt x="62166" y="301044"/>
                  </a:lnTo>
                  <a:lnTo>
                    <a:pt x="55051" y="302409"/>
                  </a:lnTo>
                  <a:lnTo>
                    <a:pt x="43481" y="305141"/>
                  </a:lnTo>
                  <a:cubicBezTo>
                    <a:pt x="43481" y="305141"/>
                    <a:pt x="39025" y="317721"/>
                    <a:pt x="38737" y="320453"/>
                  </a:cubicBezTo>
                  <a:cubicBezTo>
                    <a:pt x="38378" y="323185"/>
                    <a:pt x="45565" y="342882"/>
                    <a:pt x="45565" y="342882"/>
                  </a:cubicBezTo>
                  <a:lnTo>
                    <a:pt x="46930" y="368401"/>
                  </a:lnTo>
                  <a:lnTo>
                    <a:pt x="39456" y="383066"/>
                  </a:lnTo>
                  <a:cubicBezTo>
                    <a:pt x="39456" y="383066"/>
                    <a:pt x="40821" y="395287"/>
                    <a:pt x="40821" y="400750"/>
                  </a:cubicBezTo>
                  <a:cubicBezTo>
                    <a:pt x="40821" y="406214"/>
                    <a:pt x="43193" y="416781"/>
                    <a:pt x="43193" y="416781"/>
                  </a:cubicBezTo>
                  <a:lnTo>
                    <a:pt x="31622" y="427636"/>
                  </a:lnTo>
                  <a:lnTo>
                    <a:pt x="16314" y="437197"/>
                  </a:lnTo>
                  <a:lnTo>
                    <a:pt x="1868" y="468468"/>
                  </a:lnTo>
                  <a:lnTo>
                    <a:pt x="0" y="480617"/>
                  </a:lnTo>
                  <a:lnTo>
                    <a:pt x="30975" y="476950"/>
                  </a:lnTo>
                  <a:lnTo>
                    <a:pt x="54117" y="444314"/>
                  </a:lnTo>
                  <a:lnTo>
                    <a:pt x="73881" y="430368"/>
                  </a:lnTo>
                  <a:lnTo>
                    <a:pt x="73162" y="408586"/>
                  </a:lnTo>
                  <a:lnTo>
                    <a:pt x="76540" y="390183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sp>
        <p:nvSpPr>
          <p:cNvPr id="84" name="Marcador de texto 6">
            <a:extLst>
              <a:ext uri="{FF2B5EF4-FFF2-40B4-BE49-F238E27FC236}">
                <a16:creationId xmlns:a16="http://schemas.microsoft.com/office/drawing/2014/main" id="{8B599D24-E99E-62F3-B5A7-9BA9B61E9811}"/>
              </a:ext>
            </a:extLst>
          </p:cNvPr>
          <p:cNvSpPr txBox="1">
            <a:spLocks/>
          </p:cNvSpPr>
          <p:nvPr/>
        </p:nvSpPr>
        <p:spPr>
          <a:xfrm>
            <a:off x="827068" y="153931"/>
            <a:ext cx="3852019" cy="1452328"/>
          </a:xfrm>
          <a:prstGeom prst="rect">
            <a:avLst/>
          </a:prstGeom>
        </p:spPr>
        <p:txBody>
          <a:bodyPr anchor="b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400" b="1" dirty="0">
                <a:latin typeface="Arial Rounded MT Bold" panose="020F0704030504030204" pitchFamily="34" charset="77"/>
                <a:cs typeface="Arial" panose="020B0604020202020204" pitchFamily="34" charset="0"/>
              </a:rPr>
              <a:t>2. Proceso pronóstico de demanda</a:t>
            </a:r>
          </a:p>
        </p:txBody>
      </p:sp>
      <p:grpSp>
        <p:nvGrpSpPr>
          <p:cNvPr id="82" name="Grupo 81">
            <a:extLst>
              <a:ext uri="{FF2B5EF4-FFF2-40B4-BE49-F238E27FC236}">
                <a16:creationId xmlns:a16="http://schemas.microsoft.com/office/drawing/2014/main" id="{019730C2-0DA5-5613-6F17-F39DE91024E0}"/>
              </a:ext>
            </a:extLst>
          </p:cNvPr>
          <p:cNvGrpSpPr/>
          <p:nvPr/>
        </p:nvGrpSpPr>
        <p:grpSpPr>
          <a:xfrm>
            <a:off x="8343980" y="2019137"/>
            <a:ext cx="3791665" cy="2308617"/>
            <a:chOff x="8343980" y="2019137"/>
            <a:chExt cx="3791665" cy="2308617"/>
          </a:xfrm>
        </p:grpSpPr>
        <p:cxnSp>
          <p:nvCxnSpPr>
            <p:cNvPr id="2" name="Conector recto de flecha 1">
              <a:extLst>
                <a:ext uri="{FF2B5EF4-FFF2-40B4-BE49-F238E27FC236}">
                  <a16:creationId xmlns:a16="http://schemas.microsoft.com/office/drawing/2014/main" id="{67573ECF-0D22-53A0-3F83-8F80858615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21104" y="2223067"/>
              <a:ext cx="0" cy="1859098"/>
            </a:xfrm>
            <a:prstGeom prst="straightConnector1">
              <a:avLst/>
            </a:prstGeom>
            <a:ln w="19050" cap="flat" cmpd="sng" algn="ctr">
              <a:solidFill>
                <a:srgbClr val="001A0C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" name="Conector recto de flecha 2">
              <a:extLst>
                <a:ext uri="{FF2B5EF4-FFF2-40B4-BE49-F238E27FC236}">
                  <a16:creationId xmlns:a16="http://schemas.microsoft.com/office/drawing/2014/main" id="{E3565695-7453-5302-6B7C-801D32C80C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21104" y="4081689"/>
              <a:ext cx="3030905" cy="475"/>
            </a:xfrm>
            <a:prstGeom prst="straightConnector1">
              <a:avLst/>
            </a:prstGeom>
            <a:ln w="19050" cap="flat" cmpd="sng" algn="ctr">
              <a:solidFill>
                <a:srgbClr val="001A0C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4" name="Forma libre: forma 3">
              <a:extLst>
                <a:ext uri="{FF2B5EF4-FFF2-40B4-BE49-F238E27FC236}">
                  <a16:creationId xmlns:a16="http://schemas.microsoft.com/office/drawing/2014/main" id="{AE9E587B-998D-5C4E-C4DF-A31147662681}"/>
                </a:ext>
              </a:extLst>
            </p:cNvPr>
            <p:cNvSpPr/>
            <p:nvPr/>
          </p:nvSpPr>
          <p:spPr>
            <a:xfrm>
              <a:off x="8821103" y="2669316"/>
              <a:ext cx="2977267" cy="685984"/>
            </a:xfrm>
            <a:custGeom>
              <a:avLst/>
              <a:gdLst>
                <a:gd name="connsiteX0" fmla="*/ 0 w 3215640"/>
                <a:gd name="connsiteY0" fmla="*/ 543593 h 730101"/>
                <a:gd name="connsiteX1" fmla="*/ 294640 w 3215640"/>
                <a:gd name="connsiteY1" fmla="*/ 640113 h 730101"/>
                <a:gd name="connsiteX2" fmla="*/ 812800 w 3215640"/>
                <a:gd name="connsiteY2" fmla="*/ 726473 h 730101"/>
                <a:gd name="connsiteX3" fmla="*/ 1198880 w 3215640"/>
                <a:gd name="connsiteY3" fmla="*/ 513113 h 730101"/>
                <a:gd name="connsiteX4" fmla="*/ 1590040 w 3215640"/>
                <a:gd name="connsiteY4" fmla="*/ 248953 h 730101"/>
                <a:gd name="connsiteX5" fmla="*/ 2001520 w 3215640"/>
                <a:gd name="connsiteY5" fmla="*/ 330233 h 730101"/>
                <a:gd name="connsiteX6" fmla="*/ 2382520 w 3215640"/>
                <a:gd name="connsiteY6" fmla="*/ 309913 h 730101"/>
                <a:gd name="connsiteX7" fmla="*/ 2763520 w 3215640"/>
                <a:gd name="connsiteY7" fmla="*/ 33 h 730101"/>
                <a:gd name="connsiteX8" fmla="*/ 3215640 w 3215640"/>
                <a:gd name="connsiteY8" fmla="*/ 330233 h 730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15640" h="730101">
                  <a:moveTo>
                    <a:pt x="0" y="543593"/>
                  </a:moveTo>
                  <a:cubicBezTo>
                    <a:pt x="79586" y="576613"/>
                    <a:pt x="159173" y="609633"/>
                    <a:pt x="294640" y="640113"/>
                  </a:cubicBezTo>
                  <a:cubicBezTo>
                    <a:pt x="430107" y="670593"/>
                    <a:pt x="662093" y="747640"/>
                    <a:pt x="812800" y="726473"/>
                  </a:cubicBezTo>
                  <a:cubicBezTo>
                    <a:pt x="963507" y="705306"/>
                    <a:pt x="1069340" y="592700"/>
                    <a:pt x="1198880" y="513113"/>
                  </a:cubicBezTo>
                  <a:cubicBezTo>
                    <a:pt x="1328420" y="433526"/>
                    <a:pt x="1456267" y="279433"/>
                    <a:pt x="1590040" y="248953"/>
                  </a:cubicBezTo>
                  <a:cubicBezTo>
                    <a:pt x="1723813" y="218473"/>
                    <a:pt x="1869440" y="320073"/>
                    <a:pt x="2001520" y="330233"/>
                  </a:cubicBezTo>
                  <a:cubicBezTo>
                    <a:pt x="2133600" y="340393"/>
                    <a:pt x="2255520" y="364946"/>
                    <a:pt x="2382520" y="309913"/>
                  </a:cubicBezTo>
                  <a:cubicBezTo>
                    <a:pt x="2509520" y="254880"/>
                    <a:pt x="2624667" y="-3354"/>
                    <a:pt x="2763520" y="33"/>
                  </a:cubicBezTo>
                  <a:cubicBezTo>
                    <a:pt x="2902373" y="3420"/>
                    <a:pt x="3152987" y="221860"/>
                    <a:pt x="3215640" y="330233"/>
                  </a:cubicBez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AAC1D866-F279-A304-87A3-CE42B8A1F069}"/>
                </a:ext>
              </a:extLst>
            </p:cNvPr>
            <p:cNvSpPr/>
            <p:nvPr/>
          </p:nvSpPr>
          <p:spPr>
            <a:xfrm>
              <a:off x="10559489" y="3288473"/>
              <a:ext cx="329512" cy="337912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6" name="Rectángulo: esquinas redondeadas 5">
              <a:extLst>
                <a:ext uri="{FF2B5EF4-FFF2-40B4-BE49-F238E27FC236}">
                  <a16:creationId xmlns:a16="http://schemas.microsoft.com/office/drawing/2014/main" id="{671A42B5-9639-C944-C4C9-89CAFA570809}"/>
                </a:ext>
              </a:extLst>
            </p:cNvPr>
            <p:cNvSpPr/>
            <p:nvPr/>
          </p:nvSpPr>
          <p:spPr>
            <a:xfrm>
              <a:off x="10559489" y="3879732"/>
              <a:ext cx="329512" cy="167835"/>
            </a:xfrm>
            <a:prstGeom prst="roundRect">
              <a:avLst/>
            </a:prstGeom>
            <a:solidFill>
              <a:schemeClr val="accent2"/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7F5AEE85-953C-C0B9-2E56-4BA703413CCB}"/>
                </a:ext>
              </a:extLst>
            </p:cNvPr>
            <p:cNvSpPr/>
            <p:nvPr/>
          </p:nvSpPr>
          <p:spPr>
            <a:xfrm>
              <a:off x="10559489" y="3633900"/>
              <a:ext cx="329512" cy="238318"/>
            </a:xfrm>
            <a:prstGeom prst="roundRect">
              <a:avLst/>
            </a:prstGeom>
            <a:solidFill>
              <a:schemeClr val="accent4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10A96C2E-6DB6-487E-73E0-0FD9C58F1C2C}"/>
                </a:ext>
              </a:extLst>
            </p:cNvPr>
            <p:cNvSpPr/>
            <p:nvPr/>
          </p:nvSpPr>
          <p:spPr>
            <a:xfrm>
              <a:off x="10559489" y="3015840"/>
              <a:ext cx="329512" cy="263572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5D64A6B5-9278-F160-512D-8428808759FA}"/>
                </a:ext>
              </a:extLst>
            </p:cNvPr>
            <p:cNvSpPr/>
            <p:nvPr/>
          </p:nvSpPr>
          <p:spPr>
            <a:xfrm>
              <a:off x="10559489" y="2733850"/>
              <a:ext cx="329512" cy="148400"/>
            </a:xfrm>
            <a:prstGeom prst="roundRect">
              <a:avLst/>
            </a:prstGeom>
            <a:solidFill>
              <a:schemeClr val="accent3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CA80491F-C3D9-8958-2DFA-C756E0FD428E}"/>
                </a:ext>
              </a:extLst>
            </p:cNvPr>
            <p:cNvSpPr/>
            <p:nvPr/>
          </p:nvSpPr>
          <p:spPr>
            <a:xfrm>
              <a:off x="10559489" y="2572040"/>
              <a:ext cx="329512" cy="148400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46" name="Imagen 45">
              <a:extLst>
                <a:ext uri="{FF2B5EF4-FFF2-40B4-BE49-F238E27FC236}">
                  <a16:creationId xmlns:a16="http://schemas.microsoft.com/office/drawing/2014/main" id="{D9B2CCDC-AF76-5A73-405D-2EED43888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68566" y="3659155"/>
              <a:ext cx="474958" cy="426124"/>
            </a:xfrm>
            <a:prstGeom prst="rect">
              <a:avLst/>
            </a:prstGeom>
          </p:spPr>
        </p:pic>
        <p:pic>
          <p:nvPicPr>
            <p:cNvPr id="47" name="Imagen 46">
              <a:extLst>
                <a:ext uri="{FF2B5EF4-FFF2-40B4-BE49-F238E27FC236}">
                  <a16:creationId xmlns:a16="http://schemas.microsoft.com/office/drawing/2014/main" id="{30A4EE48-E820-F54C-FDE0-0084F76D6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39027" y="2893834"/>
              <a:ext cx="466596" cy="418621"/>
            </a:xfrm>
            <a:prstGeom prst="rect">
              <a:avLst/>
            </a:prstGeom>
          </p:spPr>
        </p:pic>
        <p:pic>
          <p:nvPicPr>
            <p:cNvPr id="48" name="Imagen 47">
              <a:extLst>
                <a:ext uri="{FF2B5EF4-FFF2-40B4-BE49-F238E27FC236}">
                  <a16:creationId xmlns:a16="http://schemas.microsoft.com/office/drawing/2014/main" id="{C9E6AE5A-D265-3503-4A1A-6FC3D95D7B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930664" y="3274700"/>
              <a:ext cx="474958" cy="426124"/>
            </a:xfrm>
            <a:prstGeom prst="rect">
              <a:avLst/>
            </a:prstGeom>
          </p:spPr>
        </p:pic>
        <p:sp>
          <p:nvSpPr>
            <p:cNvPr id="49" name="CuadroTexto 48">
              <a:extLst>
                <a:ext uri="{FF2B5EF4-FFF2-40B4-BE49-F238E27FC236}">
                  <a16:creationId xmlns:a16="http://schemas.microsoft.com/office/drawing/2014/main" id="{31281E85-A414-347E-1A77-AA907B7C3D15}"/>
                </a:ext>
              </a:extLst>
            </p:cNvPr>
            <p:cNvSpPr txBox="1"/>
            <p:nvPr/>
          </p:nvSpPr>
          <p:spPr>
            <a:xfrm>
              <a:off x="9297665" y="3432832"/>
              <a:ext cx="1374215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050" b="1" dirty="0">
                  <a:solidFill>
                    <a:srgbClr val="001A0C"/>
                  </a:solidFill>
                </a:rPr>
                <a:t>Recursos en mérito</a:t>
              </a:r>
            </a:p>
          </p:txBody>
        </p: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4F1CC535-522D-4136-2A63-0D99A0A2E1DF}"/>
                </a:ext>
              </a:extLst>
            </p:cNvPr>
            <p:cNvSpPr txBox="1"/>
            <p:nvPr/>
          </p:nvSpPr>
          <p:spPr>
            <a:xfrm>
              <a:off x="9156665" y="2503443"/>
              <a:ext cx="1515215" cy="3903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050" b="1" dirty="0">
                  <a:solidFill>
                    <a:srgbClr val="001A0C"/>
                  </a:solidFill>
                </a:rPr>
                <a:t>Recursos fuera de mérito</a:t>
              </a:r>
            </a:p>
          </p:txBody>
        </p:sp>
        <p:sp>
          <p:nvSpPr>
            <p:cNvPr id="51" name="CuadroTexto 50">
              <a:extLst>
                <a:ext uri="{FF2B5EF4-FFF2-40B4-BE49-F238E27FC236}">
                  <a16:creationId xmlns:a16="http://schemas.microsoft.com/office/drawing/2014/main" id="{E2858360-E9F9-B649-7992-5C1B091ABB2A}"/>
                </a:ext>
              </a:extLst>
            </p:cNvPr>
            <p:cNvSpPr txBox="1"/>
            <p:nvPr/>
          </p:nvSpPr>
          <p:spPr>
            <a:xfrm>
              <a:off x="9578949" y="4067493"/>
              <a:ext cx="1515215" cy="2602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200" b="1" dirty="0">
                  <a:solidFill>
                    <a:srgbClr val="001A0C"/>
                  </a:solidFill>
                </a:rPr>
                <a:t>Periodo</a:t>
              </a:r>
            </a:p>
          </p:txBody>
        </p:sp>
        <p:sp>
          <p:nvSpPr>
            <p:cNvPr id="52" name="CuadroTexto 51">
              <a:extLst>
                <a:ext uri="{FF2B5EF4-FFF2-40B4-BE49-F238E27FC236}">
                  <a16:creationId xmlns:a16="http://schemas.microsoft.com/office/drawing/2014/main" id="{627CA204-021B-9884-0B30-4675EEA9A96A}"/>
                </a:ext>
              </a:extLst>
            </p:cNvPr>
            <p:cNvSpPr txBox="1"/>
            <p:nvPr/>
          </p:nvSpPr>
          <p:spPr>
            <a:xfrm>
              <a:off x="8343980" y="2019137"/>
              <a:ext cx="1069416" cy="2602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200" b="1" dirty="0">
                  <a:solidFill>
                    <a:srgbClr val="001A0C"/>
                  </a:solidFill>
                </a:rPr>
                <a:t>Precio ($)</a:t>
              </a:r>
            </a:p>
          </p:txBody>
        </p:sp>
        <p:sp>
          <p:nvSpPr>
            <p:cNvPr id="55" name="CuadroTexto 54">
              <a:extLst>
                <a:ext uri="{FF2B5EF4-FFF2-40B4-BE49-F238E27FC236}">
                  <a16:creationId xmlns:a16="http://schemas.microsoft.com/office/drawing/2014/main" id="{67DB2F36-2718-1BC6-03E9-9B660885C88B}"/>
                </a:ext>
              </a:extLst>
            </p:cNvPr>
            <p:cNvSpPr txBox="1"/>
            <p:nvPr/>
          </p:nvSpPr>
          <p:spPr>
            <a:xfrm>
              <a:off x="10620430" y="2093255"/>
              <a:ext cx="1515215" cy="3903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050" b="1" dirty="0">
                  <a:solidFill>
                    <a:srgbClr val="001A0C"/>
                  </a:solidFill>
                </a:rPr>
                <a:t>Pronóstico de demanda</a:t>
              </a:r>
            </a:p>
          </p:txBody>
        </p:sp>
        <p:cxnSp>
          <p:nvCxnSpPr>
            <p:cNvPr id="57" name="Conector recto de flecha 56">
              <a:extLst>
                <a:ext uri="{FF2B5EF4-FFF2-40B4-BE49-F238E27FC236}">
                  <a16:creationId xmlns:a16="http://schemas.microsoft.com/office/drawing/2014/main" id="{15D59768-3C01-3E70-7755-8F3D0B9AE7DF}"/>
                </a:ext>
              </a:extLst>
            </p:cNvPr>
            <p:cNvCxnSpPr>
              <a:stCxn id="55" idx="2"/>
              <a:endCxn id="4" idx="7"/>
            </p:cNvCxnSpPr>
            <p:nvPr/>
          </p:nvCxnSpPr>
          <p:spPr>
            <a:xfrm>
              <a:off x="11378038" y="2483646"/>
              <a:ext cx="1728" cy="185701"/>
            </a:xfrm>
            <a:prstGeom prst="straightConnector1">
              <a:avLst/>
            </a:prstGeom>
            <a:ln w="9525" cap="flat" cmpd="sng" algn="ctr">
              <a:solidFill>
                <a:srgbClr val="001A0C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pic>
        <p:nvPicPr>
          <p:cNvPr id="59" name="Imagen 58">
            <a:extLst>
              <a:ext uri="{FF2B5EF4-FFF2-40B4-BE49-F238E27FC236}">
                <a16:creationId xmlns:a16="http://schemas.microsoft.com/office/drawing/2014/main" id="{EF4C5FC6-CC6B-F8EF-DD70-1ECC30B856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430" y="164473"/>
            <a:ext cx="477830" cy="445544"/>
          </a:xfrm>
          <a:prstGeom prst="rect">
            <a:avLst/>
          </a:prstGeom>
        </p:spPr>
      </p:pic>
      <p:pic>
        <p:nvPicPr>
          <p:cNvPr id="60" name="Imagen 59">
            <a:extLst>
              <a:ext uri="{FF2B5EF4-FFF2-40B4-BE49-F238E27FC236}">
                <a16:creationId xmlns:a16="http://schemas.microsoft.com/office/drawing/2014/main" id="{5DF78EA7-7A04-74CC-C247-B7AC1E5016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0467" y="-17371"/>
            <a:ext cx="477830" cy="445544"/>
          </a:xfrm>
          <a:prstGeom prst="rect">
            <a:avLst/>
          </a:prstGeom>
        </p:spPr>
      </p:pic>
      <p:pic>
        <p:nvPicPr>
          <p:cNvPr id="61" name="Imagen 60">
            <a:extLst>
              <a:ext uri="{FF2B5EF4-FFF2-40B4-BE49-F238E27FC236}">
                <a16:creationId xmlns:a16="http://schemas.microsoft.com/office/drawing/2014/main" id="{FFD0751A-7C23-5C50-AB64-6D694C9917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017" y="468286"/>
            <a:ext cx="486394" cy="453529"/>
          </a:xfrm>
          <a:prstGeom prst="rect">
            <a:avLst/>
          </a:prstGeom>
        </p:spPr>
      </p:pic>
      <p:pic>
        <p:nvPicPr>
          <p:cNvPr id="62" name="Imagen 61">
            <a:extLst>
              <a:ext uri="{FF2B5EF4-FFF2-40B4-BE49-F238E27FC236}">
                <a16:creationId xmlns:a16="http://schemas.microsoft.com/office/drawing/2014/main" id="{31375A5F-5A23-7849-BB2F-C3C2444580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4457" y="2024212"/>
            <a:ext cx="486394" cy="453529"/>
          </a:xfrm>
          <a:prstGeom prst="rect">
            <a:avLst/>
          </a:prstGeom>
        </p:spPr>
      </p:pic>
      <p:pic>
        <p:nvPicPr>
          <p:cNvPr id="63" name="Imagen 62">
            <a:extLst>
              <a:ext uri="{FF2B5EF4-FFF2-40B4-BE49-F238E27FC236}">
                <a16:creationId xmlns:a16="http://schemas.microsoft.com/office/drawing/2014/main" id="{8D2867B5-A0E1-0751-4B4F-D3965BB905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0066" y="2001031"/>
            <a:ext cx="486394" cy="453529"/>
          </a:xfrm>
          <a:prstGeom prst="rect">
            <a:avLst/>
          </a:prstGeom>
        </p:spPr>
      </p:pic>
      <p:pic>
        <p:nvPicPr>
          <p:cNvPr id="64" name="Imagen 63">
            <a:extLst>
              <a:ext uri="{FF2B5EF4-FFF2-40B4-BE49-F238E27FC236}">
                <a16:creationId xmlns:a16="http://schemas.microsoft.com/office/drawing/2014/main" id="{4D9C6F2D-71DE-6809-0C92-393F890016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3117" y="3355916"/>
            <a:ext cx="486394" cy="453529"/>
          </a:xfrm>
          <a:prstGeom prst="rect">
            <a:avLst/>
          </a:prstGeom>
        </p:spPr>
      </p:pic>
      <p:pic>
        <p:nvPicPr>
          <p:cNvPr id="65" name="Imagen 64">
            <a:extLst>
              <a:ext uri="{FF2B5EF4-FFF2-40B4-BE49-F238E27FC236}">
                <a16:creationId xmlns:a16="http://schemas.microsoft.com/office/drawing/2014/main" id="{FB3E0EBF-439A-88EF-CBC5-E2873AF68B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9586" y="4702526"/>
            <a:ext cx="486394" cy="453529"/>
          </a:xfrm>
          <a:prstGeom prst="rect">
            <a:avLst/>
          </a:prstGeom>
        </p:spPr>
      </p:pic>
      <p:pic>
        <p:nvPicPr>
          <p:cNvPr id="66" name="Imagen 65">
            <a:extLst>
              <a:ext uri="{FF2B5EF4-FFF2-40B4-BE49-F238E27FC236}">
                <a16:creationId xmlns:a16="http://schemas.microsoft.com/office/drawing/2014/main" id="{8E019657-568D-60F8-9CFB-EAD2074594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3392" y="3474059"/>
            <a:ext cx="486394" cy="453529"/>
          </a:xfrm>
          <a:prstGeom prst="rect">
            <a:avLst/>
          </a:prstGeom>
        </p:spPr>
      </p:pic>
      <p:pic>
        <p:nvPicPr>
          <p:cNvPr id="67" name="Imagen 66">
            <a:extLst>
              <a:ext uri="{FF2B5EF4-FFF2-40B4-BE49-F238E27FC236}">
                <a16:creationId xmlns:a16="http://schemas.microsoft.com/office/drawing/2014/main" id="{BD8DE2F2-814B-4C60-9139-FE90CFA43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2602" y="2385844"/>
            <a:ext cx="486394" cy="453529"/>
          </a:xfrm>
          <a:prstGeom prst="rect">
            <a:avLst/>
          </a:prstGeom>
        </p:spPr>
      </p:pic>
      <p:pic>
        <p:nvPicPr>
          <p:cNvPr id="68" name="Imagen 67">
            <a:extLst>
              <a:ext uri="{FF2B5EF4-FFF2-40B4-BE49-F238E27FC236}">
                <a16:creationId xmlns:a16="http://schemas.microsoft.com/office/drawing/2014/main" id="{1516D455-C9C8-ECFE-7313-D20A5D693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4113" y="1500601"/>
            <a:ext cx="477830" cy="445544"/>
          </a:xfrm>
          <a:prstGeom prst="rect">
            <a:avLst/>
          </a:prstGeom>
        </p:spPr>
      </p:pic>
      <p:pic>
        <p:nvPicPr>
          <p:cNvPr id="69" name="Imagen 68">
            <a:extLst>
              <a:ext uri="{FF2B5EF4-FFF2-40B4-BE49-F238E27FC236}">
                <a16:creationId xmlns:a16="http://schemas.microsoft.com/office/drawing/2014/main" id="{16F43510-381F-EE60-E8D6-F4D2AEA1D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296" y="3992725"/>
            <a:ext cx="486394" cy="453529"/>
          </a:xfrm>
          <a:prstGeom prst="rect">
            <a:avLst/>
          </a:prstGeom>
        </p:spPr>
      </p:pic>
      <p:pic>
        <p:nvPicPr>
          <p:cNvPr id="70" name="Imagen 69">
            <a:extLst>
              <a:ext uri="{FF2B5EF4-FFF2-40B4-BE49-F238E27FC236}">
                <a16:creationId xmlns:a16="http://schemas.microsoft.com/office/drawing/2014/main" id="{1EA5A2B5-5D8E-06D9-BD98-97C902A9D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9176" y="3184218"/>
            <a:ext cx="486394" cy="453529"/>
          </a:xfrm>
          <a:prstGeom prst="rect">
            <a:avLst/>
          </a:prstGeom>
        </p:spPr>
      </p:pic>
      <p:pic>
        <p:nvPicPr>
          <p:cNvPr id="71" name="Imagen 70">
            <a:extLst>
              <a:ext uri="{FF2B5EF4-FFF2-40B4-BE49-F238E27FC236}">
                <a16:creationId xmlns:a16="http://schemas.microsoft.com/office/drawing/2014/main" id="{E00CC2E7-B6FF-94F7-9757-C8379277E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306" y="2334834"/>
            <a:ext cx="486394" cy="453529"/>
          </a:xfrm>
          <a:prstGeom prst="rect">
            <a:avLst/>
          </a:prstGeom>
        </p:spPr>
      </p:pic>
      <p:pic>
        <p:nvPicPr>
          <p:cNvPr id="72" name="Imagen 71">
            <a:extLst>
              <a:ext uri="{FF2B5EF4-FFF2-40B4-BE49-F238E27FC236}">
                <a16:creationId xmlns:a16="http://schemas.microsoft.com/office/drawing/2014/main" id="{E1D6326C-66C0-E244-D1DC-E9963E3894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9144" y="702666"/>
            <a:ext cx="486394" cy="453529"/>
          </a:xfrm>
          <a:prstGeom prst="rect">
            <a:avLst/>
          </a:prstGeom>
        </p:spPr>
      </p:pic>
      <p:sp>
        <p:nvSpPr>
          <p:cNvPr id="74" name="Rectángulo: esquinas redondeadas 73">
            <a:extLst>
              <a:ext uri="{FF2B5EF4-FFF2-40B4-BE49-F238E27FC236}">
                <a16:creationId xmlns:a16="http://schemas.microsoft.com/office/drawing/2014/main" id="{09AD72F2-C81C-40E4-A291-CA6A0DB3ABA8}"/>
              </a:ext>
            </a:extLst>
          </p:cNvPr>
          <p:cNvSpPr/>
          <p:nvPr/>
        </p:nvSpPr>
        <p:spPr>
          <a:xfrm>
            <a:off x="8389543" y="1135643"/>
            <a:ext cx="1250845" cy="74842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>
                <a:solidFill>
                  <a:srgbClr val="001A0C"/>
                </a:solidFill>
              </a:rPr>
              <a:t>Proceso de optimización (mínimo $)</a:t>
            </a:r>
          </a:p>
        </p:txBody>
      </p:sp>
      <p:sp>
        <p:nvSpPr>
          <p:cNvPr id="75" name="Rectángulo: esquinas redondeadas 74">
            <a:extLst>
              <a:ext uri="{FF2B5EF4-FFF2-40B4-BE49-F238E27FC236}">
                <a16:creationId xmlns:a16="http://schemas.microsoft.com/office/drawing/2014/main" id="{57B3D691-5157-EE33-26B4-B7EB34045469}"/>
              </a:ext>
            </a:extLst>
          </p:cNvPr>
          <p:cNvSpPr/>
          <p:nvPr/>
        </p:nvSpPr>
        <p:spPr>
          <a:xfrm>
            <a:off x="10481316" y="1134567"/>
            <a:ext cx="1250845" cy="74842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>
                <a:solidFill>
                  <a:srgbClr val="001A0C"/>
                </a:solidFill>
              </a:rPr>
              <a:t>Análisis de seguridad</a:t>
            </a:r>
          </a:p>
        </p:txBody>
      </p:sp>
      <p:sp>
        <p:nvSpPr>
          <p:cNvPr id="77" name="Flecha: a la izquierda, derecha y arriba 76">
            <a:extLst>
              <a:ext uri="{FF2B5EF4-FFF2-40B4-BE49-F238E27FC236}">
                <a16:creationId xmlns:a16="http://schemas.microsoft.com/office/drawing/2014/main" id="{807AF6EB-09BF-8EDD-1C26-8202D48C1D07}"/>
              </a:ext>
            </a:extLst>
          </p:cNvPr>
          <p:cNvSpPr/>
          <p:nvPr/>
        </p:nvSpPr>
        <p:spPr>
          <a:xfrm rot="10800000">
            <a:off x="9641802" y="1335391"/>
            <a:ext cx="839514" cy="887675"/>
          </a:xfrm>
          <a:prstGeom prst="leftRightUpArrow">
            <a:avLst/>
          </a:prstGeom>
          <a:solidFill>
            <a:schemeClr val="tx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5" name="Flecha: a la derecha 94">
            <a:extLst>
              <a:ext uri="{FF2B5EF4-FFF2-40B4-BE49-F238E27FC236}">
                <a16:creationId xmlns:a16="http://schemas.microsoft.com/office/drawing/2014/main" id="{017AC763-B10F-7A9B-AD55-093EB9926078}"/>
              </a:ext>
            </a:extLst>
          </p:cNvPr>
          <p:cNvSpPr/>
          <p:nvPr/>
        </p:nvSpPr>
        <p:spPr>
          <a:xfrm>
            <a:off x="759445" y="1823794"/>
            <a:ext cx="2447328" cy="62589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>
                <a:solidFill>
                  <a:srgbClr val="001A0C"/>
                </a:solidFill>
              </a:rPr>
              <a:t>Ofertas (precio – cantidad)</a:t>
            </a:r>
          </a:p>
        </p:txBody>
      </p:sp>
      <p:sp>
        <p:nvSpPr>
          <p:cNvPr id="96" name="Flecha: a la derecha 95">
            <a:extLst>
              <a:ext uri="{FF2B5EF4-FFF2-40B4-BE49-F238E27FC236}">
                <a16:creationId xmlns:a16="http://schemas.microsoft.com/office/drawing/2014/main" id="{AA72104F-02A6-8EDF-AF72-ACDB748F07C1}"/>
              </a:ext>
            </a:extLst>
          </p:cNvPr>
          <p:cNvSpPr/>
          <p:nvPr/>
        </p:nvSpPr>
        <p:spPr>
          <a:xfrm>
            <a:off x="757689" y="2555239"/>
            <a:ext cx="2447328" cy="62589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>
                <a:solidFill>
                  <a:srgbClr val="001A0C"/>
                </a:solidFill>
              </a:rPr>
              <a:t>Restricciones eléctricas</a:t>
            </a:r>
          </a:p>
        </p:txBody>
      </p:sp>
      <p:sp>
        <p:nvSpPr>
          <p:cNvPr id="97" name="Flecha: a la derecha 96">
            <a:extLst>
              <a:ext uri="{FF2B5EF4-FFF2-40B4-BE49-F238E27FC236}">
                <a16:creationId xmlns:a16="http://schemas.microsoft.com/office/drawing/2014/main" id="{3A00F7CF-4CA0-760A-2DAA-154D86C6C88F}"/>
              </a:ext>
            </a:extLst>
          </p:cNvPr>
          <p:cNvSpPr/>
          <p:nvPr/>
        </p:nvSpPr>
        <p:spPr>
          <a:xfrm>
            <a:off x="755997" y="3283400"/>
            <a:ext cx="2447328" cy="62589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>
                <a:solidFill>
                  <a:srgbClr val="001A0C"/>
                </a:solidFill>
              </a:rPr>
              <a:t>AGC asignado</a:t>
            </a:r>
          </a:p>
        </p:txBody>
      </p:sp>
      <p:sp>
        <p:nvSpPr>
          <p:cNvPr id="98" name="Flecha: a la derecha 97">
            <a:extLst>
              <a:ext uri="{FF2B5EF4-FFF2-40B4-BE49-F238E27FC236}">
                <a16:creationId xmlns:a16="http://schemas.microsoft.com/office/drawing/2014/main" id="{2E019FB9-1B30-9EA7-4205-623D2556B7F8}"/>
              </a:ext>
            </a:extLst>
          </p:cNvPr>
          <p:cNvSpPr/>
          <p:nvPr/>
        </p:nvSpPr>
        <p:spPr>
          <a:xfrm>
            <a:off x="754589" y="4031779"/>
            <a:ext cx="2447328" cy="62589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>
                <a:solidFill>
                  <a:srgbClr val="001A0C"/>
                </a:solidFill>
              </a:rPr>
              <a:t>Carácterísticas técnicas</a:t>
            </a:r>
          </a:p>
        </p:txBody>
      </p:sp>
      <p:sp>
        <p:nvSpPr>
          <p:cNvPr id="99" name="Flecha: a la derecha 98">
            <a:extLst>
              <a:ext uri="{FF2B5EF4-FFF2-40B4-BE49-F238E27FC236}">
                <a16:creationId xmlns:a16="http://schemas.microsoft.com/office/drawing/2014/main" id="{DBE47499-99F2-827D-CE4C-6E210EE2FC02}"/>
              </a:ext>
            </a:extLst>
          </p:cNvPr>
          <p:cNvSpPr/>
          <p:nvPr/>
        </p:nvSpPr>
        <p:spPr>
          <a:xfrm>
            <a:off x="754589" y="4780025"/>
            <a:ext cx="2447328" cy="62589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>
                <a:solidFill>
                  <a:srgbClr val="001A0C"/>
                </a:solidFill>
              </a:rPr>
              <a:t>Mantenimientos</a:t>
            </a:r>
          </a:p>
        </p:txBody>
      </p:sp>
      <p:sp>
        <p:nvSpPr>
          <p:cNvPr id="100" name="Flecha: a la derecha 99">
            <a:extLst>
              <a:ext uri="{FF2B5EF4-FFF2-40B4-BE49-F238E27FC236}">
                <a16:creationId xmlns:a16="http://schemas.microsoft.com/office/drawing/2014/main" id="{4D8BA811-64C6-B604-1EF4-E391ECA78118}"/>
              </a:ext>
            </a:extLst>
          </p:cNvPr>
          <p:cNvSpPr/>
          <p:nvPr/>
        </p:nvSpPr>
        <p:spPr>
          <a:xfrm>
            <a:off x="759445" y="5537983"/>
            <a:ext cx="2447328" cy="625895"/>
          </a:xfrm>
          <a:prstGeom prst="rightArrow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>
                <a:solidFill>
                  <a:srgbClr val="001A0C"/>
                </a:solidFill>
              </a:rPr>
              <a:t>Pronóstico de demanda</a:t>
            </a:r>
          </a:p>
        </p:txBody>
      </p:sp>
      <p:pic>
        <p:nvPicPr>
          <p:cNvPr id="101" name="Imagen 100">
            <a:extLst>
              <a:ext uri="{FF2B5EF4-FFF2-40B4-BE49-F238E27FC236}">
                <a16:creationId xmlns:a16="http://schemas.microsoft.com/office/drawing/2014/main" id="{38DBD6E1-6C92-F52F-D128-5265E6834C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9403" y="4334246"/>
            <a:ext cx="5016727" cy="2466446"/>
          </a:xfrm>
          <a:prstGeom prst="rect">
            <a:avLst/>
          </a:prstGeom>
        </p:spPr>
      </p:pic>
      <p:sp>
        <p:nvSpPr>
          <p:cNvPr id="102" name="Rectángulo redondeado 3">
            <a:extLst>
              <a:ext uri="{FF2B5EF4-FFF2-40B4-BE49-F238E27FC236}">
                <a16:creationId xmlns:a16="http://schemas.microsoft.com/office/drawing/2014/main" id="{5D2D957F-EBB9-C1F5-5A45-9ACDDDB02BA8}"/>
              </a:ext>
            </a:extLst>
          </p:cNvPr>
          <p:cNvSpPr/>
          <p:nvPr/>
        </p:nvSpPr>
        <p:spPr>
          <a:xfrm>
            <a:off x="3457343" y="5542050"/>
            <a:ext cx="2025813" cy="631513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>
                <a:solidFill>
                  <a:srgbClr val="001A0C"/>
                </a:solidFill>
                <a:latin typeface="+mj-lt"/>
              </a:rPr>
              <a:t>Acuerdo CNO-1303</a:t>
            </a:r>
          </a:p>
          <a:p>
            <a:pPr algn="ctr"/>
            <a:r>
              <a:rPr lang="es-CO" sz="1400" dirty="0">
                <a:solidFill>
                  <a:srgbClr val="001A0C"/>
                </a:solidFill>
                <a:latin typeface="+mj-lt"/>
              </a:rPr>
              <a:t>(5 de abril de 2020)</a:t>
            </a:r>
          </a:p>
        </p:txBody>
      </p:sp>
      <p:cxnSp>
        <p:nvCxnSpPr>
          <p:cNvPr id="105" name="Conector recto 104">
            <a:extLst>
              <a:ext uri="{FF2B5EF4-FFF2-40B4-BE49-F238E27FC236}">
                <a16:creationId xmlns:a16="http://schemas.microsoft.com/office/drawing/2014/main" id="{57720C42-ED78-EA2F-250A-84AE92688AEA}"/>
              </a:ext>
            </a:extLst>
          </p:cNvPr>
          <p:cNvCxnSpPr>
            <a:cxnSpLocks/>
          </p:cNvCxnSpPr>
          <p:nvPr/>
        </p:nvCxnSpPr>
        <p:spPr>
          <a:xfrm flipH="1">
            <a:off x="8377332" y="4736317"/>
            <a:ext cx="12211" cy="17681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angular 21">
            <a:extLst>
              <a:ext uri="{FF2B5EF4-FFF2-40B4-BE49-F238E27FC236}">
                <a16:creationId xmlns:a16="http://schemas.microsoft.com/office/drawing/2014/main" id="{BA0A23C2-9225-75B9-1789-3FBB4AEA749F}"/>
              </a:ext>
            </a:extLst>
          </p:cNvPr>
          <p:cNvCxnSpPr>
            <a:cxnSpLocks/>
            <a:stCxn id="102" idx="0"/>
          </p:cNvCxnSpPr>
          <p:nvPr/>
        </p:nvCxnSpPr>
        <p:spPr>
          <a:xfrm rot="5400000" flipH="1" flipV="1">
            <a:off x="5992830" y="3190900"/>
            <a:ext cx="828570" cy="3873730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167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75" grpId="0" animBg="1"/>
      <p:bldP spid="77" grpId="0" animBg="1"/>
      <p:bldP spid="10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00A43597-1CF5-E03B-BE0C-7F642172A2F5}"/>
              </a:ext>
            </a:extLst>
          </p:cNvPr>
          <p:cNvSpPr txBox="1">
            <a:spLocks/>
          </p:cNvSpPr>
          <p:nvPr/>
        </p:nvSpPr>
        <p:spPr>
          <a:xfrm>
            <a:off x="10853928" y="6356350"/>
            <a:ext cx="685800" cy="365125"/>
          </a:xfrm>
          <a:prstGeom prst="rect">
            <a:avLst/>
          </a:prstGeom>
        </p:spPr>
        <p:txBody>
          <a:bodyPr>
            <a:normAutofit lnSpcReduction="10000"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7B7A483B-CFA5-2D45-B147-12E41216E0F0}" type="slidenum">
              <a:rPr lang="es-ES" smtClean="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5</a:t>
            </a:fld>
            <a:endParaRPr lang="es-ES">
              <a:solidFill>
                <a:srgbClr val="FFFFFF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BC6FA60-D9ED-96FB-8C91-E15A7A0A7173}"/>
              </a:ext>
            </a:extLst>
          </p:cNvPr>
          <p:cNvSpPr/>
          <p:nvPr/>
        </p:nvSpPr>
        <p:spPr>
          <a:xfrm>
            <a:off x="5270831" y="3016216"/>
            <a:ext cx="2437381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b="1" dirty="0">
                <a:solidFill>
                  <a:srgbClr val="001A0C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Metodologías</a:t>
            </a:r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s-CO" sz="1400" dirty="0">
                <a:solidFill>
                  <a:srgbClr val="001A0C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Promedios Móviles</a:t>
            </a:r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s-CO" sz="1400" dirty="0">
                <a:solidFill>
                  <a:srgbClr val="001A0C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ARIMA</a:t>
            </a:r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s-CO" sz="1400" dirty="0">
                <a:solidFill>
                  <a:srgbClr val="001A0C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Series de tiempo</a:t>
            </a:r>
          </a:p>
          <a:p>
            <a:endParaRPr lang="es-CO" sz="1400" dirty="0">
              <a:solidFill>
                <a:srgbClr val="001A0C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Marcador de texto 6">
            <a:extLst>
              <a:ext uri="{FF2B5EF4-FFF2-40B4-BE49-F238E27FC236}">
                <a16:creationId xmlns:a16="http://schemas.microsoft.com/office/drawing/2014/main" id="{28CBF116-2142-843D-20DF-31D36EA10B30}"/>
              </a:ext>
            </a:extLst>
          </p:cNvPr>
          <p:cNvSpPr txBox="1">
            <a:spLocks/>
          </p:cNvSpPr>
          <p:nvPr/>
        </p:nvSpPr>
        <p:spPr>
          <a:xfrm>
            <a:off x="3300852" y="226596"/>
            <a:ext cx="7716014" cy="9511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3200" b="1" dirty="0">
                <a:latin typeface="Arial Rounded MT Bold" panose="020F0704030504030204" pitchFamily="34" charset="77"/>
                <a:cs typeface="Arial" panose="020B0604020202020204" pitchFamily="34" charset="0"/>
              </a:rPr>
              <a:t>2. Proceso pronóstico de demanda</a:t>
            </a:r>
          </a:p>
        </p:txBody>
      </p:sp>
      <p:sp>
        <p:nvSpPr>
          <p:cNvPr id="10" name="Arco 9">
            <a:extLst>
              <a:ext uri="{FF2B5EF4-FFF2-40B4-BE49-F238E27FC236}">
                <a16:creationId xmlns:a16="http://schemas.microsoft.com/office/drawing/2014/main" id="{E3EE0991-6C74-24C4-F532-B877C334E5D2}"/>
              </a:ext>
            </a:extLst>
          </p:cNvPr>
          <p:cNvSpPr/>
          <p:nvPr/>
        </p:nvSpPr>
        <p:spPr>
          <a:xfrm rot="10800000">
            <a:off x="2951661" y="1916172"/>
            <a:ext cx="914400" cy="914400"/>
          </a:xfrm>
          <a:prstGeom prst="arc">
            <a:avLst>
              <a:gd name="adj1" fmla="val 16200000"/>
              <a:gd name="adj2" fmla="val 1040311"/>
            </a:avLst>
          </a:prstGeom>
          <a:noFill/>
          <a:ln w="57150">
            <a:solidFill>
              <a:srgbClr val="44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5C12652A-3D88-8104-7FC4-FDC47CE2E3C5}"/>
              </a:ext>
            </a:extLst>
          </p:cNvPr>
          <p:cNvCxnSpPr>
            <a:cxnSpLocks/>
          </p:cNvCxnSpPr>
          <p:nvPr/>
        </p:nvCxnSpPr>
        <p:spPr>
          <a:xfrm flipH="1" flipV="1">
            <a:off x="3362452" y="2833613"/>
            <a:ext cx="3623349" cy="31584"/>
          </a:xfrm>
          <a:prstGeom prst="line">
            <a:avLst/>
          </a:prstGeom>
          <a:ln w="57150">
            <a:solidFill>
              <a:srgbClr val="44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co 11">
            <a:extLst>
              <a:ext uri="{FF2B5EF4-FFF2-40B4-BE49-F238E27FC236}">
                <a16:creationId xmlns:a16="http://schemas.microsoft.com/office/drawing/2014/main" id="{DAA98A3B-36F3-C309-9933-094D1CD2B01D}"/>
              </a:ext>
            </a:extLst>
          </p:cNvPr>
          <p:cNvSpPr/>
          <p:nvPr/>
        </p:nvSpPr>
        <p:spPr>
          <a:xfrm>
            <a:off x="11088864" y="2109152"/>
            <a:ext cx="914400" cy="914400"/>
          </a:xfrm>
          <a:prstGeom prst="arc">
            <a:avLst>
              <a:gd name="adj1" fmla="val 16200000"/>
              <a:gd name="adj2" fmla="val 1040311"/>
            </a:avLst>
          </a:prstGeom>
          <a:noFill/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811F9915-7CAE-86F4-9B90-F0FACAD7BB27}"/>
              </a:ext>
            </a:extLst>
          </p:cNvPr>
          <p:cNvCxnSpPr>
            <a:cxnSpLocks/>
          </p:cNvCxnSpPr>
          <p:nvPr/>
        </p:nvCxnSpPr>
        <p:spPr>
          <a:xfrm flipV="1">
            <a:off x="4656673" y="1635580"/>
            <a:ext cx="0" cy="660633"/>
          </a:xfrm>
          <a:prstGeom prst="line">
            <a:avLst/>
          </a:prstGeom>
          <a:ln w="57150">
            <a:solidFill>
              <a:srgbClr val="FD6B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84A0131E-7C84-0E37-589A-FFC27C5BE04A}"/>
              </a:ext>
            </a:extLst>
          </p:cNvPr>
          <p:cNvCxnSpPr>
            <a:cxnSpLocks/>
            <a:stCxn id="12" idx="0"/>
          </p:cNvCxnSpPr>
          <p:nvPr/>
        </p:nvCxnSpPr>
        <p:spPr>
          <a:xfrm flipH="1">
            <a:off x="8070060" y="2109152"/>
            <a:ext cx="3476004" cy="4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AFF4CDE5-89EB-A0BF-A240-E6EE640F1622}"/>
              </a:ext>
            </a:extLst>
          </p:cNvPr>
          <p:cNvCxnSpPr>
            <a:cxnSpLocks/>
            <a:stCxn id="21" idx="0"/>
          </p:cNvCxnSpPr>
          <p:nvPr/>
        </p:nvCxnSpPr>
        <p:spPr>
          <a:xfrm flipH="1" flipV="1">
            <a:off x="5133242" y="2837614"/>
            <a:ext cx="1" cy="481347"/>
          </a:xfrm>
          <a:prstGeom prst="line">
            <a:avLst/>
          </a:prstGeom>
          <a:ln w="57150">
            <a:solidFill>
              <a:srgbClr val="4519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D0B3CEE6-2CB7-4140-5639-8F8D6FD2FF3D}"/>
              </a:ext>
            </a:extLst>
          </p:cNvPr>
          <p:cNvSpPr/>
          <p:nvPr/>
        </p:nvSpPr>
        <p:spPr>
          <a:xfrm>
            <a:off x="5055706" y="3318961"/>
            <a:ext cx="155073" cy="154040"/>
          </a:xfrm>
          <a:prstGeom prst="ellipse">
            <a:avLst/>
          </a:prstGeom>
          <a:solidFill>
            <a:srgbClr val="44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70F25592-27C1-A58B-BBCF-6233BF75AE25}"/>
              </a:ext>
            </a:extLst>
          </p:cNvPr>
          <p:cNvSpPr/>
          <p:nvPr/>
        </p:nvSpPr>
        <p:spPr>
          <a:xfrm>
            <a:off x="4591229" y="1540420"/>
            <a:ext cx="155073" cy="154040"/>
          </a:xfrm>
          <a:prstGeom prst="ellipse">
            <a:avLst/>
          </a:prstGeom>
          <a:solidFill>
            <a:srgbClr val="FD6B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5D80B21F-9FD6-AC2F-B67E-571FFBE8232A}"/>
              </a:ext>
            </a:extLst>
          </p:cNvPr>
          <p:cNvSpPr/>
          <p:nvPr/>
        </p:nvSpPr>
        <p:spPr>
          <a:xfrm>
            <a:off x="9726645" y="1371984"/>
            <a:ext cx="155073" cy="15404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21886BE-9A58-E888-B641-AED59877B48E}"/>
              </a:ext>
            </a:extLst>
          </p:cNvPr>
          <p:cNvSpPr/>
          <p:nvPr/>
        </p:nvSpPr>
        <p:spPr>
          <a:xfrm>
            <a:off x="5720492" y="1558560"/>
            <a:ext cx="155073" cy="15404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0C967933-44E8-7CEE-D2C5-4B0BEB7A023C}"/>
              </a:ext>
            </a:extLst>
          </p:cNvPr>
          <p:cNvCxnSpPr>
            <a:cxnSpLocks/>
          </p:cNvCxnSpPr>
          <p:nvPr/>
        </p:nvCxnSpPr>
        <p:spPr>
          <a:xfrm flipV="1">
            <a:off x="5807448" y="1679856"/>
            <a:ext cx="0" cy="660633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lipse 25">
            <a:extLst>
              <a:ext uri="{FF2B5EF4-FFF2-40B4-BE49-F238E27FC236}">
                <a16:creationId xmlns:a16="http://schemas.microsoft.com/office/drawing/2014/main" id="{B40F7FBE-AD62-BEF9-00EC-F0D47108A7D5}"/>
              </a:ext>
            </a:extLst>
          </p:cNvPr>
          <p:cNvSpPr/>
          <p:nvPr/>
        </p:nvSpPr>
        <p:spPr>
          <a:xfrm>
            <a:off x="6795854" y="2244630"/>
            <a:ext cx="504591" cy="447224"/>
          </a:xfrm>
          <a:prstGeom prst="ellipse">
            <a:avLst/>
          </a:prstGeom>
          <a:solidFill>
            <a:srgbClr val="FD6B1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9A30D9EF-8D2C-F74A-BE3B-221E7D212616}"/>
              </a:ext>
            </a:extLst>
          </p:cNvPr>
          <p:cNvSpPr/>
          <p:nvPr/>
        </p:nvSpPr>
        <p:spPr>
          <a:xfrm>
            <a:off x="6193786" y="2237269"/>
            <a:ext cx="504591" cy="447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C476FD16-7ACD-F30A-0406-7F97CEE7AAC0}"/>
              </a:ext>
            </a:extLst>
          </p:cNvPr>
          <p:cNvSpPr/>
          <p:nvPr/>
        </p:nvSpPr>
        <p:spPr>
          <a:xfrm>
            <a:off x="3247873" y="2255624"/>
            <a:ext cx="482364" cy="447224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00" dirty="0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09A75758-D8C2-19A4-0B7F-5E782AAC3370}"/>
              </a:ext>
            </a:extLst>
          </p:cNvPr>
          <p:cNvSpPr/>
          <p:nvPr/>
        </p:nvSpPr>
        <p:spPr>
          <a:xfrm>
            <a:off x="3817008" y="2246603"/>
            <a:ext cx="504591" cy="447224"/>
          </a:xfrm>
          <a:prstGeom prst="ellipse">
            <a:avLst/>
          </a:prstGeom>
          <a:solidFill>
            <a:srgbClr val="44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86B268F9-9C21-2D5F-7751-06696586144C}"/>
              </a:ext>
            </a:extLst>
          </p:cNvPr>
          <p:cNvSpPr/>
          <p:nvPr/>
        </p:nvSpPr>
        <p:spPr>
          <a:xfrm>
            <a:off x="4418991" y="2255624"/>
            <a:ext cx="504591" cy="447224"/>
          </a:xfrm>
          <a:prstGeom prst="ellipse">
            <a:avLst/>
          </a:prstGeom>
          <a:solidFill>
            <a:srgbClr val="FD6B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1EE9D321-4F08-E0F5-844E-00C922FBD93E}"/>
              </a:ext>
            </a:extLst>
          </p:cNvPr>
          <p:cNvSpPr/>
          <p:nvPr/>
        </p:nvSpPr>
        <p:spPr>
          <a:xfrm>
            <a:off x="4968132" y="2255624"/>
            <a:ext cx="504591" cy="44722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b="1" dirty="0"/>
              <a:t>J</a:t>
            </a:r>
            <a:endParaRPr lang="es-CO" b="1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162CCCE6-A3C1-CFF3-EA61-447EC4EA9861}"/>
              </a:ext>
            </a:extLst>
          </p:cNvPr>
          <p:cNvSpPr txBox="1"/>
          <p:nvPr/>
        </p:nvSpPr>
        <p:spPr>
          <a:xfrm>
            <a:off x="3887494" y="2309542"/>
            <a:ext cx="504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>
                <a:solidFill>
                  <a:schemeClr val="bg1"/>
                </a:solidFill>
              </a:rPr>
              <a:t>M</a:t>
            </a:r>
            <a:endParaRPr lang="es-CO" sz="1400" b="1" dirty="0">
              <a:solidFill>
                <a:schemeClr val="bg1"/>
              </a:solidFill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BB780F52-7643-C121-988E-AF18328FCE2D}"/>
              </a:ext>
            </a:extLst>
          </p:cNvPr>
          <p:cNvSpPr txBox="1"/>
          <p:nvPr/>
        </p:nvSpPr>
        <p:spPr>
          <a:xfrm>
            <a:off x="4477696" y="2314353"/>
            <a:ext cx="504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>
                <a:solidFill>
                  <a:schemeClr val="bg1"/>
                </a:solidFill>
              </a:rPr>
              <a:t>Mi</a:t>
            </a:r>
            <a:endParaRPr lang="es-CO" sz="1400" b="1" dirty="0">
              <a:solidFill>
                <a:schemeClr val="bg1"/>
              </a:solidFill>
            </a:endParaRPr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2A80E0A9-5000-E95C-EFC0-061A69859C38}"/>
              </a:ext>
            </a:extLst>
          </p:cNvPr>
          <p:cNvSpPr/>
          <p:nvPr/>
        </p:nvSpPr>
        <p:spPr>
          <a:xfrm>
            <a:off x="5586809" y="2247180"/>
            <a:ext cx="504591" cy="44722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A19DBD69-3273-790F-4A5A-D0E0482D0989}"/>
              </a:ext>
            </a:extLst>
          </p:cNvPr>
          <p:cNvSpPr txBox="1"/>
          <p:nvPr/>
        </p:nvSpPr>
        <p:spPr>
          <a:xfrm>
            <a:off x="5666501" y="2309542"/>
            <a:ext cx="504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>
                <a:solidFill>
                  <a:schemeClr val="bg1"/>
                </a:solidFill>
              </a:rPr>
              <a:t>V</a:t>
            </a:r>
            <a:endParaRPr lang="es-CO" sz="1400" b="1" dirty="0">
              <a:solidFill>
                <a:schemeClr val="bg1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EADBFA2C-BC85-447F-802A-19AB29DEBE11}"/>
              </a:ext>
            </a:extLst>
          </p:cNvPr>
          <p:cNvSpPr txBox="1"/>
          <p:nvPr/>
        </p:nvSpPr>
        <p:spPr>
          <a:xfrm>
            <a:off x="6307737" y="2316499"/>
            <a:ext cx="504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>
                <a:solidFill>
                  <a:schemeClr val="bg1"/>
                </a:solidFill>
              </a:rPr>
              <a:t>S</a:t>
            </a:r>
            <a:endParaRPr lang="es-CO" sz="1400" b="1" dirty="0">
              <a:solidFill>
                <a:schemeClr val="bg1"/>
              </a:solidFill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997546F-BC40-1D6F-2A4C-AC428A55DCFD}"/>
              </a:ext>
            </a:extLst>
          </p:cNvPr>
          <p:cNvSpPr txBox="1"/>
          <p:nvPr/>
        </p:nvSpPr>
        <p:spPr>
          <a:xfrm>
            <a:off x="6903429" y="2327955"/>
            <a:ext cx="504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>
                <a:solidFill>
                  <a:schemeClr val="bg1"/>
                </a:solidFill>
              </a:rPr>
              <a:t>D</a:t>
            </a:r>
            <a:endParaRPr lang="es-CO" sz="1400" b="1" dirty="0">
              <a:solidFill>
                <a:schemeClr val="bg1"/>
              </a:solidFill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EB1E11AB-E47B-30C6-A105-1A738AB6D462}"/>
              </a:ext>
            </a:extLst>
          </p:cNvPr>
          <p:cNvSpPr txBox="1"/>
          <p:nvPr/>
        </p:nvSpPr>
        <p:spPr>
          <a:xfrm>
            <a:off x="3329140" y="2340489"/>
            <a:ext cx="482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>
                <a:solidFill>
                  <a:schemeClr val="bg1"/>
                </a:solidFill>
              </a:rPr>
              <a:t>L</a:t>
            </a:r>
            <a:endParaRPr lang="es-CO" sz="1400" b="1" dirty="0">
              <a:solidFill>
                <a:schemeClr val="bg1"/>
              </a:solidFill>
            </a:endParaRPr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5DD659AB-62CF-CBCA-AA42-B5A5F821A4B0}"/>
              </a:ext>
            </a:extLst>
          </p:cNvPr>
          <p:cNvSpPr/>
          <p:nvPr/>
        </p:nvSpPr>
        <p:spPr>
          <a:xfrm>
            <a:off x="11260851" y="2231301"/>
            <a:ext cx="504591" cy="447224"/>
          </a:xfrm>
          <a:prstGeom prst="ellipse">
            <a:avLst/>
          </a:prstGeom>
          <a:solidFill>
            <a:srgbClr val="FD6B1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96F8F97A-8B52-BF66-6ADD-11E6583A6D91}"/>
              </a:ext>
            </a:extLst>
          </p:cNvPr>
          <p:cNvSpPr/>
          <p:nvPr/>
        </p:nvSpPr>
        <p:spPr>
          <a:xfrm>
            <a:off x="10658783" y="2223940"/>
            <a:ext cx="504591" cy="447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BF2B0627-A41E-628C-DF32-D7209842DFC2}"/>
              </a:ext>
            </a:extLst>
          </p:cNvPr>
          <p:cNvSpPr/>
          <p:nvPr/>
        </p:nvSpPr>
        <p:spPr>
          <a:xfrm>
            <a:off x="7712870" y="2242295"/>
            <a:ext cx="482364" cy="447224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00" dirty="0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67BDC71F-6149-B9E8-5B7D-D48A214E7E20}"/>
              </a:ext>
            </a:extLst>
          </p:cNvPr>
          <p:cNvSpPr/>
          <p:nvPr/>
        </p:nvSpPr>
        <p:spPr>
          <a:xfrm>
            <a:off x="8282005" y="2233274"/>
            <a:ext cx="504591" cy="447224"/>
          </a:xfrm>
          <a:prstGeom prst="ellipse">
            <a:avLst/>
          </a:prstGeom>
          <a:solidFill>
            <a:srgbClr val="44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DF39BB61-659D-4802-434C-1B227080FA8F}"/>
              </a:ext>
            </a:extLst>
          </p:cNvPr>
          <p:cNvSpPr/>
          <p:nvPr/>
        </p:nvSpPr>
        <p:spPr>
          <a:xfrm>
            <a:off x="8883988" y="2242295"/>
            <a:ext cx="504591" cy="447224"/>
          </a:xfrm>
          <a:prstGeom prst="ellipse">
            <a:avLst/>
          </a:prstGeom>
          <a:solidFill>
            <a:srgbClr val="FD6B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90681A13-104E-0435-3666-A9E9E57786B4}"/>
              </a:ext>
            </a:extLst>
          </p:cNvPr>
          <p:cNvSpPr/>
          <p:nvPr/>
        </p:nvSpPr>
        <p:spPr>
          <a:xfrm>
            <a:off x="9433129" y="2242295"/>
            <a:ext cx="504591" cy="447224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b="1" dirty="0"/>
              <a:t>J</a:t>
            </a:r>
            <a:endParaRPr lang="es-CO" b="1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077F9E8D-EDE1-C7D7-8EB1-4D56EB3EDBF1}"/>
              </a:ext>
            </a:extLst>
          </p:cNvPr>
          <p:cNvSpPr txBox="1"/>
          <p:nvPr/>
        </p:nvSpPr>
        <p:spPr>
          <a:xfrm>
            <a:off x="8352491" y="2296213"/>
            <a:ext cx="504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>
                <a:solidFill>
                  <a:schemeClr val="bg1"/>
                </a:solidFill>
              </a:rPr>
              <a:t>M</a:t>
            </a:r>
            <a:endParaRPr lang="es-CO" sz="1400" b="1" dirty="0">
              <a:solidFill>
                <a:schemeClr val="bg1"/>
              </a:solidFill>
            </a:endParaRP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1C1E59DF-C5C6-B771-7264-3E3C340A2619}"/>
              </a:ext>
            </a:extLst>
          </p:cNvPr>
          <p:cNvSpPr txBox="1"/>
          <p:nvPr/>
        </p:nvSpPr>
        <p:spPr>
          <a:xfrm>
            <a:off x="8942693" y="2301024"/>
            <a:ext cx="504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>
                <a:solidFill>
                  <a:schemeClr val="bg1"/>
                </a:solidFill>
              </a:rPr>
              <a:t>Mi</a:t>
            </a:r>
            <a:endParaRPr lang="es-CO" sz="1400" b="1" dirty="0">
              <a:solidFill>
                <a:schemeClr val="bg1"/>
              </a:solidFill>
            </a:endParaRP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0B656BF0-784D-0723-B7EC-5941AA62CB30}"/>
              </a:ext>
            </a:extLst>
          </p:cNvPr>
          <p:cNvSpPr/>
          <p:nvPr/>
        </p:nvSpPr>
        <p:spPr>
          <a:xfrm>
            <a:off x="10051806" y="2233851"/>
            <a:ext cx="504591" cy="44722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8E3FA400-9F92-6213-447D-6D8625D6A879}"/>
              </a:ext>
            </a:extLst>
          </p:cNvPr>
          <p:cNvSpPr txBox="1"/>
          <p:nvPr/>
        </p:nvSpPr>
        <p:spPr>
          <a:xfrm>
            <a:off x="10131498" y="2296213"/>
            <a:ext cx="504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>
                <a:solidFill>
                  <a:schemeClr val="bg1"/>
                </a:solidFill>
              </a:rPr>
              <a:t>V</a:t>
            </a:r>
            <a:endParaRPr lang="es-CO" sz="1400" b="1" dirty="0">
              <a:solidFill>
                <a:schemeClr val="bg1"/>
              </a:solidFill>
            </a:endParaRP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8DB256EF-D52B-771A-5831-A54026394132}"/>
              </a:ext>
            </a:extLst>
          </p:cNvPr>
          <p:cNvSpPr txBox="1"/>
          <p:nvPr/>
        </p:nvSpPr>
        <p:spPr>
          <a:xfrm>
            <a:off x="10772734" y="2303170"/>
            <a:ext cx="504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>
                <a:solidFill>
                  <a:schemeClr val="bg1"/>
                </a:solidFill>
              </a:rPr>
              <a:t>S</a:t>
            </a:r>
            <a:endParaRPr lang="es-CO" sz="1400" b="1" dirty="0">
              <a:solidFill>
                <a:schemeClr val="bg1"/>
              </a:solidFill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331EB149-2F58-78BA-C9E5-3052942AD07C}"/>
              </a:ext>
            </a:extLst>
          </p:cNvPr>
          <p:cNvSpPr txBox="1"/>
          <p:nvPr/>
        </p:nvSpPr>
        <p:spPr>
          <a:xfrm>
            <a:off x="11368426" y="2314626"/>
            <a:ext cx="504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>
                <a:solidFill>
                  <a:schemeClr val="bg1"/>
                </a:solidFill>
              </a:rPr>
              <a:t>D</a:t>
            </a:r>
            <a:endParaRPr lang="es-CO" sz="1400" b="1" dirty="0">
              <a:solidFill>
                <a:schemeClr val="bg1"/>
              </a:solidFill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8D99850B-EDBB-2238-205A-A666840D47BB}"/>
              </a:ext>
            </a:extLst>
          </p:cNvPr>
          <p:cNvSpPr txBox="1"/>
          <p:nvPr/>
        </p:nvSpPr>
        <p:spPr>
          <a:xfrm>
            <a:off x="7794137" y="2327160"/>
            <a:ext cx="482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>
                <a:solidFill>
                  <a:schemeClr val="bg1"/>
                </a:solidFill>
              </a:rPr>
              <a:t>L</a:t>
            </a:r>
            <a:endParaRPr lang="es-CO" sz="1400" b="1" dirty="0">
              <a:solidFill>
                <a:schemeClr val="bg1"/>
              </a:solidFill>
            </a:endParaRPr>
          </a:p>
        </p:txBody>
      </p:sp>
      <p:sp>
        <p:nvSpPr>
          <p:cNvPr id="54" name="Arco 53">
            <a:extLst>
              <a:ext uri="{FF2B5EF4-FFF2-40B4-BE49-F238E27FC236}">
                <a16:creationId xmlns:a16="http://schemas.microsoft.com/office/drawing/2014/main" id="{73E8FE3D-B25D-1B41-F361-9DE548630C46}"/>
              </a:ext>
            </a:extLst>
          </p:cNvPr>
          <p:cNvSpPr/>
          <p:nvPr/>
        </p:nvSpPr>
        <p:spPr>
          <a:xfrm rot="15504142">
            <a:off x="7596259" y="2109152"/>
            <a:ext cx="914400" cy="914400"/>
          </a:xfrm>
          <a:prstGeom prst="arc">
            <a:avLst>
              <a:gd name="adj1" fmla="val 16200000"/>
              <a:gd name="adj2" fmla="val 1040311"/>
            </a:avLst>
          </a:prstGeom>
          <a:noFill/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FA4DDA68-BC3A-5C87-9F2F-C4B75762C5A6}"/>
              </a:ext>
            </a:extLst>
          </p:cNvPr>
          <p:cNvCxnSpPr>
            <a:cxnSpLocks/>
          </p:cNvCxnSpPr>
          <p:nvPr/>
        </p:nvCxnSpPr>
        <p:spPr>
          <a:xfrm flipV="1">
            <a:off x="9808062" y="1449004"/>
            <a:ext cx="0" cy="66063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40 CuadroTexto">
            <a:extLst>
              <a:ext uri="{FF2B5EF4-FFF2-40B4-BE49-F238E27FC236}">
                <a16:creationId xmlns:a16="http://schemas.microsoft.com/office/drawing/2014/main" id="{C0A6D0A1-2836-53C2-B56B-0C95AE9262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1149" y="1062204"/>
            <a:ext cx="174759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CO" sz="1400" dirty="0">
                <a:solidFill>
                  <a:srgbClr val="001A0C"/>
                </a:solidFill>
              </a:rPr>
              <a:t>Semana Pronóstico</a:t>
            </a:r>
          </a:p>
        </p:txBody>
      </p:sp>
      <p:sp>
        <p:nvSpPr>
          <p:cNvPr id="57" name="40 CuadroTexto">
            <a:extLst>
              <a:ext uri="{FF2B5EF4-FFF2-40B4-BE49-F238E27FC236}">
                <a16:creationId xmlns:a16="http://schemas.microsoft.com/office/drawing/2014/main" id="{5F920034-E480-6EE4-BB1C-35DA910FBE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5237" y="913469"/>
            <a:ext cx="117198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s-MX" sz="1400" dirty="0">
                <a:solidFill>
                  <a:srgbClr val="001A0C"/>
                </a:solidFill>
              </a:rPr>
              <a:t>Entrega </a:t>
            </a:r>
            <a:r>
              <a:rPr lang="es-MX" sz="1400" dirty="0" err="1">
                <a:solidFill>
                  <a:srgbClr val="001A0C"/>
                </a:solidFill>
              </a:rPr>
              <a:t>Pron</a:t>
            </a:r>
            <a:r>
              <a:rPr lang="es-MX" sz="1400" dirty="0">
                <a:solidFill>
                  <a:srgbClr val="001A0C"/>
                </a:solidFill>
              </a:rPr>
              <a:t> </a:t>
            </a:r>
            <a:r>
              <a:rPr lang="es-MX" sz="1400" dirty="0" err="1">
                <a:solidFill>
                  <a:srgbClr val="001A0C"/>
                </a:solidFill>
              </a:rPr>
              <a:t>CND</a:t>
            </a:r>
            <a:endParaRPr lang="es-CO" sz="1400" dirty="0">
              <a:solidFill>
                <a:srgbClr val="001A0C"/>
              </a:solidFill>
            </a:endParaRPr>
          </a:p>
        </p:txBody>
      </p:sp>
      <p:sp>
        <p:nvSpPr>
          <p:cNvPr id="58" name="40 CuadroTexto">
            <a:extLst>
              <a:ext uri="{FF2B5EF4-FFF2-40B4-BE49-F238E27FC236}">
                <a16:creationId xmlns:a16="http://schemas.microsoft.com/office/drawing/2014/main" id="{5009FE01-F05B-E14E-666C-48D8D297AB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3112" y="950133"/>
            <a:ext cx="117198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s-MX" sz="1400" dirty="0">
                <a:solidFill>
                  <a:srgbClr val="001A0C"/>
                </a:solidFill>
              </a:rPr>
              <a:t>Pronóstico</a:t>
            </a:r>
          </a:p>
          <a:p>
            <a:pPr algn="ctr" eaLnBrk="1" hangingPunct="1"/>
            <a:r>
              <a:rPr lang="es-MX" sz="1400" dirty="0">
                <a:solidFill>
                  <a:srgbClr val="001A0C"/>
                </a:solidFill>
              </a:rPr>
              <a:t>Oficial</a:t>
            </a:r>
            <a:endParaRPr lang="es-CO" sz="1400" dirty="0">
              <a:solidFill>
                <a:srgbClr val="001A0C"/>
              </a:solidFill>
            </a:endParaRPr>
          </a:p>
        </p:txBody>
      </p:sp>
      <p:sp>
        <p:nvSpPr>
          <p:cNvPr id="60" name="Arco 59">
            <a:extLst>
              <a:ext uri="{FF2B5EF4-FFF2-40B4-BE49-F238E27FC236}">
                <a16:creationId xmlns:a16="http://schemas.microsoft.com/office/drawing/2014/main" id="{F2835285-1873-2F75-656C-0D57F975ABCA}"/>
              </a:ext>
            </a:extLst>
          </p:cNvPr>
          <p:cNvSpPr/>
          <p:nvPr/>
        </p:nvSpPr>
        <p:spPr>
          <a:xfrm rot="10800000">
            <a:off x="2790225" y="4669826"/>
            <a:ext cx="914400" cy="914400"/>
          </a:xfrm>
          <a:prstGeom prst="arc">
            <a:avLst>
              <a:gd name="adj1" fmla="val 16200000"/>
              <a:gd name="adj2" fmla="val 1040311"/>
            </a:avLst>
          </a:prstGeom>
          <a:noFill/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07C4899D-2242-7D7C-EE52-2AF7628A7438}"/>
              </a:ext>
            </a:extLst>
          </p:cNvPr>
          <p:cNvCxnSpPr>
            <a:cxnSpLocks/>
          </p:cNvCxnSpPr>
          <p:nvPr/>
        </p:nvCxnSpPr>
        <p:spPr>
          <a:xfrm flipH="1" flipV="1">
            <a:off x="3201016" y="5578558"/>
            <a:ext cx="3623349" cy="3158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F99A1DB4-3574-07B0-15E2-18D616633E6C}"/>
              </a:ext>
            </a:extLst>
          </p:cNvPr>
          <p:cNvCxnSpPr>
            <a:cxnSpLocks/>
            <a:stCxn id="63" idx="0"/>
          </p:cNvCxnSpPr>
          <p:nvPr/>
        </p:nvCxnSpPr>
        <p:spPr>
          <a:xfrm flipH="1" flipV="1">
            <a:off x="4962181" y="5572934"/>
            <a:ext cx="1" cy="48134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ipse 62">
            <a:extLst>
              <a:ext uri="{FF2B5EF4-FFF2-40B4-BE49-F238E27FC236}">
                <a16:creationId xmlns:a16="http://schemas.microsoft.com/office/drawing/2014/main" id="{B00C5B76-6221-A4AD-69B8-D3EFA1E37793}"/>
              </a:ext>
            </a:extLst>
          </p:cNvPr>
          <p:cNvSpPr/>
          <p:nvPr/>
        </p:nvSpPr>
        <p:spPr>
          <a:xfrm>
            <a:off x="4884645" y="6054281"/>
            <a:ext cx="155073" cy="1540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8F9EDFED-38F6-4A0F-5BC0-17456DCEED49}"/>
              </a:ext>
            </a:extLst>
          </p:cNvPr>
          <p:cNvSpPr/>
          <p:nvPr/>
        </p:nvSpPr>
        <p:spPr>
          <a:xfrm>
            <a:off x="6634418" y="4989575"/>
            <a:ext cx="504591" cy="447224"/>
          </a:xfrm>
          <a:prstGeom prst="ellipse">
            <a:avLst/>
          </a:prstGeom>
          <a:solidFill>
            <a:srgbClr val="FD6B1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5" name="Elipse 64">
            <a:extLst>
              <a:ext uri="{FF2B5EF4-FFF2-40B4-BE49-F238E27FC236}">
                <a16:creationId xmlns:a16="http://schemas.microsoft.com/office/drawing/2014/main" id="{1A1D31DA-8300-057E-2E7E-7117EC9D7A7B}"/>
              </a:ext>
            </a:extLst>
          </p:cNvPr>
          <p:cNvSpPr/>
          <p:nvPr/>
        </p:nvSpPr>
        <p:spPr>
          <a:xfrm>
            <a:off x="6032350" y="4982214"/>
            <a:ext cx="504591" cy="447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6" name="Elipse 65">
            <a:extLst>
              <a:ext uri="{FF2B5EF4-FFF2-40B4-BE49-F238E27FC236}">
                <a16:creationId xmlns:a16="http://schemas.microsoft.com/office/drawing/2014/main" id="{1A7A88D1-2314-BE29-37A1-671DFD413D82}"/>
              </a:ext>
            </a:extLst>
          </p:cNvPr>
          <p:cNvSpPr/>
          <p:nvPr/>
        </p:nvSpPr>
        <p:spPr>
          <a:xfrm>
            <a:off x="3086437" y="5000569"/>
            <a:ext cx="482364" cy="447224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00" dirty="0"/>
          </a:p>
        </p:txBody>
      </p:sp>
      <p:sp>
        <p:nvSpPr>
          <p:cNvPr id="67" name="Elipse 66">
            <a:extLst>
              <a:ext uri="{FF2B5EF4-FFF2-40B4-BE49-F238E27FC236}">
                <a16:creationId xmlns:a16="http://schemas.microsoft.com/office/drawing/2014/main" id="{14FD07DB-66FF-457A-C96D-C3276AFB1FAD}"/>
              </a:ext>
            </a:extLst>
          </p:cNvPr>
          <p:cNvSpPr/>
          <p:nvPr/>
        </p:nvSpPr>
        <p:spPr>
          <a:xfrm>
            <a:off x="3655572" y="4991548"/>
            <a:ext cx="504591" cy="447224"/>
          </a:xfrm>
          <a:prstGeom prst="ellipse">
            <a:avLst/>
          </a:prstGeom>
          <a:solidFill>
            <a:srgbClr val="44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68" name="Elipse 67">
            <a:extLst>
              <a:ext uri="{FF2B5EF4-FFF2-40B4-BE49-F238E27FC236}">
                <a16:creationId xmlns:a16="http://schemas.microsoft.com/office/drawing/2014/main" id="{9877F6DA-6141-2D4E-DC72-BDFF58479C17}"/>
              </a:ext>
            </a:extLst>
          </p:cNvPr>
          <p:cNvSpPr/>
          <p:nvPr/>
        </p:nvSpPr>
        <p:spPr>
          <a:xfrm>
            <a:off x="4257555" y="5000569"/>
            <a:ext cx="504591" cy="447224"/>
          </a:xfrm>
          <a:prstGeom prst="ellipse">
            <a:avLst/>
          </a:prstGeom>
          <a:solidFill>
            <a:srgbClr val="FD6B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69" name="Elipse 68">
            <a:extLst>
              <a:ext uri="{FF2B5EF4-FFF2-40B4-BE49-F238E27FC236}">
                <a16:creationId xmlns:a16="http://schemas.microsoft.com/office/drawing/2014/main" id="{F8A407C4-4A71-3FDF-7E45-5DAB5B9F5F5C}"/>
              </a:ext>
            </a:extLst>
          </p:cNvPr>
          <p:cNvSpPr/>
          <p:nvPr/>
        </p:nvSpPr>
        <p:spPr>
          <a:xfrm>
            <a:off x="4806696" y="5000569"/>
            <a:ext cx="504591" cy="447224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b="1" dirty="0"/>
              <a:t>J</a:t>
            </a:r>
            <a:endParaRPr lang="es-CO" b="1" dirty="0"/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10A04F22-595A-8916-43C5-1ABE614BA010}"/>
              </a:ext>
            </a:extLst>
          </p:cNvPr>
          <p:cNvSpPr txBox="1"/>
          <p:nvPr/>
        </p:nvSpPr>
        <p:spPr>
          <a:xfrm>
            <a:off x="3726058" y="5054487"/>
            <a:ext cx="504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>
                <a:solidFill>
                  <a:schemeClr val="bg1"/>
                </a:solidFill>
              </a:rPr>
              <a:t>M</a:t>
            </a:r>
            <a:endParaRPr lang="es-CO" sz="1400" b="1" dirty="0">
              <a:solidFill>
                <a:schemeClr val="bg1"/>
              </a:solidFill>
            </a:endParaRP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419868B9-794F-5C2C-CF4F-38AFAE2DA651}"/>
              </a:ext>
            </a:extLst>
          </p:cNvPr>
          <p:cNvSpPr txBox="1"/>
          <p:nvPr/>
        </p:nvSpPr>
        <p:spPr>
          <a:xfrm>
            <a:off x="4316260" y="5059298"/>
            <a:ext cx="504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>
                <a:solidFill>
                  <a:schemeClr val="bg1"/>
                </a:solidFill>
              </a:rPr>
              <a:t>Mi</a:t>
            </a:r>
            <a:endParaRPr lang="es-CO" sz="1400" b="1" dirty="0">
              <a:solidFill>
                <a:schemeClr val="bg1"/>
              </a:solidFill>
            </a:endParaRPr>
          </a:p>
        </p:txBody>
      </p:sp>
      <p:sp>
        <p:nvSpPr>
          <p:cNvPr id="73" name="Elipse 72">
            <a:extLst>
              <a:ext uri="{FF2B5EF4-FFF2-40B4-BE49-F238E27FC236}">
                <a16:creationId xmlns:a16="http://schemas.microsoft.com/office/drawing/2014/main" id="{1C0856D4-EF83-7A9C-D0CD-674D39A6CFF9}"/>
              </a:ext>
            </a:extLst>
          </p:cNvPr>
          <p:cNvSpPr/>
          <p:nvPr/>
        </p:nvSpPr>
        <p:spPr>
          <a:xfrm>
            <a:off x="5425373" y="4992125"/>
            <a:ext cx="504591" cy="44722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9BEDC21B-E5D3-506B-916E-5E6283E19B55}"/>
              </a:ext>
            </a:extLst>
          </p:cNvPr>
          <p:cNvSpPr txBox="1"/>
          <p:nvPr/>
        </p:nvSpPr>
        <p:spPr>
          <a:xfrm>
            <a:off x="5505065" y="5054487"/>
            <a:ext cx="504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>
                <a:solidFill>
                  <a:schemeClr val="bg1"/>
                </a:solidFill>
              </a:rPr>
              <a:t>V</a:t>
            </a:r>
            <a:endParaRPr lang="es-CO" sz="1400" b="1" dirty="0">
              <a:solidFill>
                <a:schemeClr val="bg1"/>
              </a:solidFill>
            </a:endParaRP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6A6681BD-FCC6-4D92-2C31-8BAC194BFF3F}"/>
              </a:ext>
            </a:extLst>
          </p:cNvPr>
          <p:cNvSpPr txBox="1"/>
          <p:nvPr/>
        </p:nvSpPr>
        <p:spPr>
          <a:xfrm>
            <a:off x="6146301" y="5061444"/>
            <a:ext cx="504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>
                <a:solidFill>
                  <a:schemeClr val="bg1"/>
                </a:solidFill>
              </a:rPr>
              <a:t>S</a:t>
            </a:r>
            <a:endParaRPr lang="es-CO" sz="1400" b="1" dirty="0">
              <a:solidFill>
                <a:schemeClr val="bg1"/>
              </a:solidFill>
            </a:endParaRP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3EA83903-5736-9314-3FF2-F40F8F344B87}"/>
              </a:ext>
            </a:extLst>
          </p:cNvPr>
          <p:cNvSpPr txBox="1"/>
          <p:nvPr/>
        </p:nvSpPr>
        <p:spPr>
          <a:xfrm>
            <a:off x="6741993" y="5072900"/>
            <a:ext cx="504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>
                <a:solidFill>
                  <a:schemeClr val="bg1"/>
                </a:solidFill>
              </a:rPr>
              <a:t>D</a:t>
            </a:r>
            <a:endParaRPr lang="es-CO" sz="1400" b="1" dirty="0">
              <a:solidFill>
                <a:schemeClr val="bg1"/>
              </a:solidFill>
            </a:endParaRP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D2FC99F0-F3EC-6485-9AB1-2CFA22B325A7}"/>
              </a:ext>
            </a:extLst>
          </p:cNvPr>
          <p:cNvSpPr txBox="1"/>
          <p:nvPr/>
        </p:nvSpPr>
        <p:spPr>
          <a:xfrm>
            <a:off x="3167704" y="5085434"/>
            <a:ext cx="482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>
                <a:solidFill>
                  <a:schemeClr val="bg1"/>
                </a:solidFill>
              </a:rPr>
              <a:t>L</a:t>
            </a:r>
            <a:endParaRPr lang="es-CO" sz="1400" b="1" dirty="0">
              <a:solidFill>
                <a:schemeClr val="bg1"/>
              </a:solidFill>
            </a:endParaRPr>
          </a:p>
        </p:txBody>
      </p:sp>
      <p:sp>
        <p:nvSpPr>
          <p:cNvPr id="78" name="40 CuadroTexto">
            <a:extLst>
              <a:ext uri="{FF2B5EF4-FFF2-40B4-BE49-F238E27FC236}">
                <a16:creationId xmlns:a16="http://schemas.microsoft.com/office/drawing/2014/main" id="{83C4981D-5CDF-B87B-1BDF-F65DBF1BE1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2375" y="6350397"/>
            <a:ext cx="172675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CO" sz="1400" dirty="0">
                <a:solidFill>
                  <a:srgbClr val="001A0C"/>
                </a:solidFill>
              </a:rPr>
              <a:t>Semana Operación</a:t>
            </a:r>
          </a:p>
        </p:txBody>
      </p:sp>
      <p:sp>
        <p:nvSpPr>
          <p:cNvPr id="79" name="Arco 78">
            <a:extLst>
              <a:ext uri="{FF2B5EF4-FFF2-40B4-BE49-F238E27FC236}">
                <a16:creationId xmlns:a16="http://schemas.microsoft.com/office/drawing/2014/main" id="{2E751AF9-B46C-1ED2-B76D-1EF75F1FD26F}"/>
              </a:ext>
            </a:extLst>
          </p:cNvPr>
          <p:cNvSpPr/>
          <p:nvPr/>
        </p:nvSpPr>
        <p:spPr>
          <a:xfrm rot="4414196">
            <a:off x="6366828" y="4702950"/>
            <a:ext cx="914400" cy="914400"/>
          </a:xfrm>
          <a:prstGeom prst="arc">
            <a:avLst>
              <a:gd name="adj1" fmla="val 16200000"/>
              <a:gd name="adj2" fmla="val 1040311"/>
            </a:avLst>
          </a:prstGeom>
          <a:noFill/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0" name="Arco 79">
            <a:extLst>
              <a:ext uri="{FF2B5EF4-FFF2-40B4-BE49-F238E27FC236}">
                <a16:creationId xmlns:a16="http://schemas.microsoft.com/office/drawing/2014/main" id="{4D0B6CB1-625E-48E9-4D7B-87BE36E035E3}"/>
              </a:ext>
            </a:extLst>
          </p:cNvPr>
          <p:cNvSpPr/>
          <p:nvPr/>
        </p:nvSpPr>
        <p:spPr>
          <a:xfrm rot="4255257">
            <a:off x="6503200" y="1949253"/>
            <a:ext cx="914400" cy="914400"/>
          </a:xfrm>
          <a:prstGeom prst="arc">
            <a:avLst>
              <a:gd name="adj1" fmla="val 16200000"/>
              <a:gd name="adj2" fmla="val 1040311"/>
            </a:avLst>
          </a:prstGeom>
          <a:noFill/>
          <a:ln w="57150">
            <a:solidFill>
              <a:srgbClr val="44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81" name="2 Conector angular">
            <a:extLst>
              <a:ext uri="{FF2B5EF4-FFF2-40B4-BE49-F238E27FC236}">
                <a16:creationId xmlns:a16="http://schemas.microsoft.com/office/drawing/2014/main" id="{61E281E2-CE4B-16F4-0BA8-0BF62156F3F6}"/>
              </a:ext>
            </a:extLst>
          </p:cNvPr>
          <p:cNvCxnSpPr>
            <a:cxnSpLocks/>
          </p:cNvCxnSpPr>
          <p:nvPr/>
        </p:nvCxnSpPr>
        <p:spPr>
          <a:xfrm rot="5400000">
            <a:off x="7483272" y="2918411"/>
            <a:ext cx="2457784" cy="2184039"/>
          </a:xfrm>
          <a:prstGeom prst="bentConnector3">
            <a:avLst>
              <a:gd name="adj1" fmla="val 99960"/>
            </a:avLst>
          </a:prstGeom>
          <a:ln w="76200">
            <a:solidFill>
              <a:srgbClr val="45199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BCD4BFD5-CB14-D510-EEAC-3A9B08D65BB2}"/>
              </a:ext>
            </a:extLst>
          </p:cNvPr>
          <p:cNvCxnSpPr>
            <a:cxnSpLocks/>
            <a:stCxn id="66" idx="0"/>
            <a:endCxn id="85" idx="2"/>
          </p:cNvCxnSpPr>
          <p:nvPr/>
        </p:nvCxnSpPr>
        <p:spPr>
          <a:xfrm flipV="1">
            <a:off x="3327619" y="4011549"/>
            <a:ext cx="0" cy="989020"/>
          </a:xfrm>
          <a:prstGeom prst="straightConnector1">
            <a:avLst/>
          </a:prstGeom>
          <a:ln w="38100">
            <a:solidFill>
              <a:srgbClr val="45199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angular 217">
            <a:extLst>
              <a:ext uri="{FF2B5EF4-FFF2-40B4-BE49-F238E27FC236}">
                <a16:creationId xmlns:a16="http://schemas.microsoft.com/office/drawing/2014/main" id="{09136DBA-6E42-FD85-3AE0-7A1D85B25FEA}"/>
              </a:ext>
            </a:extLst>
          </p:cNvPr>
          <p:cNvCxnSpPr>
            <a:cxnSpLocks/>
            <a:stCxn id="84" idx="0"/>
            <a:endCxn id="67" idx="0"/>
          </p:cNvCxnSpPr>
          <p:nvPr/>
        </p:nvCxnSpPr>
        <p:spPr>
          <a:xfrm rot="16200000" flipH="1">
            <a:off x="2586404" y="3670085"/>
            <a:ext cx="407119" cy="2235807"/>
          </a:xfrm>
          <a:prstGeom prst="bentConnector3">
            <a:avLst>
              <a:gd name="adj1" fmla="val -56151"/>
            </a:avLst>
          </a:prstGeom>
          <a:ln w="38100">
            <a:solidFill>
              <a:srgbClr val="45199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40 CuadroTexto">
            <a:extLst>
              <a:ext uri="{FF2B5EF4-FFF2-40B4-BE49-F238E27FC236}">
                <a16:creationId xmlns:a16="http://schemas.microsoft.com/office/drawing/2014/main" id="{41AEEB59-EFE8-A0E3-5475-53ADB26143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323" y="4584429"/>
            <a:ext cx="165947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s-CO" sz="1400" dirty="0">
                <a:solidFill>
                  <a:srgbClr val="001A0C"/>
                </a:solidFill>
              </a:rPr>
              <a:t>Antes 7:30 AM</a:t>
            </a:r>
          </a:p>
          <a:p>
            <a:pPr algn="ctr" eaLnBrk="1" hangingPunct="1"/>
            <a:r>
              <a:rPr lang="es-CO" sz="1400" dirty="0">
                <a:solidFill>
                  <a:srgbClr val="001A0C"/>
                </a:solidFill>
              </a:rPr>
              <a:t>Modificar</a:t>
            </a:r>
          </a:p>
          <a:p>
            <a:pPr algn="ctr" eaLnBrk="1" hangingPunct="1"/>
            <a:r>
              <a:rPr lang="es-CO" sz="1400" dirty="0">
                <a:solidFill>
                  <a:srgbClr val="001A0C"/>
                </a:solidFill>
              </a:rPr>
              <a:t>Pronóstico</a:t>
            </a:r>
          </a:p>
          <a:p>
            <a:pPr algn="ctr" eaLnBrk="1" hangingPunct="1"/>
            <a:r>
              <a:rPr lang="es-CO" sz="1400" dirty="0">
                <a:solidFill>
                  <a:srgbClr val="001A0C"/>
                </a:solidFill>
              </a:rPr>
              <a:t>Oficial del día D+1</a:t>
            </a:r>
          </a:p>
        </p:txBody>
      </p:sp>
      <p:pic>
        <p:nvPicPr>
          <p:cNvPr id="85" name="Picture 2" descr="Image result for business agility icon">
            <a:extLst>
              <a:ext uri="{FF2B5EF4-FFF2-40B4-BE49-F238E27FC236}">
                <a16:creationId xmlns:a16="http://schemas.microsoft.com/office/drawing/2014/main" id="{B0F26CD3-A527-773B-E4CA-D02614DBB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4385" y="3485082"/>
            <a:ext cx="526467" cy="526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6" name="Conector recto 85">
            <a:extLst>
              <a:ext uri="{FF2B5EF4-FFF2-40B4-BE49-F238E27FC236}">
                <a16:creationId xmlns:a16="http://schemas.microsoft.com/office/drawing/2014/main" id="{4D42971A-19DA-D2EF-9AEE-CDFDF76F2225}"/>
              </a:ext>
            </a:extLst>
          </p:cNvPr>
          <p:cNvCxnSpPr>
            <a:cxnSpLocks/>
          </p:cNvCxnSpPr>
          <p:nvPr/>
        </p:nvCxnSpPr>
        <p:spPr>
          <a:xfrm flipV="1">
            <a:off x="3479661" y="1641990"/>
            <a:ext cx="0" cy="660633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Elipse 86">
            <a:extLst>
              <a:ext uri="{FF2B5EF4-FFF2-40B4-BE49-F238E27FC236}">
                <a16:creationId xmlns:a16="http://schemas.microsoft.com/office/drawing/2014/main" id="{F95BD505-4180-7765-E482-7130BB7DA526}"/>
              </a:ext>
            </a:extLst>
          </p:cNvPr>
          <p:cNvSpPr/>
          <p:nvPr/>
        </p:nvSpPr>
        <p:spPr>
          <a:xfrm>
            <a:off x="3394967" y="1546830"/>
            <a:ext cx="155073" cy="15404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8" name="40 CuadroTexto">
            <a:extLst>
              <a:ext uri="{FF2B5EF4-FFF2-40B4-BE49-F238E27FC236}">
                <a16:creationId xmlns:a16="http://schemas.microsoft.com/office/drawing/2014/main" id="{AB95902F-9BB2-9478-76A0-DCE299AAD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572" y="994589"/>
            <a:ext cx="117198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s-MX" sz="1400" dirty="0">
                <a:solidFill>
                  <a:srgbClr val="001A0C"/>
                </a:solidFill>
              </a:rPr>
              <a:t>Inicio </a:t>
            </a:r>
            <a:r>
              <a:rPr lang="es-MX" sz="1400" dirty="0" err="1">
                <a:solidFill>
                  <a:srgbClr val="001A0C"/>
                </a:solidFill>
              </a:rPr>
              <a:t>Pron</a:t>
            </a:r>
            <a:r>
              <a:rPr lang="es-MX" sz="1400" dirty="0">
                <a:solidFill>
                  <a:srgbClr val="001A0C"/>
                </a:solidFill>
              </a:rPr>
              <a:t> CND</a:t>
            </a:r>
            <a:endParaRPr lang="es-CO" sz="1400" dirty="0">
              <a:solidFill>
                <a:srgbClr val="001A0C"/>
              </a:solidFill>
            </a:endParaRPr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E7577347-0429-A92B-9C27-F0DE20D84A41}"/>
              </a:ext>
            </a:extLst>
          </p:cNvPr>
          <p:cNvSpPr/>
          <p:nvPr/>
        </p:nvSpPr>
        <p:spPr>
          <a:xfrm>
            <a:off x="2010141" y="2223118"/>
            <a:ext cx="504591" cy="447224"/>
          </a:xfrm>
          <a:prstGeom prst="ellipse">
            <a:avLst/>
          </a:prstGeom>
          <a:solidFill>
            <a:srgbClr val="FD6B1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0" name="Elipse 89">
            <a:extLst>
              <a:ext uri="{FF2B5EF4-FFF2-40B4-BE49-F238E27FC236}">
                <a16:creationId xmlns:a16="http://schemas.microsoft.com/office/drawing/2014/main" id="{A210F992-C7EB-18AE-9D9B-C071C5BB658B}"/>
              </a:ext>
            </a:extLst>
          </p:cNvPr>
          <p:cNvSpPr/>
          <p:nvPr/>
        </p:nvSpPr>
        <p:spPr>
          <a:xfrm>
            <a:off x="1408073" y="2215757"/>
            <a:ext cx="504591" cy="447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9A3B42C8-3581-E948-A967-D44EA24FF5A8}"/>
              </a:ext>
            </a:extLst>
          </p:cNvPr>
          <p:cNvSpPr txBox="1"/>
          <p:nvPr/>
        </p:nvSpPr>
        <p:spPr>
          <a:xfrm>
            <a:off x="337732" y="2290687"/>
            <a:ext cx="50459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400" b="1" dirty="0">
                <a:solidFill>
                  <a:schemeClr val="bg1"/>
                </a:solidFill>
              </a:rPr>
              <a:t>J</a:t>
            </a:r>
            <a:endParaRPr lang="es-CO" sz="1400" b="1" dirty="0">
              <a:solidFill>
                <a:schemeClr val="bg1"/>
              </a:solidFill>
            </a:endParaRPr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F41E24CD-51EA-380C-D720-91B5CB8F2A12}"/>
              </a:ext>
            </a:extLst>
          </p:cNvPr>
          <p:cNvSpPr/>
          <p:nvPr/>
        </p:nvSpPr>
        <p:spPr>
          <a:xfrm>
            <a:off x="801096" y="2225668"/>
            <a:ext cx="504591" cy="44722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3" name="CuadroTexto 92">
            <a:extLst>
              <a:ext uri="{FF2B5EF4-FFF2-40B4-BE49-F238E27FC236}">
                <a16:creationId xmlns:a16="http://schemas.microsoft.com/office/drawing/2014/main" id="{BCEB8216-FE60-540D-6380-B563F19549E7}"/>
              </a:ext>
            </a:extLst>
          </p:cNvPr>
          <p:cNvSpPr txBox="1"/>
          <p:nvPr/>
        </p:nvSpPr>
        <p:spPr>
          <a:xfrm>
            <a:off x="880788" y="2288030"/>
            <a:ext cx="504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>
                <a:solidFill>
                  <a:schemeClr val="bg1"/>
                </a:solidFill>
              </a:rPr>
              <a:t>V</a:t>
            </a:r>
            <a:endParaRPr lang="es-CO" sz="1400" b="1" dirty="0">
              <a:solidFill>
                <a:schemeClr val="bg1"/>
              </a:solidFill>
            </a:endParaRPr>
          </a:p>
        </p:txBody>
      </p:sp>
      <p:sp>
        <p:nvSpPr>
          <p:cNvPr id="94" name="CuadroTexto 93">
            <a:extLst>
              <a:ext uri="{FF2B5EF4-FFF2-40B4-BE49-F238E27FC236}">
                <a16:creationId xmlns:a16="http://schemas.microsoft.com/office/drawing/2014/main" id="{93235827-1E18-8EA9-467D-58502E56266E}"/>
              </a:ext>
            </a:extLst>
          </p:cNvPr>
          <p:cNvSpPr txBox="1"/>
          <p:nvPr/>
        </p:nvSpPr>
        <p:spPr>
          <a:xfrm>
            <a:off x="1522024" y="2294987"/>
            <a:ext cx="504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>
                <a:solidFill>
                  <a:schemeClr val="bg1"/>
                </a:solidFill>
              </a:rPr>
              <a:t>S</a:t>
            </a:r>
            <a:endParaRPr lang="es-CO" sz="1400" b="1" dirty="0">
              <a:solidFill>
                <a:schemeClr val="bg1"/>
              </a:solidFill>
            </a:endParaRPr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874BF49E-6D9E-118E-B5B7-66B7988E0611}"/>
              </a:ext>
            </a:extLst>
          </p:cNvPr>
          <p:cNvSpPr txBox="1"/>
          <p:nvPr/>
        </p:nvSpPr>
        <p:spPr>
          <a:xfrm>
            <a:off x="2117716" y="2306443"/>
            <a:ext cx="504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>
                <a:solidFill>
                  <a:schemeClr val="bg1"/>
                </a:solidFill>
              </a:rPr>
              <a:t>D</a:t>
            </a:r>
            <a:endParaRPr lang="es-CO" sz="1400" b="1" dirty="0">
              <a:solidFill>
                <a:schemeClr val="bg1"/>
              </a:solidFill>
            </a:endParaRPr>
          </a:p>
        </p:txBody>
      </p:sp>
      <p:sp>
        <p:nvSpPr>
          <p:cNvPr id="96" name="Arco 95">
            <a:extLst>
              <a:ext uri="{FF2B5EF4-FFF2-40B4-BE49-F238E27FC236}">
                <a16:creationId xmlns:a16="http://schemas.microsoft.com/office/drawing/2014/main" id="{D24EC0FA-7717-3820-E04A-56B1FED7A360}"/>
              </a:ext>
            </a:extLst>
          </p:cNvPr>
          <p:cNvSpPr/>
          <p:nvPr/>
        </p:nvSpPr>
        <p:spPr>
          <a:xfrm rot="4255257">
            <a:off x="1742931" y="1955399"/>
            <a:ext cx="914400" cy="914400"/>
          </a:xfrm>
          <a:prstGeom prst="arc">
            <a:avLst>
              <a:gd name="adj1" fmla="val 16200000"/>
              <a:gd name="adj2" fmla="val 1040311"/>
            </a:avLst>
          </a:prstGeom>
          <a:noFill/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7" name="Conector recto 96">
            <a:extLst>
              <a:ext uri="{FF2B5EF4-FFF2-40B4-BE49-F238E27FC236}">
                <a16:creationId xmlns:a16="http://schemas.microsoft.com/office/drawing/2014/main" id="{B93A145E-13B9-D592-544D-D79C239DA26C}"/>
              </a:ext>
            </a:extLst>
          </p:cNvPr>
          <p:cNvCxnSpPr>
            <a:cxnSpLocks/>
          </p:cNvCxnSpPr>
          <p:nvPr/>
        </p:nvCxnSpPr>
        <p:spPr>
          <a:xfrm flipH="1" flipV="1">
            <a:off x="508086" y="2861590"/>
            <a:ext cx="1725157" cy="5024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2 Conector angular">
            <a:extLst>
              <a:ext uri="{FF2B5EF4-FFF2-40B4-BE49-F238E27FC236}">
                <a16:creationId xmlns:a16="http://schemas.microsoft.com/office/drawing/2014/main" id="{18B1490A-88FB-FD05-7AEC-7AEF085E1978}"/>
              </a:ext>
            </a:extLst>
          </p:cNvPr>
          <p:cNvCxnSpPr>
            <a:cxnSpLocks/>
          </p:cNvCxnSpPr>
          <p:nvPr/>
        </p:nvCxnSpPr>
        <p:spPr>
          <a:xfrm rot="10800000" flipV="1">
            <a:off x="434724" y="1256198"/>
            <a:ext cx="2537849" cy="977905"/>
          </a:xfrm>
          <a:prstGeom prst="bentConnector3">
            <a:avLst>
              <a:gd name="adj1" fmla="val 100064"/>
            </a:avLst>
          </a:prstGeom>
          <a:ln w="762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recto 98">
            <a:extLst>
              <a:ext uri="{FF2B5EF4-FFF2-40B4-BE49-F238E27FC236}">
                <a16:creationId xmlns:a16="http://schemas.microsoft.com/office/drawing/2014/main" id="{9FEF82D1-3121-423A-1F6B-4A9F7B14882F}"/>
              </a:ext>
            </a:extLst>
          </p:cNvPr>
          <p:cNvCxnSpPr/>
          <p:nvPr/>
        </p:nvCxnSpPr>
        <p:spPr>
          <a:xfrm>
            <a:off x="750967" y="1824921"/>
            <a:ext cx="0" cy="936018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2B84E45D-F690-0377-D020-B23DAC19900B}"/>
              </a:ext>
            </a:extLst>
          </p:cNvPr>
          <p:cNvSpPr txBox="1"/>
          <p:nvPr/>
        </p:nvSpPr>
        <p:spPr>
          <a:xfrm>
            <a:off x="375872" y="2290687"/>
            <a:ext cx="50459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400" b="1" dirty="0">
                <a:solidFill>
                  <a:schemeClr val="bg1"/>
                </a:solidFill>
              </a:rPr>
              <a:t>J</a:t>
            </a:r>
            <a:endParaRPr lang="es-CO" sz="1400" b="1" dirty="0">
              <a:solidFill>
                <a:schemeClr val="bg1"/>
              </a:solidFill>
            </a:endParaRPr>
          </a:p>
        </p:txBody>
      </p:sp>
      <p:sp>
        <p:nvSpPr>
          <p:cNvPr id="102" name="Arco 101">
            <a:extLst>
              <a:ext uri="{FF2B5EF4-FFF2-40B4-BE49-F238E27FC236}">
                <a16:creationId xmlns:a16="http://schemas.microsoft.com/office/drawing/2014/main" id="{9170CB86-6ECE-F4ED-A76A-DA5D32D69900}"/>
              </a:ext>
            </a:extLst>
          </p:cNvPr>
          <p:cNvSpPr/>
          <p:nvPr/>
        </p:nvSpPr>
        <p:spPr>
          <a:xfrm rot="10800000">
            <a:off x="51282" y="1946625"/>
            <a:ext cx="914400" cy="914400"/>
          </a:xfrm>
          <a:prstGeom prst="arc">
            <a:avLst>
              <a:gd name="adj1" fmla="val 16200000"/>
              <a:gd name="adj2" fmla="val 1040311"/>
            </a:avLst>
          </a:prstGeom>
          <a:noFill/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3" name="Elipse 102">
            <a:extLst>
              <a:ext uri="{FF2B5EF4-FFF2-40B4-BE49-F238E27FC236}">
                <a16:creationId xmlns:a16="http://schemas.microsoft.com/office/drawing/2014/main" id="{55ACD8D4-6677-0A60-E457-93FEA45D63AA}"/>
              </a:ext>
            </a:extLst>
          </p:cNvPr>
          <p:cNvSpPr/>
          <p:nvPr/>
        </p:nvSpPr>
        <p:spPr>
          <a:xfrm>
            <a:off x="220559" y="2234112"/>
            <a:ext cx="504591" cy="447224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b="1" dirty="0"/>
              <a:t>J</a:t>
            </a:r>
          </a:p>
        </p:txBody>
      </p:sp>
      <p:sp>
        <p:nvSpPr>
          <p:cNvPr id="104" name="40 CuadroTexto">
            <a:extLst>
              <a:ext uri="{FF2B5EF4-FFF2-40B4-BE49-F238E27FC236}">
                <a16:creationId xmlns:a16="http://schemas.microsoft.com/office/drawing/2014/main" id="{BED8A6E6-82CF-20DA-F3FE-E0D9809439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10" y="1319464"/>
            <a:ext cx="243207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CO" sz="1400" dirty="0">
                <a:solidFill>
                  <a:srgbClr val="001A0C"/>
                </a:solidFill>
              </a:rPr>
              <a:t>Insumo: </a:t>
            </a:r>
            <a:r>
              <a:rPr lang="es-CO" sz="1400" dirty="0" err="1">
                <a:solidFill>
                  <a:srgbClr val="001A0C"/>
                </a:solidFill>
              </a:rPr>
              <a:t>dem</a:t>
            </a:r>
            <a:r>
              <a:rPr lang="es-CO" sz="1400" dirty="0">
                <a:solidFill>
                  <a:srgbClr val="001A0C"/>
                </a:solidFill>
              </a:rPr>
              <a:t>. Comercial d-4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9FE3F7D-69C3-C68F-B58F-1745490B2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1335" y="151342"/>
            <a:ext cx="1156021" cy="95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849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2" grpId="0" animBg="1"/>
      <p:bldP spid="24" grpId="0" animBg="1"/>
      <p:bldP spid="57" grpId="0"/>
      <p:bldP spid="58" grpId="0"/>
      <p:bldP spid="60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/>
      <p:bldP spid="71" grpId="0"/>
      <p:bldP spid="73" grpId="0" animBg="1"/>
      <p:bldP spid="74" grpId="0"/>
      <p:bldP spid="75" grpId="0"/>
      <p:bldP spid="76" grpId="0"/>
      <p:bldP spid="77" grpId="0"/>
      <p:bldP spid="78" grpId="0"/>
      <p:bldP spid="79" grpId="0" animBg="1"/>
      <p:bldP spid="84" grpId="0"/>
      <p:bldP spid="87" grpId="0" animBg="1"/>
      <p:bldP spid="88" grpId="0"/>
      <p:bldP spid="10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Marcador de texto 6">
            <a:extLst>
              <a:ext uri="{FF2B5EF4-FFF2-40B4-BE49-F238E27FC236}">
                <a16:creationId xmlns:a16="http://schemas.microsoft.com/office/drawing/2014/main" id="{78DCBBD4-A8E5-7F96-4DFC-D09A04DBBEDE}"/>
              </a:ext>
            </a:extLst>
          </p:cNvPr>
          <p:cNvSpPr txBox="1">
            <a:spLocks/>
          </p:cNvSpPr>
          <p:nvPr/>
        </p:nvSpPr>
        <p:spPr>
          <a:xfrm>
            <a:off x="1377566" y="226596"/>
            <a:ext cx="9639300" cy="9511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3200" b="1" dirty="0">
                <a:latin typeface="Arial Rounded MT Bold" panose="020F0704030504030204" pitchFamily="34" charset="77"/>
                <a:cs typeface="Arial" panose="020B0604020202020204" pitchFamily="34" charset="0"/>
              </a:rPr>
              <a:t>2. Proceso pronóstico de demanda</a:t>
            </a:r>
          </a:p>
        </p:txBody>
      </p:sp>
      <p:pic>
        <p:nvPicPr>
          <p:cNvPr id="150" name="Imagen 149">
            <a:extLst>
              <a:ext uri="{FF2B5EF4-FFF2-40B4-BE49-F238E27FC236}">
                <a16:creationId xmlns:a16="http://schemas.microsoft.com/office/drawing/2014/main" id="{431BE0A2-6005-34A4-1A6A-404D9CA6FD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65" t="1708" r="13466" b="4177"/>
          <a:stretch/>
        </p:blipFill>
        <p:spPr>
          <a:xfrm>
            <a:off x="7725617" y="1237722"/>
            <a:ext cx="4304909" cy="2552066"/>
          </a:xfrm>
          <a:prstGeom prst="rect">
            <a:avLst/>
          </a:prstGeom>
        </p:spPr>
      </p:pic>
      <p:sp>
        <p:nvSpPr>
          <p:cNvPr id="151" name="Flecha derecha 39">
            <a:extLst>
              <a:ext uri="{FF2B5EF4-FFF2-40B4-BE49-F238E27FC236}">
                <a16:creationId xmlns:a16="http://schemas.microsoft.com/office/drawing/2014/main" id="{5F250770-3155-DF6B-8A38-FF36D3EED881}"/>
              </a:ext>
            </a:extLst>
          </p:cNvPr>
          <p:cNvSpPr/>
          <p:nvPr/>
        </p:nvSpPr>
        <p:spPr>
          <a:xfrm>
            <a:off x="5714921" y="2692343"/>
            <a:ext cx="336168" cy="172016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2" name="CuadroTexto 151">
            <a:extLst>
              <a:ext uri="{FF2B5EF4-FFF2-40B4-BE49-F238E27FC236}">
                <a16:creationId xmlns:a16="http://schemas.microsoft.com/office/drawing/2014/main" id="{F537FDE6-676A-A469-E95F-5072E85B0A82}"/>
              </a:ext>
            </a:extLst>
          </p:cNvPr>
          <p:cNvSpPr txBox="1"/>
          <p:nvPr/>
        </p:nvSpPr>
        <p:spPr>
          <a:xfrm>
            <a:off x="5992499" y="2598851"/>
            <a:ext cx="13057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b="1" dirty="0">
                <a:solidFill>
                  <a:srgbClr val="001A0C"/>
                </a:solidFill>
                <a:latin typeface="+mj-lt"/>
              </a:rPr>
              <a:t> FDA y FP</a:t>
            </a:r>
          </a:p>
        </p:txBody>
      </p:sp>
      <p:sp>
        <p:nvSpPr>
          <p:cNvPr id="153" name="Flecha derecha 41">
            <a:extLst>
              <a:ext uri="{FF2B5EF4-FFF2-40B4-BE49-F238E27FC236}">
                <a16:creationId xmlns:a16="http://schemas.microsoft.com/office/drawing/2014/main" id="{BBE5FFE6-20E0-1471-83B6-7E5DA0521E36}"/>
              </a:ext>
            </a:extLst>
          </p:cNvPr>
          <p:cNvSpPr/>
          <p:nvPr/>
        </p:nvSpPr>
        <p:spPr>
          <a:xfrm>
            <a:off x="7297485" y="2729386"/>
            <a:ext cx="409082" cy="16873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5" name="Rectángulo redondeado 43">
            <a:extLst>
              <a:ext uri="{FF2B5EF4-FFF2-40B4-BE49-F238E27FC236}">
                <a16:creationId xmlns:a16="http://schemas.microsoft.com/office/drawing/2014/main" id="{851DAA85-F01A-8420-EC35-9AB4ABA8F22F}"/>
              </a:ext>
            </a:extLst>
          </p:cNvPr>
          <p:cNvSpPr/>
          <p:nvPr/>
        </p:nvSpPr>
        <p:spPr>
          <a:xfrm>
            <a:off x="1671149" y="2432719"/>
            <a:ext cx="1799534" cy="673642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1600" kern="1200" dirty="0">
                <a:latin typeface="+mj-lt"/>
              </a:rPr>
              <a:t>Metodologías</a:t>
            </a:r>
          </a:p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1600" dirty="0">
                <a:latin typeface="+mj-lt"/>
              </a:rPr>
              <a:t>de pronóstico</a:t>
            </a:r>
            <a:endParaRPr lang="es-ES" sz="1600" kern="1200" dirty="0">
              <a:latin typeface="+mj-lt"/>
            </a:endParaRPr>
          </a:p>
          <a:p>
            <a:endParaRPr lang="es-CO" sz="1600" dirty="0"/>
          </a:p>
        </p:txBody>
      </p:sp>
      <p:sp>
        <p:nvSpPr>
          <p:cNvPr id="158" name="Rectángulo redondeado 46">
            <a:extLst>
              <a:ext uri="{FF2B5EF4-FFF2-40B4-BE49-F238E27FC236}">
                <a16:creationId xmlns:a16="http://schemas.microsoft.com/office/drawing/2014/main" id="{CB42D992-BC6E-CA00-4F40-B84161C73E09}"/>
              </a:ext>
            </a:extLst>
          </p:cNvPr>
          <p:cNvSpPr/>
          <p:nvPr/>
        </p:nvSpPr>
        <p:spPr>
          <a:xfrm>
            <a:off x="3869221" y="2621666"/>
            <a:ext cx="1799534" cy="344949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r>
              <a:rPr lang="es-CO" sz="1600" dirty="0"/>
              <a:t>Pronóstico MC</a:t>
            </a:r>
          </a:p>
        </p:txBody>
      </p:sp>
      <p:sp>
        <p:nvSpPr>
          <p:cNvPr id="160" name="Flecha derecha 48">
            <a:extLst>
              <a:ext uri="{FF2B5EF4-FFF2-40B4-BE49-F238E27FC236}">
                <a16:creationId xmlns:a16="http://schemas.microsoft.com/office/drawing/2014/main" id="{C8E82E17-A0F6-9A20-1754-FB492FE145AC}"/>
              </a:ext>
            </a:extLst>
          </p:cNvPr>
          <p:cNvSpPr/>
          <p:nvPr/>
        </p:nvSpPr>
        <p:spPr>
          <a:xfrm>
            <a:off x="3497486" y="2704253"/>
            <a:ext cx="352596" cy="172016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1" name="Flecha derecha 49">
            <a:extLst>
              <a:ext uri="{FF2B5EF4-FFF2-40B4-BE49-F238E27FC236}">
                <a16:creationId xmlns:a16="http://schemas.microsoft.com/office/drawing/2014/main" id="{386F2968-594B-230E-A242-668E09BC421F}"/>
              </a:ext>
            </a:extLst>
          </p:cNvPr>
          <p:cNvSpPr/>
          <p:nvPr/>
        </p:nvSpPr>
        <p:spPr>
          <a:xfrm>
            <a:off x="1250642" y="2741226"/>
            <a:ext cx="352596" cy="172016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2" name="CuadroTexto 161">
            <a:extLst>
              <a:ext uri="{FF2B5EF4-FFF2-40B4-BE49-F238E27FC236}">
                <a16:creationId xmlns:a16="http://schemas.microsoft.com/office/drawing/2014/main" id="{279308D0-EA41-3B71-8286-88BFD7B90756}"/>
              </a:ext>
            </a:extLst>
          </p:cNvPr>
          <p:cNvSpPr txBox="1"/>
          <p:nvPr/>
        </p:nvSpPr>
        <p:spPr>
          <a:xfrm>
            <a:off x="284813" y="2513755"/>
            <a:ext cx="1085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b="1" dirty="0">
                <a:solidFill>
                  <a:srgbClr val="001A0C"/>
                </a:solidFill>
                <a:latin typeface="+mj-lt"/>
              </a:rPr>
              <a:t>Datos de entrada</a:t>
            </a:r>
          </a:p>
        </p:txBody>
      </p:sp>
      <p:sp>
        <p:nvSpPr>
          <p:cNvPr id="163" name="Marcador de contenido 2">
            <a:extLst>
              <a:ext uri="{FF2B5EF4-FFF2-40B4-BE49-F238E27FC236}">
                <a16:creationId xmlns:a16="http://schemas.microsoft.com/office/drawing/2014/main" id="{5A4D927E-7C3B-05A9-2335-DC291B28F6A8}"/>
              </a:ext>
            </a:extLst>
          </p:cNvPr>
          <p:cNvSpPr txBox="1">
            <a:spLocks/>
          </p:cNvSpPr>
          <p:nvPr/>
        </p:nvSpPr>
        <p:spPr>
          <a:xfrm>
            <a:off x="284813" y="1956977"/>
            <a:ext cx="2645200" cy="40583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accent3">
                    <a:lumMod val="50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accent3">
                    <a:lumMod val="50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accent3">
                    <a:lumMod val="50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accent3">
                    <a:lumMod val="50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accent3">
                    <a:lumMod val="50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1800" dirty="0">
                <a:solidFill>
                  <a:schemeClr val="tx1"/>
                </a:solidFill>
                <a:latin typeface="+mj-lt"/>
              </a:rPr>
              <a:t>Pronóstico CND</a:t>
            </a:r>
          </a:p>
          <a:p>
            <a:endParaRPr lang="es-CO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64" name="Marcador de contenido 2">
            <a:extLst>
              <a:ext uri="{FF2B5EF4-FFF2-40B4-BE49-F238E27FC236}">
                <a16:creationId xmlns:a16="http://schemas.microsoft.com/office/drawing/2014/main" id="{3DD42F32-627F-C6CB-1E22-77B6D9493C86}"/>
              </a:ext>
            </a:extLst>
          </p:cNvPr>
          <p:cNvSpPr txBox="1">
            <a:spLocks/>
          </p:cNvSpPr>
          <p:nvPr/>
        </p:nvSpPr>
        <p:spPr>
          <a:xfrm>
            <a:off x="284813" y="4098303"/>
            <a:ext cx="3051058" cy="40583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accent3">
                    <a:lumMod val="50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accent3">
                    <a:lumMod val="50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accent3">
                    <a:lumMod val="50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accent3">
                    <a:lumMod val="50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accent3">
                    <a:lumMod val="50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1800" dirty="0">
                <a:solidFill>
                  <a:schemeClr val="tx1"/>
                </a:solidFill>
                <a:latin typeface="+mj-lt"/>
              </a:rPr>
              <a:t>Pronóstico Oficial</a:t>
            </a:r>
          </a:p>
          <a:p>
            <a:endParaRPr lang="es-CO" sz="20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65" name="Imagen 164">
            <a:extLst>
              <a:ext uri="{FF2B5EF4-FFF2-40B4-BE49-F238E27FC236}">
                <a16:creationId xmlns:a16="http://schemas.microsoft.com/office/drawing/2014/main" id="{31A055D8-1483-7D75-2861-65B770F30E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65" t="1708" r="13466" b="4177"/>
          <a:stretch/>
        </p:blipFill>
        <p:spPr>
          <a:xfrm>
            <a:off x="7725617" y="3849758"/>
            <a:ext cx="4325905" cy="2564513"/>
          </a:xfrm>
          <a:prstGeom prst="rect">
            <a:avLst/>
          </a:prstGeom>
        </p:spPr>
      </p:pic>
      <p:sp>
        <p:nvSpPr>
          <p:cNvPr id="166" name="Flecha derecha 20">
            <a:extLst>
              <a:ext uri="{FF2B5EF4-FFF2-40B4-BE49-F238E27FC236}">
                <a16:creationId xmlns:a16="http://schemas.microsoft.com/office/drawing/2014/main" id="{1B17AD97-C77B-7A80-4E0C-C502405F20DA}"/>
              </a:ext>
            </a:extLst>
          </p:cNvPr>
          <p:cNvSpPr/>
          <p:nvPr/>
        </p:nvSpPr>
        <p:spPr>
          <a:xfrm>
            <a:off x="5733971" y="4999972"/>
            <a:ext cx="336168" cy="205773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7" name="CuadroTexto 166">
            <a:extLst>
              <a:ext uri="{FF2B5EF4-FFF2-40B4-BE49-F238E27FC236}">
                <a16:creationId xmlns:a16="http://schemas.microsoft.com/office/drawing/2014/main" id="{BCDD7F1A-CAF3-195B-3888-D56A96751AD2}"/>
              </a:ext>
            </a:extLst>
          </p:cNvPr>
          <p:cNvSpPr txBox="1"/>
          <p:nvPr/>
        </p:nvSpPr>
        <p:spPr>
          <a:xfrm>
            <a:off x="5992499" y="4906481"/>
            <a:ext cx="13057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b="1" dirty="0">
                <a:solidFill>
                  <a:srgbClr val="001A0C"/>
                </a:solidFill>
                <a:latin typeface="+mj-lt"/>
              </a:rPr>
              <a:t> FDA y FP</a:t>
            </a:r>
          </a:p>
        </p:txBody>
      </p:sp>
      <p:sp>
        <p:nvSpPr>
          <p:cNvPr id="168" name="Flecha derecha 22">
            <a:extLst>
              <a:ext uri="{FF2B5EF4-FFF2-40B4-BE49-F238E27FC236}">
                <a16:creationId xmlns:a16="http://schemas.microsoft.com/office/drawing/2014/main" id="{C6EE7576-F375-D0A5-60F2-7056BD796AD0}"/>
              </a:ext>
            </a:extLst>
          </p:cNvPr>
          <p:cNvSpPr/>
          <p:nvPr/>
        </p:nvSpPr>
        <p:spPr>
          <a:xfrm>
            <a:off x="7297485" y="5037016"/>
            <a:ext cx="409082" cy="16873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0" name="Rectángulo redondeado 27">
            <a:extLst>
              <a:ext uri="{FF2B5EF4-FFF2-40B4-BE49-F238E27FC236}">
                <a16:creationId xmlns:a16="http://schemas.microsoft.com/office/drawing/2014/main" id="{9DC86554-C7EA-667F-95BC-94D51C709BD0}"/>
              </a:ext>
            </a:extLst>
          </p:cNvPr>
          <p:cNvSpPr/>
          <p:nvPr/>
        </p:nvSpPr>
        <p:spPr>
          <a:xfrm>
            <a:off x="3850171" y="4929296"/>
            <a:ext cx="1845700" cy="344949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r>
              <a:rPr lang="es-CO" sz="1600" dirty="0"/>
              <a:t>Pronósticos MC</a:t>
            </a:r>
          </a:p>
        </p:txBody>
      </p:sp>
      <p:sp>
        <p:nvSpPr>
          <p:cNvPr id="172" name="Flecha derecha 32">
            <a:extLst>
              <a:ext uri="{FF2B5EF4-FFF2-40B4-BE49-F238E27FC236}">
                <a16:creationId xmlns:a16="http://schemas.microsoft.com/office/drawing/2014/main" id="{A3101A7B-EB7B-13C8-3DC0-77DFB5CCBDCF}"/>
              </a:ext>
            </a:extLst>
          </p:cNvPr>
          <p:cNvSpPr/>
          <p:nvPr/>
        </p:nvSpPr>
        <p:spPr>
          <a:xfrm>
            <a:off x="3446151" y="4960350"/>
            <a:ext cx="366599" cy="293021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3" name="CuadroTexto 172">
            <a:extLst>
              <a:ext uri="{FF2B5EF4-FFF2-40B4-BE49-F238E27FC236}">
                <a16:creationId xmlns:a16="http://schemas.microsoft.com/office/drawing/2014/main" id="{75F6645B-CC82-D872-D338-F56F13A216FD}"/>
              </a:ext>
            </a:extLst>
          </p:cNvPr>
          <p:cNvSpPr txBox="1"/>
          <p:nvPr/>
        </p:nvSpPr>
        <p:spPr>
          <a:xfrm>
            <a:off x="1740214" y="4762815"/>
            <a:ext cx="17122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1600" dirty="0">
                <a:solidFill>
                  <a:srgbClr val="001A0C"/>
                </a:solidFill>
                <a:latin typeface="+mj-lt"/>
              </a:rPr>
              <a:t>Reporte Agentes</a:t>
            </a:r>
          </a:p>
          <a:p>
            <a:pPr algn="ctr"/>
            <a:r>
              <a:rPr lang="es-MX" sz="1600" dirty="0" err="1">
                <a:solidFill>
                  <a:srgbClr val="001A0C"/>
                </a:solidFill>
                <a:latin typeface="+mj-lt"/>
              </a:rPr>
              <a:t>Pron</a:t>
            </a:r>
            <a:r>
              <a:rPr lang="es-MX" sz="1600" dirty="0">
                <a:solidFill>
                  <a:srgbClr val="001A0C"/>
                </a:solidFill>
                <a:latin typeface="+mj-lt"/>
              </a:rPr>
              <a:t> </a:t>
            </a:r>
            <a:r>
              <a:rPr lang="es-MX" sz="1600" dirty="0" err="1">
                <a:solidFill>
                  <a:srgbClr val="001A0C"/>
                </a:solidFill>
                <a:latin typeface="+mj-lt"/>
              </a:rPr>
              <a:t>OFi</a:t>
            </a:r>
            <a:endParaRPr lang="es-CO" sz="1600" dirty="0">
              <a:solidFill>
                <a:srgbClr val="001A0C"/>
              </a:solidFill>
              <a:latin typeface="+mj-lt"/>
            </a:endParaRPr>
          </a:p>
        </p:txBody>
      </p:sp>
      <p:sp>
        <p:nvSpPr>
          <p:cNvPr id="174" name="Flecha derecha 29">
            <a:extLst>
              <a:ext uri="{FF2B5EF4-FFF2-40B4-BE49-F238E27FC236}">
                <a16:creationId xmlns:a16="http://schemas.microsoft.com/office/drawing/2014/main" id="{C303ECCB-CE10-B649-7C2E-45AB095E389F}"/>
              </a:ext>
            </a:extLst>
          </p:cNvPr>
          <p:cNvSpPr/>
          <p:nvPr/>
        </p:nvSpPr>
        <p:spPr>
          <a:xfrm rot="16200000">
            <a:off x="2365550" y="5409146"/>
            <a:ext cx="366599" cy="293021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5" name="CuadroTexto 174">
            <a:extLst>
              <a:ext uri="{FF2B5EF4-FFF2-40B4-BE49-F238E27FC236}">
                <a16:creationId xmlns:a16="http://schemas.microsoft.com/office/drawing/2014/main" id="{45366C43-5F7A-DA3A-A3BE-510C2B241147}"/>
              </a:ext>
            </a:extLst>
          </p:cNvPr>
          <p:cNvSpPr txBox="1"/>
          <p:nvPr/>
        </p:nvSpPr>
        <p:spPr>
          <a:xfrm>
            <a:off x="393708" y="5778176"/>
            <a:ext cx="43102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1600" dirty="0">
                <a:solidFill>
                  <a:srgbClr val="001A0C"/>
                </a:solidFill>
                <a:latin typeface="+mj-lt"/>
              </a:rPr>
              <a:t>Plazo máximo: Viernes antes de la 01:00 </a:t>
            </a:r>
            <a:r>
              <a:rPr lang="es-MX" sz="1600" dirty="0" err="1">
                <a:solidFill>
                  <a:srgbClr val="001A0C"/>
                </a:solidFill>
                <a:latin typeface="+mj-lt"/>
              </a:rPr>
              <a:t>p.m</a:t>
            </a:r>
            <a:endParaRPr lang="es-CO" sz="1600" dirty="0">
              <a:solidFill>
                <a:srgbClr val="001A0C"/>
              </a:solidFill>
              <a:latin typeface="+mj-lt"/>
            </a:endParaRPr>
          </a:p>
        </p:txBody>
      </p:sp>
      <p:pic>
        <p:nvPicPr>
          <p:cNvPr id="176" name="Picture 2" descr="Image result for business agility icon">
            <a:extLst>
              <a:ext uri="{FF2B5EF4-FFF2-40B4-BE49-F238E27FC236}">
                <a16:creationId xmlns:a16="http://schemas.microsoft.com/office/drawing/2014/main" id="{1ED4FE5D-A4A1-118C-22B2-5BE22D7CB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277" y="4774358"/>
            <a:ext cx="526467" cy="526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8042A144-9B54-7496-E822-7764E59AE3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1335" y="151342"/>
            <a:ext cx="1156021" cy="95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21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 animBg="1"/>
      <p:bldP spid="152" grpId="0"/>
      <p:bldP spid="153" grpId="0" animBg="1"/>
      <p:bldP spid="155" grpId="0" animBg="1"/>
      <p:bldP spid="158" grpId="0" animBg="1"/>
      <p:bldP spid="160" grpId="0" animBg="1"/>
      <p:bldP spid="161" grpId="0" animBg="1"/>
      <p:bldP spid="162" grpId="0"/>
      <p:bldP spid="166" grpId="0" animBg="1"/>
      <p:bldP spid="167" grpId="0"/>
      <p:bldP spid="168" grpId="0" animBg="1"/>
      <p:bldP spid="170" grpId="0" animBg="1"/>
      <p:bldP spid="172" grpId="0" animBg="1"/>
      <p:bldP spid="173" grpId="0"/>
      <p:bldP spid="174" grpId="0" animBg="1"/>
      <p:bldP spid="17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Marcador de texto 6">
            <a:extLst>
              <a:ext uri="{FF2B5EF4-FFF2-40B4-BE49-F238E27FC236}">
                <a16:creationId xmlns:a16="http://schemas.microsoft.com/office/drawing/2014/main" id="{78DCBBD4-A8E5-7F96-4DFC-D09A04DBBEDE}"/>
              </a:ext>
            </a:extLst>
          </p:cNvPr>
          <p:cNvSpPr txBox="1">
            <a:spLocks/>
          </p:cNvSpPr>
          <p:nvPr/>
        </p:nvSpPr>
        <p:spPr>
          <a:xfrm>
            <a:off x="1377566" y="226596"/>
            <a:ext cx="9639300" cy="9511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3200" b="1" dirty="0">
                <a:latin typeface="Arial Rounded MT Bold" panose="020F0704030504030204" pitchFamily="34" charset="77"/>
                <a:cs typeface="Arial" panose="020B0604020202020204" pitchFamily="34" charset="0"/>
              </a:rPr>
              <a:t>2. Proceso pronóstico de demanda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DC44ADA3-1FD2-1A4F-4E04-16E6A843343C}"/>
              </a:ext>
            </a:extLst>
          </p:cNvPr>
          <p:cNvGrpSpPr/>
          <p:nvPr/>
        </p:nvGrpSpPr>
        <p:grpSpPr>
          <a:xfrm>
            <a:off x="2419345" y="1546482"/>
            <a:ext cx="8795486" cy="5082919"/>
            <a:chOff x="-2" y="1546482"/>
            <a:chExt cx="8795486" cy="5082919"/>
          </a:xfrm>
        </p:grpSpPr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FED65C63-1638-D219-0197-E0D59C02DB2B}"/>
                </a:ext>
              </a:extLst>
            </p:cNvPr>
            <p:cNvSpPr/>
            <p:nvPr/>
          </p:nvSpPr>
          <p:spPr bwMode="auto">
            <a:xfrm>
              <a:off x="228598" y="1546482"/>
              <a:ext cx="2572202" cy="117915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s-MX" dirty="0">
                  <a:latin typeface="+mj-lt"/>
                </a:rPr>
                <a:t>Pronóstico de demanda</a:t>
              </a:r>
              <a:endParaRPr lang="es-CO" dirty="0">
                <a:latin typeface="+mj-lt"/>
              </a:endParaRPr>
            </a:p>
          </p:txBody>
        </p:sp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AD25FEA6-37D4-683B-4A83-9D86ABD031AE}"/>
                </a:ext>
              </a:extLst>
            </p:cNvPr>
            <p:cNvSpPr txBox="1"/>
            <p:nvPr/>
          </p:nvSpPr>
          <p:spPr>
            <a:xfrm>
              <a:off x="3734668" y="2026732"/>
              <a:ext cx="13057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b="1" dirty="0" err="1">
                  <a:solidFill>
                    <a:srgbClr val="001A0C"/>
                  </a:solidFill>
                  <a:latin typeface="Nunito" panose="00000500000000000000"/>
                </a:rPr>
                <a:t>FDA</a:t>
              </a:r>
              <a:r>
                <a:rPr lang="es-CO" b="1" dirty="0">
                  <a:solidFill>
                    <a:srgbClr val="001A0C"/>
                  </a:solidFill>
                  <a:latin typeface="Nunito" panose="00000500000000000000"/>
                </a:rPr>
                <a:t> y FP</a:t>
              </a:r>
            </a:p>
          </p:txBody>
        </p:sp>
        <p:pic>
          <p:nvPicPr>
            <p:cNvPr id="5" name="Imagen 1">
              <a:extLst>
                <a:ext uri="{FF2B5EF4-FFF2-40B4-BE49-F238E27FC236}">
                  <a16:creationId xmlns:a16="http://schemas.microsoft.com/office/drawing/2014/main" id="{4CD3EF0C-80DC-0A92-7944-0AD0EF6A369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678" r="8596" b="15214"/>
            <a:stretch/>
          </p:blipFill>
          <p:spPr bwMode="auto">
            <a:xfrm>
              <a:off x="-2" y="3418114"/>
              <a:ext cx="8795486" cy="3211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Flecha derecha 56">
              <a:extLst>
                <a:ext uri="{FF2B5EF4-FFF2-40B4-BE49-F238E27FC236}">
                  <a16:creationId xmlns:a16="http://schemas.microsoft.com/office/drawing/2014/main" id="{12038549-31F3-FDC5-9B4B-1A95681C3363}"/>
                </a:ext>
              </a:extLst>
            </p:cNvPr>
            <p:cNvSpPr/>
            <p:nvPr/>
          </p:nvSpPr>
          <p:spPr>
            <a:xfrm>
              <a:off x="2917712" y="2017053"/>
              <a:ext cx="700131" cy="368981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7" name="Flecha derecha 57">
              <a:extLst>
                <a:ext uri="{FF2B5EF4-FFF2-40B4-BE49-F238E27FC236}">
                  <a16:creationId xmlns:a16="http://schemas.microsoft.com/office/drawing/2014/main" id="{5C357946-B0F9-038B-29F8-FBA4B37D6ECD}"/>
                </a:ext>
              </a:extLst>
            </p:cNvPr>
            <p:cNvSpPr/>
            <p:nvPr/>
          </p:nvSpPr>
          <p:spPr>
            <a:xfrm rot="5400000">
              <a:off x="3984513" y="2561639"/>
              <a:ext cx="700131" cy="368981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4A452742-CBEA-8A3A-FCD3-AAA9D314172A}"/>
              </a:ext>
            </a:extLst>
          </p:cNvPr>
          <p:cNvSpPr txBox="1">
            <a:spLocks/>
          </p:cNvSpPr>
          <p:nvPr/>
        </p:nvSpPr>
        <p:spPr>
          <a:xfrm>
            <a:off x="1192233" y="1036975"/>
            <a:ext cx="5955093" cy="62841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accent3">
                    <a:lumMod val="50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accent3">
                    <a:lumMod val="50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accent3">
                    <a:lumMod val="50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accent3">
                    <a:lumMod val="50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accent3">
                    <a:lumMod val="50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1800" dirty="0">
                <a:solidFill>
                  <a:schemeClr val="tx1"/>
                </a:solidFill>
                <a:latin typeface="+mj-lt"/>
              </a:rPr>
              <a:t>Factores de distribución y potencia</a:t>
            </a:r>
          </a:p>
          <a:p>
            <a:endParaRPr lang="es-CO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9" name="Picture 3" descr="temp.png">
            <a:extLst>
              <a:ext uri="{FF2B5EF4-FFF2-40B4-BE49-F238E27FC236}">
                <a16:creationId xmlns:a16="http://schemas.microsoft.com/office/drawing/2014/main" id="{2A405B5B-4C22-A677-4101-4DC065757F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613" y="4194355"/>
            <a:ext cx="9925154" cy="2552400"/>
          </a:xfrm>
          <a:prstGeom prst="rect">
            <a:avLst/>
          </a:prstGeom>
        </p:spPr>
      </p:pic>
      <p:pic>
        <p:nvPicPr>
          <p:cNvPr id="8" name="Picture 2" descr="temp.png">
            <a:extLst>
              <a:ext uri="{FF2B5EF4-FFF2-40B4-BE49-F238E27FC236}">
                <a16:creationId xmlns:a16="http://schemas.microsoft.com/office/drawing/2014/main" id="{3CC27E66-6608-25E5-0A27-42A7802626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613" y="1641955"/>
            <a:ext cx="9925154" cy="25524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C69A8C5-30D4-7196-90CE-7B34E821A8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1335" y="151342"/>
            <a:ext cx="1156021" cy="95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06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Marcador de texto 6">
            <a:extLst>
              <a:ext uri="{FF2B5EF4-FFF2-40B4-BE49-F238E27FC236}">
                <a16:creationId xmlns:a16="http://schemas.microsoft.com/office/drawing/2014/main" id="{78DCBBD4-A8E5-7F96-4DFC-D09A04DBBEDE}"/>
              </a:ext>
            </a:extLst>
          </p:cNvPr>
          <p:cNvSpPr txBox="1">
            <a:spLocks/>
          </p:cNvSpPr>
          <p:nvPr/>
        </p:nvSpPr>
        <p:spPr>
          <a:xfrm>
            <a:off x="1377566" y="226596"/>
            <a:ext cx="9639300" cy="9511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3200" b="1" dirty="0">
                <a:latin typeface="Arial Rounded MT Bold" panose="020F0704030504030204" pitchFamily="34" charset="77"/>
                <a:cs typeface="Arial" panose="020B0604020202020204" pitchFamily="34" charset="0"/>
              </a:rPr>
              <a:t>Ecuación de Demanda</a:t>
            </a: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81FD0924-FE39-A67D-53DB-F74D251ACA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82"/>
          <a:stretch/>
        </p:blipFill>
        <p:spPr bwMode="auto">
          <a:xfrm>
            <a:off x="5711584" y="1119537"/>
            <a:ext cx="5789392" cy="4720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Flecha abajo 33">
            <a:extLst>
              <a:ext uri="{FF2B5EF4-FFF2-40B4-BE49-F238E27FC236}">
                <a16:creationId xmlns:a16="http://schemas.microsoft.com/office/drawing/2014/main" id="{1A247160-3379-069C-B3DC-897D00E54A61}"/>
              </a:ext>
            </a:extLst>
          </p:cNvPr>
          <p:cNvSpPr/>
          <p:nvPr/>
        </p:nvSpPr>
        <p:spPr bwMode="auto">
          <a:xfrm rot="2817126">
            <a:off x="8016000" y="1158109"/>
            <a:ext cx="200025" cy="217488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/>
          </a:p>
        </p:txBody>
      </p:sp>
      <p:sp>
        <p:nvSpPr>
          <p:cNvPr id="6" name="Flecha abajo 39">
            <a:extLst>
              <a:ext uri="{FF2B5EF4-FFF2-40B4-BE49-F238E27FC236}">
                <a16:creationId xmlns:a16="http://schemas.microsoft.com/office/drawing/2014/main" id="{5025A831-3C63-DACD-9744-B9C7FD40C702}"/>
              </a:ext>
            </a:extLst>
          </p:cNvPr>
          <p:cNvSpPr/>
          <p:nvPr/>
        </p:nvSpPr>
        <p:spPr bwMode="auto">
          <a:xfrm rot="14152695">
            <a:off x="11088329" y="1492623"/>
            <a:ext cx="221937" cy="224718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63C7774-F03C-9B5F-DBE2-50BE8B6F986A}"/>
              </a:ext>
            </a:extLst>
          </p:cNvPr>
          <p:cNvSpPr/>
          <p:nvPr/>
        </p:nvSpPr>
        <p:spPr>
          <a:xfrm>
            <a:off x="2733111" y="1368354"/>
            <a:ext cx="1933039" cy="1802115"/>
          </a:xfrm>
          <a:prstGeom prst="ellipse">
            <a:avLst/>
          </a:prstGeom>
          <a:noFill/>
          <a:ln w="38100">
            <a:solidFill>
              <a:srgbClr val="F680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FD6B14"/>
              </a:solidFill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975899FF-E2DF-ED64-1713-B876C603652A}"/>
              </a:ext>
            </a:extLst>
          </p:cNvPr>
          <p:cNvSpPr/>
          <p:nvPr/>
        </p:nvSpPr>
        <p:spPr>
          <a:xfrm>
            <a:off x="2669705" y="1246997"/>
            <a:ext cx="2133079" cy="2091637"/>
          </a:xfrm>
          <a:prstGeom prst="ellipse">
            <a:avLst/>
          </a:prstGeom>
          <a:noFill/>
          <a:ln w="38100">
            <a:solidFill>
              <a:srgbClr val="F680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FD6B14"/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922FAC95-1059-1030-B12D-A76D2C3D4B5E}"/>
              </a:ext>
            </a:extLst>
          </p:cNvPr>
          <p:cNvSpPr/>
          <p:nvPr/>
        </p:nvSpPr>
        <p:spPr>
          <a:xfrm>
            <a:off x="2805832" y="1266268"/>
            <a:ext cx="1860319" cy="2019652"/>
          </a:xfrm>
          <a:prstGeom prst="ellipse">
            <a:avLst/>
          </a:prstGeom>
          <a:noFill/>
          <a:ln w="38100">
            <a:solidFill>
              <a:srgbClr val="F680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FD6B14"/>
              </a:solidFill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64562785-D53A-6DE0-75BA-EE0C5A18D5C8}"/>
              </a:ext>
            </a:extLst>
          </p:cNvPr>
          <p:cNvSpPr/>
          <p:nvPr/>
        </p:nvSpPr>
        <p:spPr>
          <a:xfrm>
            <a:off x="2698788" y="1433337"/>
            <a:ext cx="1991213" cy="1852583"/>
          </a:xfrm>
          <a:prstGeom prst="ellipse">
            <a:avLst/>
          </a:prstGeom>
          <a:noFill/>
          <a:ln w="38100">
            <a:solidFill>
              <a:srgbClr val="F680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FD6B14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DF6C5A1-9F9F-1F9F-DFAA-CFB6C4CF356E}"/>
              </a:ext>
            </a:extLst>
          </p:cNvPr>
          <p:cNvSpPr/>
          <p:nvPr/>
        </p:nvSpPr>
        <p:spPr>
          <a:xfrm>
            <a:off x="2796426" y="2034040"/>
            <a:ext cx="1875024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1600" b="1" dirty="0">
                <a:solidFill>
                  <a:srgbClr val="F86D26"/>
                </a:solidFill>
                <a:latin typeface="Nunito" panose="02000503030000020003" pitchFamily="2" charset="0"/>
              </a:rPr>
              <a:t>Demanda real contadores</a:t>
            </a:r>
            <a:endParaRPr lang="es-CO" sz="1600" b="1" dirty="0">
              <a:solidFill>
                <a:srgbClr val="F86D26"/>
              </a:solidFill>
              <a:latin typeface="Nunito" panose="02000503030000020003" pitchFamily="2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2EDF5CA-1480-F2F0-442E-7D0B9C0CA2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51918">
            <a:off x="2734034" y="820875"/>
            <a:ext cx="810054" cy="77457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6A4E005-C47E-1059-936E-6F506C232AD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668273">
            <a:off x="4321791" y="2908137"/>
            <a:ext cx="535592" cy="614713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11B7BC1-CA8B-323B-F3A1-974DB06DFC7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083479">
            <a:off x="4563259" y="2450251"/>
            <a:ext cx="585755" cy="672287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0703623D-3FF8-6762-340B-294A58DBD23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12971">
            <a:off x="3376628" y="875183"/>
            <a:ext cx="464957" cy="464957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6A48164C-BF86-6BE9-85C2-AD140F19B4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571368" flipH="1">
            <a:off x="2333452" y="1107956"/>
            <a:ext cx="526540" cy="926858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ABA5E3F8-2DAF-CD54-E574-9D41529EB6E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552641">
            <a:off x="3815635" y="3160486"/>
            <a:ext cx="850770" cy="847784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8A3A4822-2BE8-F32E-4DC2-71CF26BC997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1242" y="961701"/>
            <a:ext cx="220437" cy="374162"/>
          </a:xfrm>
          <a:prstGeom prst="rect">
            <a:avLst/>
          </a:prstGeom>
        </p:spPr>
      </p:pic>
      <p:sp>
        <p:nvSpPr>
          <p:cNvPr id="21" name="Conector 87">
            <a:extLst>
              <a:ext uri="{FF2B5EF4-FFF2-40B4-BE49-F238E27FC236}">
                <a16:creationId xmlns:a16="http://schemas.microsoft.com/office/drawing/2014/main" id="{7441B967-658A-5663-06B1-BEC00F8482BD}"/>
              </a:ext>
            </a:extLst>
          </p:cNvPr>
          <p:cNvSpPr/>
          <p:nvPr/>
        </p:nvSpPr>
        <p:spPr bwMode="auto">
          <a:xfrm>
            <a:off x="3914137" y="1792684"/>
            <a:ext cx="107542" cy="114715"/>
          </a:xfrm>
          <a:prstGeom prst="flowChartConnector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/>
          </a:p>
        </p:txBody>
      </p:sp>
      <p:sp>
        <p:nvSpPr>
          <p:cNvPr id="22" name="Conector 88">
            <a:extLst>
              <a:ext uri="{FF2B5EF4-FFF2-40B4-BE49-F238E27FC236}">
                <a16:creationId xmlns:a16="http://schemas.microsoft.com/office/drawing/2014/main" id="{5A758674-7D2E-4753-DD05-2F340DE03534}"/>
              </a:ext>
            </a:extLst>
          </p:cNvPr>
          <p:cNvSpPr/>
          <p:nvPr/>
        </p:nvSpPr>
        <p:spPr bwMode="auto">
          <a:xfrm>
            <a:off x="4073146" y="1809406"/>
            <a:ext cx="107542" cy="114715"/>
          </a:xfrm>
          <a:prstGeom prst="flowChartConnector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/>
          </a:p>
        </p:txBody>
      </p:sp>
      <p:sp>
        <p:nvSpPr>
          <p:cNvPr id="23" name="Conector 89">
            <a:extLst>
              <a:ext uri="{FF2B5EF4-FFF2-40B4-BE49-F238E27FC236}">
                <a16:creationId xmlns:a16="http://schemas.microsoft.com/office/drawing/2014/main" id="{56476628-B111-3473-3D07-E1630E9C5119}"/>
              </a:ext>
            </a:extLst>
          </p:cNvPr>
          <p:cNvSpPr/>
          <p:nvPr/>
        </p:nvSpPr>
        <p:spPr bwMode="auto">
          <a:xfrm>
            <a:off x="4019375" y="1650022"/>
            <a:ext cx="107542" cy="114715"/>
          </a:xfrm>
          <a:prstGeom prst="flowChartConnector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/>
          </a:p>
        </p:txBody>
      </p:sp>
      <p:sp>
        <p:nvSpPr>
          <p:cNvPr id="24" name="Flecha abajo 90">
            <a:extLst>
              <a:ext uri="{FF2B5EF4-FFF2-40B4-BE49-F238E27FC236}">
                <a16:creationId xmlns:a16="http://schemas.microsoft.com/office/drawing/2014/main" id="{55921B8A-165E-21AA-7904-376118F87607}"/>
              </a:ext>
            </a:extLst>
          </p:cNvPr>
          <p:cNvSpPr/>
          <p:nvPr/>
        </p:nvSpPr>
        <p:spPr bwMode="auto">
          <a:xfrm rot="2817126">
            <a:off x="10400103" y="1310508"/>
            <a:ext cx="200025" cy="217488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/>
          </a:p>
        </p:txBody>
      </p:sp>
      <p:sp>
        <p:nvSpPr>
          <p:cNvPr id="25" name="Flecha abajo 91">
            <a:extLst>
              <a:ext uri="{FF2B5EF4-FFF2-40B4-BE49-F238E27FC236}">
                <a16:creationId xmlns:a16="http://schemas.microsoft.com/office/drawing/2014/main" id="{32351286-EC21-D397-D184-85D3AF5FE592}"/>
              </a:ext>
            </a:extLst>
          </p:cNvPr>
          <p:cNvSpPr/>
          <p:nvPr/>
        </p:nvSpPr>
        <p:spPr bwMode="auto">
          <a:xfrm rot="2817126">
            <a:off x="10821752" y="1488660"/>
            <a:ext cx="200025" cy="217488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/>
          </a:p>
        </p:txBody>
      </p:sp>
      <p:sp>
        <p:nvSpPr>
          <p:cNvPr id="26" name="Flecha abajo 93">
            <a:extLst>
              <a:ext uri="{FF2B5EF4-FFF2-40B4-BE49-F238E27FC236}">
                <a16:creationId xmlns:a16="http://schemas.microsoft.com/office/drawing/2014/main" id="{AE0AEEDE-5ABE-9A0C-D1EB-4BB6FAEC49C0}"/>
              </a:ext>
            </a:extLst>
          </p:cNvPr>
          <p:cNvSpPr/>
          <p:nvPr/>
        </p:nvSpPr>
        <p:spPr bwMode="auto">
          <a:xfrm rot="14152695">
            <a:off x="10344096" y="1092178"/>
            <a:ext cx="221937" cy="224718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/>
          </a:p>
        </p:txBody>
      </p:sp>
      <p:sp>
        <p:nvSpPr>
          <p:cNvPr id="27" name="Flecha abajo 94">
            <a:extLst>
              <a:ext uri="{FF2B5EF4-FFF2-40B4-BE49-F238E27FC236}">
                <a16:creationId xmlns:a16="http://schemas.microsoft.com/office/drawing/2014/main" id="{076504BB-4F3E-6B46-A668-147BD2EF5D1B}"/>
              </a:ext>
            </a:extLst>
          </p:cNvPr>
          <p:cNvSpPr/>
          <p:nvPr/>
        </p:nvSpPr>
        <p:spPr bwMode="auto">
          <a:xfrm rot="14152695">
            <a:off x="8246135" y="1162072"/>
            <a:ext cx="221937" cy="224718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/>
          </a:p>
        </p:txBody>
      </p:sp>
      <p:sp>
        <p:nvSpPr>
          <p:cNvPr id="28" name="Flecha abajo 95">
            <a:extLst>
              <a:ext uri="{FF2B5EF4-FFF2-40B4-BE49-F238E27FC236}">
                <a16:creationId xmlns:a16="http://schemas.microsoft.com/office/drawing/2014/main" id="{16578012-E15B-E3A6-E87A-D85791054CD2}"/>
              </a:ext>
            </a:extLst>
          </p:cNvPr>
          <p:cNvSpPr/>
          <p:nvPr/>
        </p:nvSpPr>
        <p:spPr bwMode="auto">
          <a:xfrm rot="20918691">
            <a:off x="4047718" y="880542"/>
            <a:ext cx="265940" cy="328226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/>
          </a:p>
        </p:txBody>
      </p:sp>
      <p:sp>
        <p:nvSpPr>
          <p:cNvPr id="29" name="Flecha abajo 96">
            <a:extLst>
              <a:ext uri="{FF2B5EF4-FFF2-40B4-BE49-F238E27FC236}">
                <a16:creationId xmlns:a16="http://schemas.microsoft.com/office/drawing/2014/main" id="{03A5FA96-097F-3FC1-1855-2BD74AD55C2D}"/>
              </a:ext>
            </a:extLst>
          </p:cNvPr>
          <p:cNvSpPr/>
          <p:nvPr/>
        </p:nvSpPr>
        <p:spPr bwMode="auto">
          <a:xfrm rot="2817126">
            <a:off x="4329829" y="1088458"/>
            <a:ext cx="301871" cy="289158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/>
          </a:p>
        </p:txBody>
      </p:sp>
      <p:sp>
        <p:nvSpPr>
          <p:cNvPr id="30" name="Flecha abajo 98">
            <a:extLst>
              <a:ext uri="{FF2B5EF4-FFF2-40B4-BE49-F238E27FC236}">
                <a16:creationId xmlns:a16="http://schemas.microsoft.com/office/drawing/2014/main" id="{911C94BA-5D2A-8135-D807-B72EC49BA315}"/>
              </a:ext>
            </a:extLst>
          </p:cNvPr>
          <p:cNvSpPr/>
          <p:nvPr/>
        </p:nvSpPr>
        <p:spPr bwMode="auto">
          <a:xfrm rot="5018062">
            <a:off x="4735520" y="1620156"/>
            <a:ext cx="301871" cy="289158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/>
          </a:p>
        </p:txBody>
      </p:sp>
      <p:sp>
        <p:nvSpPr>
          <p:cNvPr id="31" name="Flecha abajo 100">
            <a:extLst>
              <a:ext uri="{FF2B5EF4-FFF2-40B4-BE49-F238E27FC236}">
                <a16:creationId xmlns:a16="http://schemas.microsoft.com/office/drawing/2014/main" id="{E2DE84DC-EFE4-B6FF-25E9-26E22C00A827}"/>
              </a:ext>
            </a:extLst>
          </p:cNvPr>
          <p:cNvSpPr/>
          <p:nvPr/>
        </p:nvSpPr>
        <p:spPr bwMode="auto">
          <a:xfrm rot="2817126">
            <a:off x="2543750" y="3067460"/>
            <a:ext cx="326040" cy="387998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/>
          </a:p>
        </p:txBody>
      </p:sp>
      <p:sp>
        <p:nvSpPr>
          <p:cNvPr id="32" name="Flecha abajo 101">
            <a:extLst>
              <a:ext uri="{FF2B5EF4-FFF2-40B4-BE49-F238E27FC236}">
                <a16:creationId xmlns:a16="http://schemas.microsoft.com/office/drawing/2014/main" id="{61B97BCF-403E-E5DB-F1D1-91963FDBD0BE}"/>
              </a:ext>
            </a:extLst>
          </p:cNvPr>
          <p:cNvSpPr/>
          <p:nvPr/>
        </p:nvSpPr>
        <p:spPr bwMode="auto">
          <a:xfrm>
            <a:off x="2966480" y="3325650"/>
            <a:ext cx="356844" cy="354505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/>
          </a:p>
        </p:txBody>
      </p:sp>
      <p:sp>
        <p:nvSpPr>
          <p:cNvPr id="33" name="Flecha abajo 102">
            <a:extLst>
              <a:ext uri="{FF2B5EF4-FFF2-40B4-BE49-F238E27FC236}">
                <a16:creationId xmlns:a16="http://schemas.microsoft.com/office/drawing/2014/main" id="{962F4D9A-9731-5B95-1C51-2E1AA7CBB222}"/>
              </a:ext>
            </a:extLst>
          </p:cNvPr>
          <p:cNvSpPr/>
          <p:nvPr/>
        </p:nvSpPr>
        <p:spPr bwMode="auto">
          <a:xfrm>
            <a:off x="3410281" y="3440518"/>
            <a:ext cx="331675" cy="383199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/>
          </a:p>
        </p:txBody>
      </p:sp>
      <p:sp>
        <p:nvSpPr>
          <p:cNvPr id="34" name="Flecha abajo 103">
            <a:extLst>
              <a:ext uri="{FF2B5EF4-FFF2-40B4-BE49-F238E27FC236}">
                <a16:creationId xmlns:a16="http://schemas.microsoft.com/office/drawing/2014/main" id="{E6C28A21-1346-BD39-D9DA-B3B015D9699F}"/>
              </a:ext>
            </a:extLst>
          </p:cNvPr>
          <p:cNvSpPr/>
          <p:nvPr/>
        </p:nvSpPr>
        <p:spPr bwMode="auto">
          <a:xfrm rot="2817126">
            <a:off x="2269697" y="2780182"/>
            <a:ext cx="326040" cy="387998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/>
          </a:p>
        </p:txBody>
      </p:sp>
      <p:sp>
        <p:nvSpPr>
          <p:cNvPr id="35" name="Flecha abajo 104">
            <a:extLst>
              <a:ext uri="{FF2B5EF4-FFF2-40B4-BE49-F238E27FC236}">
                <a16:creationId xmlns:a16="http://schemas.microsoft.com/office/drawing/2014/main" id="{CC974E59-9845-2133-B612-7C50BC8F3D35}"/>
              </a:ext>
            </a:extLst>
          </p:cNvPr>
          <p:cNvSpPr/>
          <p:nvPr/>
        </p:nvSpPr>
        <p:spPr bwMode="auto">
          <a:xfrm rot="2817126">
            <a:off x="4572118" y="1324009"/>
            <a:ext cx="301871" cy="289158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/>
          </a:p>
        </p:txBody>
      </p:sp>
      <p:sp>
        <p:nvSpPr>
          <p:cNvPr id="39" name="Flecha abajo 33">
            <a:extLst>
              <a:ext uri="{FF2B5EF4-FFF2-40B4-BE49-F238E27FC236}">
                <a16:creationId xmlns:a16="http://schemas.microsoft.com/office/drawing/2014/main" id="{DD186AF0-3E94-E0E7-8993-D3669105022C}"/>
              </a:ext>
            </a:extLst>
          </p:cNvPr>
          <p:cNvSpPr/>
          <p:nvPr/>
        </p:nvSpPr>
        <p:spPr bwMode="auto">
          <a:xfrm rot="10800000">
            <a:off x="10547841" y="3131346"/>
            <a:ext cx="200025" cy="217488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/>
          </a:p>
        </p:txBody>
      </p:sp>
      <p:sp>
        <p:nvSpPr>
          <p:cNvPr id="40" name="Flecha abajo 33">
            <a:extLst>
              <a:ext uri="{FF2B5EF4-FFF2-40B4-BE49-F238E27FC236}">
                <a16:creationId xmlns:a16="http://schemas.microsoft.com/office/drawing/2014/main" id="{190027D6-22E9-1F9B-2B23-562437A1FF21}"/>
              </a:ext>
            </a:extLst>
          </p:cNvPr>
          <p:cNvSpPr/>
          <p:nvPr/>
        </p:nvSpPr>
        <p:spPr bwMode="auto">
          <a:xfrm rot="10800000">
            <a:off x="10821751" y="3121146"/>
            <a:ext cx="200025" cy="217488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/>
          </a:p>
        </p:txBody>
      </p:sp>
      <p:sp>
        <p:nvSpPr>
          <p:cNvPr id="42" name="Flecha abajo 33">
            <a:extLst>
              <a:ext uri="{FF2B5EF4-FFF2-40B4-BE49-F238E27FC236}">
                <a16:creationId xmlns:a16="http://schemas.microsoft.com/office/drawing/2014/main" id="{E188BBC6-E103-517F-2212-B481D669AB2D}"/>
              </a:ext>
            </a:extLst>
          </p:cNvPr>
          <p:cNvSpPr/>
          <p:nvPr/>
        </p:nvSpPr>
        <p:spPr bwMode="auto">
          <a:xfrm rot="10800000">
            <a:off x="11095661" y="3121146"/>
            <a:ext cx="200025" cy="217488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/>
          </a:p>
        </p:txBody>
      </p:sp>
      <p:sp>
        <p:nvSpPr>
          <p:cNvPr id="43" name="Flecha abajo 33">
            <a:extLst>
              <a:ext uri="{FF2B5EF4-FFF2-40B4-BE49-F238E27FC236}">
                <a16:creationId xmlns:a16="http://schemas.microsoft.com/office/drawing/2014/main" id="{FD02EEDA-35A3-4C67-A2A3-88951D28E111}"/>
              </a:ext>
            </a:extLst>
          </p:cNvPr>
          <p:cNvSpPr/>
          <p:nvPr/>
        </p:nvSpPr>
        <p:spPr bwMode="auto">
          <a:xfrm rot="5400000">
            <a:off x="9752636" y="4981371"/>
            <a:ext cx="200025" cy="217488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D4EED46-F8FA-0EAF-8335-ECAAE826E6A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61335" y="151342"/>
            <a:ext cx="1156021" cy="951156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134D9C1A-C12D-FBF7-83D5-63ABC461F0CD}"/>
              </a:ext>
            </a:extLst>
          </p:cNvPr>
          <p:cNvSpPr txBox="1"/>
          <p:nvPr/>
        </p:nvSpPr>
        <p:spPr>
          <a:xfrm>
            <a:off x="436129" y="4171385"/>
            <a:ext cx="527545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600" i="1" dirty="0"/>
              <a:t>“Es el listado de contadores de las fronteras comerciales registradas ante el </a:t>
            </a:r>
            <a:r>
              <a:rPr lang="es-MX" sz="1600" i="1" dirty="0" err="1"/>
              <a:t>ASIC</a:t>
            </a:r>
            <a:r>
              <a:rPr lang="es-MX" sz="1600" i="1" dirty="0"/>
              <a:t> que es empleado para la construcción de la Demanda Atendida (DA) del MC, teniendo en cuenta el flujo de cada una de estas fronteras, es decir, importación (suma), exportación (resta) y generaciones internas (suma). “</a:t>
            </a:r>
          </a:p>
          <a:p>
            <a:endParaRPr lang="es-MX" sz="1600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03E6E2D2-FD72-E60D-002E-D1DCCA73E66C}"/>
              </a:ext>
            </a:extLst>
          </p:cNvPr>
          <p:cNvSpPr txBox="1"/>
          <p:nvPr/>
        </p:nvSpPr>
        <p:spPr>
          <a:xfrm>
            <a:off x="436129" y="6109286"/>
            <a:ext cx="656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dirty="0"/>
              <a:t>ED = Importaciones + Generaciones Internas – Exportaciones</a:t>
            </a:r>
            <a:endParaRPr lang="es-CO" sz="1800" dirty="0"/>
          </a:p>
        </p:txBody>
      </p:sp>
    </p:spTree>
    <p:extLst>
      <p:ext uri="{BB962C8B-B14F-4D97-AF65-F5344CB8AC3E}">
        <p14:creationId xmlns:p14="http://schemas.microsoft.com/office/powerpoint/2010/main" val="1270679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Marcador de texto 6">
            <a:extLst>
              <a:ext uri="{FF2B5EF4-FFF2-40B4-BE49-F238E27FC236}">
                <a16:creationId xmlns:a16="http://schemas.microsoft.com/office/drawing/2014/main" id="{78DCBBD4-A8E5-7F96-4DFC-D09A04DBBEDE}"/>
              </a:ext>
            </a:extLst>
          </p:cNvPr>
          <p:cNvSpPr txBox="1">
            <a:spLocks/>
          </p:cNvSpPr>
          <p:nvPr/>
        </p:nvSpPr>
        <p:spPr>
          <a:xfrm>
            <a:off x="1377566" y="226596"/>
            <a:ext cx="9639300" cy="9511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3200" b="1" dirty="0">
                <a:latin typeface="Arial Rounded MT Bold" panose="020F0704030504030204" pitchFamily="34" charset="77"/>
                <a:cs typeface="Arial" panose="020B0604020202020204" pitchFamily="34" charset="0"/>
              </a:rPr>
              <a:t>2. Proceso pronóstico de demanda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B755AFED-28CF-2E59-BC73-A18C31B731D5}"/>
              </a:ext>
            </a:extLst>
          </p:cNvPr>
          <p:cNvSpPr/>
          <p:nvPr/>
        </p:nvSpPr>
        <p:spPr>
          <a:xfrm>
            <a:off x="7858433" y="3978377"/>
            <a:ext cx="132795" cy="152400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>
              <a:solidFill>
                <a:srgbClr val="FD6B14"/>
              </a:solidFill>
            </a:endParaRPr>
          </a:p>
        </p:txBody>
      </p:sp>
      <p:sp>
        <p:nvSpPr>
          <p:cNvPr id="53" name="Conector 88">
            <a:extLst>
              <a:ext uri="{FF2B5EF4-FFF2-40B4-BE49-F238E27FC236}">
                <a16:creationId xmlns:a16="http://schemas.microsoft.com/office/drawing/2014/main" id="{11F4B7C3-1C03-7819-8033-93F3CE0573FF}"/>
              </a:ext>
            </a:extLst>
          </p:cNvPr>
          <p:cNvSpPr/>
          <p:nvPr/>
        </p:nvSpPr>
        <p:spPr bwMode="auto">
          <a:xfrm>
            <a:off x="7861570" y="2488329"/>
            <a:ext cx="107542" cy="114715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 sz="2400"/>
          </a:p>
        </p:txBody>
      </p:sp>
      <p:sp>
        <p:nvSpPr>
          <p:cNvPr id="82" name="Elipse 81">
            <a:extLst>
              <a:ext uri="{FF2B5EF4-FFF2-40B4-BE49-F238E27FC236}">
                <a16:creationId xmlns:a16="http://schemas.microsoft.com/office/drawing/2014/main" id="{11F36D1A-AB0F-67F9-D036-45D787E37528}"/>
              </a:ext>
            </a:extLst>
          </p:cNvPr>
          <p:cNvSpPr/>
          <p:nvPr/>
        </p:nvSpPr>
        <p:spPr>
          <a:xfrm>
            <a:off x="7849134" y="3493624"/>
            <a:ext cx="208980" cy="186816"/>
          </a:xfrm>
          <a:custGeom>
            <a:avLst/>
            <a:gdLst>
              <a:gd name="connsiteX0" fmla="*/ 0 w 208980"/>
              <a:gd name="connsiteY0" fmla="*/ 93408 h 186816"/>
              <a:gd name="connsiteX1" fmla="*/ 104490 w 208980"/>
              <a:gd name="connsiteY1" fmla="*/ 0 h 186816"/>
              <a:gd name="connsiteX2" fmla="*/ 208980 w 208980"/>
              <a:gd name="connsiteY2" fmla="*/ 93408 h 186816"/>
              <a:gd name="connsiteX3" fmla="*/ 104490 w 208980"/>
              <a:gd name="connsiteY3" fmla="*/ 186816 h 186816"/>
              <a:gd name="connsiteX4" fmla="*/ 0 w 208980"/>
              <a:gd name="connsiteY4" fmla="*/ 93408 h 186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980" h="186816" extrusionOk="0">
                <a:moveTo>
                  <a:pt x="0" y="93408"/>
                </a:moveTo>
                <a:cubicBezTo>
                  <a:pt x="-9656" y="30465"/>
                  <a:pt x="56890" y="-3670"/>
                  <a:pt x="104490" y="0"/>
                </a:cubicBezTo>
                <a:cubicBezTo>
                  <a:pt x="151862" y="5807"/>
                  <a:pt x="210597" y="41338"/>
                  <a:pt x="208980" y="93408"/>
                </a:cubicBezTo>
                <a:cubicBezTo>
                  <a:pt x="205485" y="138027"/>
                  <a:pt x="161022" y="190474"/>
                  <a:pt x="104490" y="186816"/>
                </a:cubicBezTo>
                <a:cubicBezTo>
                  <a:pt x="53454" y="177612"/>
                  <a:pt x="11553" y="144045"/>
                  <a:pt x="0" y="93408"/>
                </a:cubicBezTo>
                <a:close/>
              </a:path>
            </a:pathLst>
          </a:custGeom>
          <a:noFill/>
          <a:ln w="28575">
            <a:solidFill>
              <a:schemeClr val="accent5"/>
            </a:solidFill>
            <a:prstDash val="dash"/>
            <a:extLst>
              <a:ext uri="{C807C97D-BFC1-408E-A445-0C87EB9F89A2}">
                <ask:lineSketchStyleProps xmlns:ask="http://schemas.microsoft.com/office/drawing/2018/sketchyshapes" sd="87924873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96" name="Elipse 95">
            <a:extLst>
              <a:ext uri="{FF2B5EF4-FFF2-40B4-BE49-F238E27FC236}">
                <a16:creationId xmlns:a16="http://schemas.microsoft.com/office/drawing/2014/main" id="{84337BB6-093B-2317-B7D5-0713318DD679}"/>
              </a:ext>
            </a:extLst>
          </p:cNvPr>
          <p:cNvSpPr/>
          <p:nvPr/>
        </p:nvSpPr>
        <p:spPr>
          <a:xfrm rot="5049104">
            <a:off x="7831621" y="2748213"/>
            <a:ext cx="167439" cy="198718"/>
          </a:xfrm>
          <a:custGeom>
            <a:avLst/>
            <a:gdLst>
              <a:gd name="connsiteX0" fmla="*/ 0 w 167439"/>
              <a:gd name="connsiteY0" fmla="*/ 99359 h 198718"/>
              <a:gd name="connsiteX1" fmla="*/ 83720 w 167439"/>
              <a:gd name="connsiteY1" fmla="*/ 0 h 198718"/>
              <a:gd name="connsiteX2" fmla="*/ 167440 w 167439"/>
              <a:gd name="connsiteY2" fmla="*/ 99359 h 198718"/>
              <a:gd name="connsiteX3" fmla="*/ 83720 w 167439"/>
              <a:gd name="connsiteY3" fmla="*/ 198718 h 198718"/>
              <a:gd name="connsiteX4" fmla="*/ 0 w 167439"/>
              <a:gd name="connsiteY4" fmla="*/ 99359 h 198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7439" h="198718" extrusionOk="0">
                <a:moveTo>
                  <a:pt x="0" y="99359"/>
                </a:moveTo>
                <a:cubicBezTo>
                  <a:pt x="-1869" y="42287"/>
                  <a:pt x="44886" y="-2688"/>
                  <a:pt x="83720" y="0"/>
                </a:cubicBezTo>
                <a:cubicBezTo>
                  <a:pt x="121449" y="4780"/>
                  <a:pt x="172015" y="43120"/>
                  <a:pt x="167440" y="99359"/>
                </a:cubicBezTo>
                <a:cubicBezTo>
                  <a:pt x="162936" y="145253"/>
                  <a:pt x="128579" y="203005"/>
                  <a:pt x="83720" y="198718"/>
                </a:cubicBezTo>
                <a:cubicBezTo>
                  <a:pt x="45743" y="187323"/>
                  <a:pt x="9317" y="153466"/>
                  <a:pt x="0" y="99359"/>
                </a:cubicBezTo>
                <a:close/>
              </a:path>
            </a:pathLst>
          </a:custGeom>
          <a:noFill/>
          <a:ln w="28575">
            <a:solidFill>
              <a:schemeClr val="accent2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87924873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97" name="CuadroTexto 96">
            <a:extLst>
              <a:ext uri="{FF2B5EF4-FFF2-40B4-BE49-F238E27FC236}">
                <a16:creationId xmlns:a16="http://schemas.microsoft.com/office/drawing/2014/main" id="{DDC32B08-25E7-1676-CECD-FE2B9E0BFBA0}"/>
              </a:ext>
            </a:extLst>
          </p:cNvPr>
          <p:cNvSpPr txBox="1"/>
          <p:nvPr/>
        </p:nvSpPr>
        <p:spPr>
          <a:xfrm>
            <a:off x="8022713" y="2348223"/>
            <a:ext cx="4169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>
                <a:solidFill>
                  <a:srgbClr val="001A0C"/>
                </a:solidFill>
              </a:rPr>
              <a:t>Barras/Cargas equivalentes</a:t>
            </a:r>
          </a:p>
        </p:txBody>
      </p:sp>
      <p:sp>
        <p:nvSpPr>
          <p:cNvPr id="98" name="CuadroTexto 97">
            <a:extLst>
              <a:ext uri="{FF2B5EF4-FFF2-40B4-BE49-F238E27FC236}">
                <a16:creationId xmlns:a16="http://schemas.microsoft.com/office/drawing/2014/main" id="{0A87FB5E-8C55-2738-25C2-7631F0AE24D8}"/>
              </a:ext>
            </a:extLst>
          </p:cNvPr>
          <p:cNvSpPr txBox="1"/>
          <p:nvPr/>
        </p:nvSpPr>
        <p:spPr>
          <a:xfrm>
            <a:off x="8016948" y="2650453"/>
            <a:ext cx="41750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>
                <a:solidFill>
                  <a:srgbClr val="001A0C"/>
                </a:solidFill>
              </a:rPr>
              <a:t>Mercados de comercialización</a:t>
            </a:r>
          </a:p>
        </p:txBody>
      </p:sp>
      <p:sp>
        <p:nvSpPr>
          <p:cNvPr id="99" name="CuadroTexto 98">
            <a:extLst>
              <a:ext uri="{FF2B5EF4-FFF2-40B4-BE49-F238E27FC236}">
                <a16:creationId xmlns:a16="http://schemas.microsoft.com/office/drawing/2014/main" id="{0FA15528-16EE-000D-B847-F5963A28D54B}"/>
              </a:ext>
            </a:extLst>
          </p:cNvPr>
          <p:cNvSpPr txBox="1"/>
          <p:nvPr/>
        </p:nvSpPr>
        <p:spPr>
          <a:xfrm>
            <a:off x="8063878" y="3421332"/>
            <a:ext cx="3553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>
                <a:solidFill>
                  <a:srgbClr val="001A0C"/>
                </a:solidFill>
              </a:rPr>
              <a:t>Sub-Áreas Operativas</a:t>
            </a: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AC658556-B885-19F5-C666-D994FB636147}"/>
              </a:ext>
            </a:extLst>
          </p:cNvPr>
          <p:cNvSpPr txBox="1"/>
          <p:nvPr/>
        </p:nvSpPr>
        <p:spPr>
          <a:xfrm>
            <a:off x="8040851" y="3863124"/>
            <a:ext cx="3163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>
                <a:solidFill>
                  <a:srgbClr val="001A0C"/>
                </a:solidFill>
              </a:rPr>
              <a:t>Áreas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DB6C5A3F-5C17-922A-D373-B578F373E027}"/>
              </a:ext>
            </a:extLst>
          </p:cNvPr>
          <p:cNvGrpSpPr/>
          <p:nvPr/>
        </p:nvGrpSpPr>
        <p:grpSpPr>
          <a:xfrm>
            <a:off x="828720" y="1040806"/>
            <a:ext cx="6806326" cy="4671293"/>
            <a:chOff x="2069338" y="918767"/>
            <a:chExt cx="6806326" cy="4671293"/>
          </a:xfrm>
        </p:grpSpPr>
        <p:sp>
          <p:nvSpPr>
            <p:cNvPr id="81" name="Elipse 80">
              <a:extLst>
                <a:ext uri="{FF2B5EF4-FFF2-40B4-BE49-F238E27FC236}">
                  <a16:creationId xmlns:a16="http://schemas.microsoft.com/office/drawing/2014/main" id="{B6E50E4F-A7CC-65D1-F71C-408E8791D45D}"/>
                </a:ext>
              </a:extLst>
            </p:cNvPr>
            <p:cNvSpPr/>
            <p:nvPr/>
          </p:nvSpPr>
          <p:spPr>
            <a:xfrm rot="2299607">
              <a:off x="5065274" y="1582916"/>
              <a:ext cx="2593861" cy="1300503"/>
            </a:xfrm>
            <a:custGeom>
              <a:avLst/>
              <a:gdLst>
                <a:gd name="connsiteX0" fmla="*/ 0 w 2593861"/>
                <a:gd name="connsiteY0" fmla="*/ 650252 h 1300503"/>
                <a:gd name="connsiteX1" fmla="*/ 1296931 w 2593861"/>
                <a:gd name="connsiteY1" fmla="*/ 0 h 1300503"/>
                <a:gd name="connsiteX2" fmla="*/ 2593862 w 2593861"/>
                <a:gd name="connsiteY2" fmla="*/ 650252 h 1300503"/>
                <a:gd name="connsiteX3" fmla="*/ 1296931 w 2593861"/>
                <a:gd name="connsiteY3" fmla="*/ 1300504 h 1300503"/>
                <a:gd name="connsiteX4" fmla="*/ 0 w 2593861"/>
                <a:gd name="connsiteY4" fmla="*/ 650252 h 130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93861" h="1300503" extrusionOk="0">
                  <a:moveTo>
                    <a:pt x="0" y="650252"/>
                  </a:moveTo>
                  <a:cubicBezTo>
                    <a:pt x="-68718" y="210321"/>
                    <a:pt x="712253" y="-47779"/>
                    <a:pt x="1296931" y="0"/>
                  </a:cubicBezTo>
                  <a:cubicBezTo>
                    <a:pt x="1920897" y="51864"/>
                    <a:pt x="2602247" y="288626"/>
                    <a:pt x="2593862" y="650252"/>
                  </a:cubicBezTo>
                  <a:cubicBezTo>
                    <a:pt x="2559402" y="940672"/>
                    <a:pt x="1962852" y="1457188"/>
                    <a:pt x="1296931" y="1300504"/>
                  </a:cubicBezTo>
                  <a:cubicBezTo>
                    <a:pt x="635646" y="1224644"/>
                    <a:pt x="100507" y="1001105"/>
                    <a:pt x="0" y="650252"/>
                  </a:cubicBezTo>
                  <a:close/>
                </a:path>
              </a:pathLst>
            </a:custGeom>
            <a:noFill/>
            <a:ln w="28575">
              <a:solidFill>
                <a:schemeClr val="accent5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879248734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F16248B3-543B-679D-D080-473C2CD93114}"/>
                </a:ext>
              </a:extLst>
            </p:cNvPr>
            <p:cNvGrpSpPr/>
            <p:nvPr/>
          </p:nvGrpSpPr>
          <p:grpSpPr>
            <a:xfrm>
              <a:off x="2069338" y="918767"/>
              <a:ext cx="6806326" cy="4671293"/>
              <a:chOff x="2069338" y="918767"/>
              <a:chExt cx="6806326" cy="4671293"/>
            </a:xfrm>
          </p:grpSpPr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id="{9087990C-6D32-505A-0F87-BA9219664A3E}"/>
                  </a:ext>
                </a:extLst>
              </p:cNvPr>
              <p:cNvSpPr/>
              <p:nvPr/>
            </p:nvSpPr>
            <p:spPr>
              <a:xfrm>
                <a:off x="2381568" y="2409850"/>
                <a:ext cx="2133079" cy="2091637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>
                  <a:solidFill>
                    <a:srgbClr val="FD6B14"/>
                  </a:solidFill>
                </a:endParaRPr>
              </a:p>
            </p:txBody>
          </p:sp>
          <p:sp>
            <p:nvSpPr>
              <p:cNvPr id="19" name="Conector 88">
                <a:extLst>
                  <a:ext uri="{FF2B5EF4-FFF2-40B4-BE49-F238E27FC236}">
                    <a16:creationId xmlns:a16="http://schemas.microsoft.com/office/drawing/2014/main" id="{C4750901-B41D-8400-5362-D5D260181B52}"/>
                  </a:ext>
                </a:extLst>
              </p:cNvPr>
              <p:cNvSpPr/>
              <p:nvPr/>
            </p:nvSpPr>
            <p:spPr bwMode="auto">
              <a:xfrm>
                <a:off x="3931859" y="2777274"/>
                <a:ext cx="107542" cy="114715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CO"/>
              </a:p>
            </p:txBody>
          </p:sp>
          <p:sp>
            <p:nvSpPr>
              <p:cNvPr id="20" name="Conector 88">
                <a:extLst>
                  <a:ext uri="{FF2B5EF4-FFF2-40B4-BE49-F238E27FC236}">
                    <a16:creationId xmlns:a16="http://schemas.microsoft.com/office/drawing/2014/main" id="{175377B3-2647-8F84-ED02-FBDF240C0297}"/>
                  </a:ext>
                </a:extLst>
              </p:cNvPr>
              <p:cNvSpPr/>
              <p:nvPr/>
            </p:nvSpPr>
            <p:spPr bwMode="auto">
              <a:xfrm>
                <a:off x="4026550" y="3154276"/>
                <a:ext cx="107542" cy="114715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CO"/>
              </a:p>
            </p:txBody>
          </p:sp>
          <p:sp>
            <p:nvSpPr>
              <p:cNvPr id="36" name="Conector 88">
                <a:extLst>
                  <a:ext uri="{FF2B5EF4-FFF2-40B4-BE49-F238E27FC236}">
                    <a16:creationId xmlns:a16="http://schemas.microsoft.com/office/drawing/2014/main" id="{52B3D44C-5365-08DE-DD58-E6325218714A}"/>
                  </a:ext>
                </a:extLst>
              </p:cNvPr>
              <p:cNvSpPr/>
              <p:nvPr/>
            </p:nvSpPr>
            <p:spPr bwMode="auto">
              <a:xfrm>
                <a:off x="3677831" y="2971109"/>
                <a:ext cx="107542" cy="114715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CO"/>
              </a:p>
            </p:txBody>
          </p:sp>
          <p:sp>
            <p:nvSpPr>
              <p:cNvPr id="37" name="Conector 88">
                <a:extLst>
                  <a:ext uri="{FF2B5EF4-FFF2-40B4-BE49-F238E27FC236}">
                    <a16:creationId xmlns:a16="http://schemas.microsoft.com/office/drawing/2014/main" id="{683536DB-F346-5883-1F9E-42D45FBE1446}"/>
                  </a:ext>
                </a:extLst>
              </p:cNvPr>
              <p:cNvSpPr/>
              <p:nvPr/>
            </p:nvSpPr>
            <p:spPr bwMode="auto">
              <a:xfrm>
                <a:off x="3145766" y="2812875"/>
                <a:ext cx="107542" cy="114715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CO"/>
              </a:p>
            </p:txBody>
          </p:sp>
          <p:sp>
            <p:nvSpPr>
              <p:cNvPr id="38" name="Conector 88">
                <a:extLst>
                  <a:ext uri="{FF2B5EF4-FFF2-40B4-BE49-F238E27FC236}">
                    <a16:creationId xmlns:a16="http://schemas.microsoft.com/office/drawing/2014/main" id="{5F56BF3E-CB15-4A66-788A-E68B14EDE279}"/>
                  </a:ext>
                </a:extLst>
              </p:cNvPr>
              <p:cNvSpPr/>
              <p:nvPr/>
            </p:nvSpPr>
            <p:spPr bwMode="auto">
              <a:xfrm>
                <a:off x="3240457" y="3189877"/>
                <a:ext cx="107542" cy="114715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CO"/>
              </a:p>
            </p:txBody>
          </p:sp>
          <p:sp>
            <p:nvSpPr>
              <p:cNvPr id="45" name="Conector 88">
                <a:extLst>
                  <a:ext uri="{FF2B5EF4-FFF2-40B4-BE49-F238E27FC236}">
                    <a16:creationId xmlns:a16="http://schemas.microsoft.com/office/drawing/2014/main" id="{AFAD918C-01DC-042C-FE13-342A2A1C3A4B}"/>
                  </a:ext>
                </a:extLst>
              </p:cNvPr>
              <p:cNvSpPr/>
              <p:nvPr/>
            </p:nvSpPr>
            <p:spPr bwMode="auto">
              <a:xfrm>
                <a:off x="2857218" y="3238926"/>
                <a:ext cx="107542" cy="114715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CO"/>
              </a:p>
            </p:txBody>
          </p:sp>
          <p:sp>
            <p:nvSpPr>
              <p:cNvPr id="46" name="Conector 88">
                <a:extLst>
                  <a:ext uri="{FF2B5EF4-FFF2-40B4-BE49-F238E27FC236}">
                    <a16:creationId xmlns:a16="http://schemas.microsoft.com/office/drawing/2014/main" id="{5EE319C4-E919-606E-F639-CC2AF158D1BB}"/>
                  </a:ext>
                </a:extLst>
              </p:cNvPr>
              <p:cNvSpPr/>
              <p:nvPr/>
            </p:nvSpPr>
            <p:spPr bwMode="auto">
              <a:xfrm>
                <a:off x="3068374" y="3513211"/>
                <a:ext cx="107542" cy="114715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CO"/>
              </a:p>
            </p:txBody>
          </p:sp>
          <p:sp>
            <p:nvSpPr>
              <p:cNvPr id="47" name="Conector 88">
                <a:extLst>
                  <a:ext uri="{FF2B5EF4-FFF2-40B4-BE49-F238E27FC236}">
                    <a16:creationId xmlns:a16="http://schemas.microsoft.com/office/drawing/2014/main" id="{6F208584-0275-9E06-D6EA-706B044C8680}"/>
                  </a:ext>
                </a:extLst>
              </p:cNvPr>
              <p:cNvSpPr/>
              <p:nvPr/>
            </p:nvSpPr>
            <p:spPr bwMode="auto">
              <a:xfrm>
                <a:off x="2696795" y="3513586"/>
                <a:ext cx="107542" cy="114715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CO"/>
              </a:p>
            </p:txBody>
          </p:sp>
          <p:sp>
            <p:nvSpPr>
              <p:cNvPr id="48" name="Conector 88">
                <a:extLst>
                  <a:ext uri="{FF2B5EF4-FFF2-40B4-BE49-F238E27FC236}">
                    <a16:creationId xmlns:a16="http://schemas.microsoft.com/office/drawing/2014/main" id="{2F8ECC26-C22F-E3FA-8CBF-080130E0C9F3}"/>
                  </a:ext>
                </a:extLst>
              </p:cNvPr>
              <p:cNvSpPr/>
              <p:nvPr/>
            </p:nvSpPr>
            <p:spPr bwMode="auto">
              <a:xfrm>
                <a:off x="3138457" y="4076310"/>
                <a:ext cx="107542" cy="114715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CO"/>
              </a:p>
            </p:txBody>
          </p:sp>
          <p:sp>
            <p:nvSpPr>
              <p:cNvPr id="49" name="Elipse 48">
                <a:extLst>
                  <a:ext uri="{FF2B5EF4-FFF2-40B4-BE49-F238E27FC236}">
                    <a16:creationId xmlns:a16="http://schemas.microsoft.com/office/drawing/2014/main" id="{A3006E9B-28CC-70E8-3C2F-56D0C7491C60}"/>
                  </a:ext>
                </a:extLst>
              </p:cNvPr>
              <p:cNvSpPr/>
              <p:nvPr/>
            </p:nvSpPr>
            <p:spPr>
              <a:xfrm>
                <a:off x="4229452" y="1204646"/>
                <a:ext cx="2133079" cy="2091637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>
                  <a:solidFill>
                    <a:srgbClr val="FD6B14"/>
                  </a:solidFill>
                </a:endParaRPr>
              </a:p>
            </p:txBody>
          </p:sp>
          <p:sp>
            <p:nvSpPr>
              <p:cNvPr id="50" name="Elipse 49">
                <a:extLst>
                  <a:ext uri="{FF2B5EF4-FFF2-40B4-BE49-F238E27FC236}">
                    <a16:creationId xmlns:a16="http://schemas.microsoft.com/office/drawing/2014/main" id="{BE331F2C-7578-3799-64C5-0AA72BFD8554}"/>
                  </a:ext>
                </a:extLst>
              </p:cNvPr>
              <p:cNvSpPr/>
              <p:nvPr/>
            </p:nvSpPr>
            <p:spPr>
              <a:xfrm>
                <a:off x="4372050" y="3409654"/>
                <a:ext cx="2133079" cy="2091637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>
                  <a:solidFill>
                    <a:srgbClr val="FD6B14"/>
                  </a:solidFill>
                </a:endParaRPr>
              </a:p>
            </p:txBody>
          </p:sp>
          <p:sp>
            <p:nvSpPr>
              <p:cNvPr id="51" name="Elipse 50">
                <a:extLst>
                  <a:ext uri="{FF2B5EF4-FFF2-40B4-BE49-F238E27FC236}">
                    <a16:creationId xmlns:a16="http://schemas.microsoft.com/office/drawing/2014/main" id="{9EDAB7BB-AE96-A6B0-A6DC-5C83C25B7198}"/>
                  </a:ext>
                </a:extLst>
              </p:cNvPr>
              <p:cNvSpPr/>
              <p:nvPr/>
            </p:nvSpPr>
            <p:spPr>
              <a:xfrm>
                <a:off x="6272135" y="2193107"/>
                <a:ext cx="2133079" cy="2091637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>
                  <a:solidFill>
                    <a:srgbClr val="FD6B14"/>
                  </a:solidFill>
                </a:endParaRPr>
              </a:p>
            </p:txBody>
          </p:sp>
          <p:sp>
            <p:nvSpPr>
              <p:cNvPr id="54" name="Conector 88">
                <a:extLst>
                  <a:ext uri="{FF2B5EF4-FFF2-40B4-BE49-F238E27FC236}">
                    <a16:creationId xmlns:a16="http://schemas.microsoft.com/office/drawing/2014/main" id="{477A5AD6-C9B4-3382-63A8-A411FA6978FC}"/>
                  </a:ext>
                </a:extLst>
              </p:cNvPr>
              <p:cNvSpPr/>
              <p:nvPr/>
            </p:nvSpPr>
            <p:spPr bwMode="auto">
              <a:xfrm>
                <a:off x="5781648" y="1527287"/>
                <a:ext cx="107542" cy="114715"/>
              </a:xfrm>
              <a:prstGeom prst="flowChartConnector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CO"/>
              </a:p>
            </p:txBody>
          </p:sp>
          <p:sp>
            <p:nvSpPr>
              <p:cNvPr id="55" name="Conector 88">
                <a:extLst>
                  <a:ext uri="{FF2B5EF4-FFF2-40B4-BE49-F238E27FC236}">
                    <a16:creationId xmlns:a16="http://schemas.microsoft.com/office/drawing/2014/main" id="{40CDE6B3-275D-D9D3-A2E6-0C8868E2E91D}"/>
                  </a:ext>
                </a:extLst>
              </p:cNvPr>
              <p:cNvSpPr/>
              <p:nvPr/>
            </p:nvSpPr>
            <p:spPr bwMode="auto">
              <a:xfrm>
                <a:off x="5876339" y="1904289"/>
                <a:ext cx="107542" cy="114715"/>
              </a:xfrm>
              <a:prstGeom prst="flowChartConnector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CO"/>
              </a:p>
            </p:txBody>
          </p:sp>
          <p:sp>
            <p:nvSpPr>
              <p:cNvPr id="56" name="Conector 88">
                <a:extLst>
                  <a:ext uri="{FF2B5EF4-FFF2-40B4-BE49-F238E27FC236}">
                    <a16:creationId xmlns:a16="http://schemas.microsoft.com/office/drawing/2014/main" id="{909B71B4-45DE-09D0-FDDE-B1DD2D71D715}"/>
                  </a:ext>
                </a:extLst>
              </p:cNvPr>
              <p:cNvSpPr/>
              <p:nvPr/>
            </p:nvSpPr>
            <p:spPr bwMode="auto">
              <a:xfrm>
                <a:off x="5493100" y="1953338"/>
                <a:ext cx="107542" cy="114715"/>
              </a:xfrm>
              <a:prstGeom prst="flowChartConnector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CO"/>
              </a:p>
            </p:txBody>
          </p:sp>
          <p:sp>
            <p:nvSpPr>
              <p:cNvPr id="57" name="Conector 88">
                <a:extLst>
                  <a:ext uri="{FF2B5EF4-FFF2-40B4-BE49-F238E27FC236}">
                    <a16:creationId xmlns:a16="http://schemas.microsoft.com/office/drawing/2014/main" id="{3479EDE4-FB94-339E-81A7-09A1C1C03038}"/>
                  </a:ext>
                </a:extLst>
              </p:cNvPr>
              <p:cNvSpPr/>
              <p:nvPr/>
            </p:nvSpPr>
            <p:spPr bwMode="auto">
              <a:xfrm>
                <a:off x="4995555" y="1562888"/>
                <a:ext cx="107542" cy="114715"/>
              </a:xfrm>
              <a:prstGeom prst="flowChartConnector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CO"/>
              </a:p>
            </p:txBody>
          </p:sp>
          <p:sp>
            <p:nvSpPr>
              <p:cNvPr id="58" name="Conector 88">
                <a:extLst>
                  <a:ext uri="{FF2B5EF4-FFF2-40B4-BE49-F238E27FC236}">
                    <a16:creationId xmlns:a16="http://schemas.microsoft.com/office/drawing/2014/main" id="{6F5D118D-8296-6BEB-7D2C-DBA283127466}"/>
                  </a:ext>
                </a:extLst>
              </p:cNvPr>
              <p:cNvSpPr/>
              <p:nvPr/>
            </p:nvSpPr>
            <p:spPr bwMode="auto">
              <a:xfrm>
                <a:off x="5090246" y="1939890"/>
                <a:ext cx="107542" cy="114715"/>
              </a:xfrm>
              <a:prstGeom prst="flowChartConnector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CO"/>
              </a:p>
            </p:txBody>
          </p:sp>
          <p:sp>
            <p:nvSpPr>
              <p:cNvPr id="59" name="Conector 88">
                <a:extLst>
                  <a:ext uri="{FF2B5EF4-FFF2-40B4-BE49-F238E27FC236}">
                    <a16:creationId xmlns:a16="http://schemas.microsoft.com/office/drawing/2014/main" id="{5F15FF40-B1B8-BD46-F4A0-4DE1097F6D19}"/>
                  </a:ext>
                </a:extLst>
              </p:cNvPr>
              <p:cNvSpPr/>
              <p:nvPr/>
            </p:nvSpPr>
            <p:spPr bwMode="auto">
              <a:xfrm>
                <a:off x="4707007" y="1988939"/>
                <a:ext cx="107542" cy="114715"/>
              </a:xfrm>
              <a:prstGeom prst="flowChartConnector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CO"/>
              </a:p>
            </p:txBody>
          </p:sp>
          <p:sp>
            <p:nvSpPr>
              <p:cNvPr id="60" name="Conector 88">
                <a:extLst>
                  <a:ext uri="{FF2B5EF4-FFF2-40B4-BE49-F238E27FC236}">
                    <a16:creationId xmlns:a16="http://schemas.microsoft.com/office/drawing/2014/main" id="{BB634E36-89CA-DACD-11BD-8FC90F981681}"/>
                  </a:ext>
                </a:extLst>
              </p:cNvPr>
              <p:cNvSpPr/>
              <p:nvPr/>
            </p:nvSpPr>
            <p:spPr bwMode="auto">
              <a:xfrm>
                <a:off x="5276794" y="2400272"/>
                <a:ext cx="107542" cy="114715"/>
              </a:xfrm>
              <a:prstGeom prst="flowChartConnector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CO"/>
              </a:p>
            </p:txBody>
          </p:sp>
          <p:sp>
            <p:nvSpPr>
              <p:cNvPr id="61" name="Conector 88">
                <a:extLst>
                  <a:ext uri="{FF2B5EF4-FFF2-40B4-BE49-F238E27FC236}">
                    <a16:creationId xmlns:a16="http://schemas.microsoft.com/office/drawing/2014/main" id="{1B2BC76D-59EB-27F5-1243-0110CD27E441}"/>
                  </a:ext>
                </a:extLst>
              </p:cNvPr>
              <p:cNvSpPr/>
              <p:nvPr/>
            </p:nvSpPr>
            <p:spPr bwMode="auto">
              <a:xfrm>
                <a:off x="4601911" y="2342806"/>
                <a:ext cx="107542" cy="114715"/>
              </a:xfrm>
              <a:prstGeom prst="flowChartConnector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CO"/>
              </a:p>
            </p:txBody>
          </p:sp>
          <p:sp>
            <p:nvSpPr>
              <p:cNvPr id="62" name="Conector 88">
                <a:extLst>
                  <a:ext uri="{FF2B5EF4-FFF2-40B4-BE49-F238E27FC236}">
                    <a16:creationId xmlns:a16="http://schemas.microsoft.com/office/drawing/2014/main" id="{01B90373-F366-EAA1-42E0-25AE7443A6F6}"/>
                  </a:ext>
                </a:extLst>
              </p:cNvPr>
              <p:cNvSpPr/>
              <p:nvPr/>
            </p:nvSpPr>
            <p:spPr bwMode="auto">
              <a:xfrm>
                <a:off x="4988246" y="2826323"/>
                <a:ext cx="107542" cy="114715"/>
              </a:xfrm>
              <a:prstGeom prst="flowChartConnector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CO"/>
              </a:p>
            </p:txBody>
          </p:sp>
          <p:sp>
            <p:nvSpPr>
              <p:cNvPr id="63" name="Conector 88">
                <a:extLst>
                  <a:ext uri="{FF2B5EF4-FFF2-40B4-BE49-F238E27FC236}">
                    <a16:creationId xmlns:a16="http://schemas.microsoft.com/office/drawing/2014/main" id="{0569BF41-E58A-62E2-BCD2-1311EE50CD6C}"/>
                  </a:ext>
                </a:extLst>
              </p:cNvPr>
              <p:cNvSpPr/>
              <p:nvPr/>
            </p:nvSpPr>
            <p:spPr bwMode="auto">
              <a:xfrm>
                <a:off x="7909567" y="3570569"/>
                <a:ext cx="107542" cy="114715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CO"/>
              </a:p>
            </p:txBody>
          </p:sp>
          <p:sp>
            <p:nvSpPr>
              <p:cNvPr id="64" name="Conector 88">
                <a:extLst>
                  <a:ext uri="{FF2B5EF4-FFF2-40B4-BE49-F238E27FC236}">
                    <a16:creationId xmlns:a16="http://schemas.microsoft.com/office/drawing/2014/main" id="{25807D52-D59C-22CE-AC9A-90F50217BEEC}"/>
                  </a:ext>
                </a:extLst>
              </p:cNvPr>
              <p:cNvSpPr/>
              <p:nvPr/>
            </p:nvSpPr>
            <p:spPr bwMode="auto">
              <a:xfrm>
                <a:off x="7885894" y="2856394"/>
                <a:ext cx="107542" cy="114715"/>
              </a:xfrm>
              <a:prstGeom prst="flowChartConnector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CO"/>
              </a:p>
            </p:txBody>
          </p:sp>
          <p:sp>
            <p:nvSpPr>
              <p:cNvPr id="65" name="Conector 88">
                <a:extLst>
                  <a:ext uri="{FF2B5EF4-FFF2-40B4-BE49-F238E27FC236}">
                    <a16:creationId xmlns:a16="http://schemas.microsoft.com/office/drawing/2014/main" id="{154D4C77-13BA-9007-92CB-CFFCA04D7471}"/>
                  </a:ext>
                </a:extLst>
              </p:cNvPr>
              <p:cNvSpPr/>
              <p:nvPr/>
            </p:nvSpPr>
            <p:spPr bwMode="auto">
              <a:xfrm>
                <a:off x="7712575" y="3074455"/>
                <a:ext cx="107542" cy="114715"/>
              </a:xfrm>
              <a:prstGeom prst="flowChartConnector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CO"/>
              </a:p>
            </p:txBody>
          </p:sp>
          <p:sp>
            <p:nvSpPr>
              <p:cNvPr id="66" name="Conector 88">
                <a:extLst>
                  <a:ext uri="{FF2B5EF4-FFF2-40B4-BE49-F238E27FC236}">
                    <a16:creationId xmlns:a16="http://schemas.microsoft.com/office/drawing/2014/main" id="{63A21054-D6BE-D7F5-A009-4F506522AFF9}"/>
                  </a:ext>
                </a:extLst>
              </p:cNvPr>
              <p:cNvSpPr/>
              <p:nvPr/>
            </p:nvSpPr>
            <p:spPr bwMode="auto">
              <a:xfrm>
                <a:off x="7005110" y="2514993"/>
                <a:ext cx="107542" cy="114715"/>
              </a:xfrm>
              <a:prstGeom prst="flowChartConnector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CO"/>
              </a:p>
            </p:txBody>
          </p:sp>
          <p:sp>
            <p:nvSpPr>
              <p:cNvPr id="67" name="Conector 88">
                <a:extLst>
                  <a:ext uri="{FF2B5EF4-FFF2-40B4-BE49-F238E27FC236}">
                    <a16:creationId xmlns:a16="http://schemas.microsoft.com/office/drawing/2014/main" id="{1CAB4209-A0F0-1336-2DA7-2CDEB220F90E}"/>
                  </a:ext>
                </a:extLst>
              </p:cNvPr>
              <p:cNvSpPr/>
              <p:nvPr/>
            </p:nvSpPr>
            <p:spPr bwMode="auto">
              <a:xfrm>
                <a:off x="7099801" y="2891995"/>
                <a:ext cx="107542" cy="114715"/>
              </a:xfrm>
              <a:prstGeom prst="flowChartConnector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CO"/>
              </a:p>
            </p:txBody>
          </p:sp>
          <p:sp>
            <p:nvSpPr>
              <p:cNvPr id="68" name="Conector 88">
                <a:extLst>
                  <a:ext uri="{FF2B5EF4-FFF2-40B4-BE49-F238E27FC236}">
                    <a16:creationId xmlns:a16="http://schemas.microsoft.com/office/drawing/2014/main" id="{1CF3A8F4-50A5-680A-88D1-399CDE3AF167}"/>
                  </a:ext>
                </a:extLst>
              </p:cNvPr>
              <p:cNvSpPr/>
              <p:nvPr/>
            </p:nvSpPr>
            <p:spPr bwMode="auto">
              <a:xfrm>
                <a:off x="6716562" y="2941044"/>
                <a:ext cx="107542" cy="114715"/>
              </a:xfrm>
              <a:prstGeom prst="flowChartConnector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CO"/>
              </a:p>
            </p:txBody>
          </p:sp>
          <p:sp>
            <p:nvSpPr>
              <p:cNvPr id="69" name="Conector 88">
                <a:extLst>
                  <a:ext uri="{FF2B5EF4-FFF2-40B4-BE49-F238E27FC236}">
                    <a16:creationId xmlns:a16="http://schemas.microsoft.com/office/drawing/2014/main" id="{22801535-EDA3-FD08-33BB-29A3D7581616}"/>
                  </a:ext>
                </a:extLst>
              </p:cNvPr>
              <p:cNvSpPr/>
              <p:nvPr/>
            </p:nvSpPr>
            <p:spPr bwMode="auto">
              <a:xfrm>
                <a:off x="7286349" y="3352377"/>
                <a:ext cx="107542" cy="114715"/>
              </a:xfrm>
              <a:prstGeom prst="flowChartConnector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CO"/>
              </a:p>
            </p:txBody>
          </p:sp>
          <p:sp>
            <p:nvSpPr>
              <p:cNvPr id="70" name="Conector 88">
                <a:extLst>
                  <a:ext uri="{FF2B5EF4-FFF2-40B4-BE49-F238E27FC236}">
                    <a16:creationId xmlns:a16="http://schemas.microsoft.com/office/drawing/2014/main" id="{8D00A898-1FC2-0919-2605-1D3B8B5E988D}"/>
                  </a:ext>
                </a:extLst>
              </p:cNvPr>
              <p:cNvSpPr/>
              <p:nvPr/>
            </p:nvSpPr>
            <p:spPr bwMode="auto">
              <a:xfrm>
                <a:off x="7381040" y="3729379"/>
                <a:ext cx="107542" cy="114715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CO"/>
              </a:p>
            </p:txBody>
          </p:sp>
          <p:sp>
            <p:nvSpPr>
              <p:cNvPr id="71" name="Conector 88">
                <a:extLst>
                  <a:ext uri="{FF2B5EF4-FFF2-40B4-BE49-F238E27FC236}">
                    <a16:creationId xmlns:a16="http://schemas.microsoft.com/office/drawing/2014/main" id="{B9079F15-763A-58B1-D9FA-F3F39868F9E7}"/>
                  </a:ext>
                </a:extLst>
              </p:cNvPr>
              <p:cNvSpPr/>
              <p:nvPr/>
            </p:nvSpPr>
            <p:spPr bwMode="auto">
              <a:xfrm>
                <a:off x="6997801" y="3778428"/>
                <a:ext cx="107542" cy="114715"/>
              </a:xfrm>
              <a:prstGeom prst="flowChartConnector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CO"/>
              </a:p>
            </p:txBody>
          </p:sp>
          <p:sp>
            <p:nvSpPr>
              <p:cNvPr id="72" name="Conector 88">
                <a:extLst>
                  <a:ext uri="{FF2B5EF4-FFF2-40B4-BE49-F238E27FC236}">
                    <a16:creationId xmlns:a16="http://schemas.microsoft.com/office/drawing/2014/main" id="{70556C92-AF5D-81FC-27C7-FB76904AF9F4}"/>
                  </a:ext>
                </a:extLst>
              </p:cNvPr>
              <p:cNvSpPr/>
              <p:nvPr/>
            </p:nvSpPr>
            <p:spPr bwMode="auto">
              <a:xfrm>
                <a:off x="5835419" y="3697779"/>
                <a:ext cx="107542" cy="114715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CO"/>
              </a:p>
            </p:txBody>
          </p:sp>
          <p:sp>
            <p:nvSpPr>
              <p:cNvPr id="73" name="Conector 88">
                <a:extLst>
                  <a:ext uri="{FF2B5EF4-FFF2-40B4-BE49-F238E27FC236}">
                    <a16:creationId xmlns:a16="http://schemas.microsoft.com/office/drawing/2014/main" id="{7B0B16A1-6C33-97BB-6AE1-843DBBE8B38E}"/>
                  </a:ext>
                </a:extLst>
              </p:cNvPr>
              <p:cNvSpPr/>
              <p:nvPr/>
            </p:nvSpPr>
            <p:spPr bwMode="auto">
              <a:xfrm>
                <a:off x="5930110" y="4074781"/>
                <a:ext cx="107542" cy="114715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CO"/>
              </a:p>
            </p:txBody>
          </p:sp>
          <p:sp>
            <p:nvSpPr>
              <p:cNvPr id="74" name="Conector 88">
                <a:extLst>
                  <a:ext uri="{FF2B5EF4-FFF2-40B4-BE49-F238E27FC236}">
                    <a16:creationId xmlns:a16="http://schemas.microsoft.com/office/drawing/2014/main" id="{1757F239-B4D0-A725-D3CE-666021580E41}"/>
                  </a:ext>
                </a:extLst>
              </p:cNvPr>
              <p:cNvSpPr/>
              <p:nvPr/>
            </p:nvSpPr>
            <p:spPr bwMode="auto">
              <a:xfrm>
                <a:off x="5546871" y="4123830"/>
                <a:ext cx="107542" cy="114715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CO"/>
              </a:p>
            </p:txBody>
          </p:sp>
          <p:sp>
            <p:nvSpPr>
              <p:cNvPr id="75" name="Conector 88">
                <a:extLst>
                  <a:ext uri="{FF2B5EF4-FFF2-40B4-BE49-F238E27FC236}">
                    <a16:creationId xmlns:a16="http://schemas.microsoft.com/office/drawing/2014/main" id="{7F5B0DBE-EC97-0852-459A-5C1C0CF164EA}"/>
                  </a:ext>
                </a:extLst>
              </p:cNvPr>
              <p:cNvSpPr/>
              <p:nvPr/>
            </p:nvSpPr>
            <p:spPr bwMode="auto">
              <a:xfrm>
                <a:off x="5396456" y="3733380"/>
                <a:ext cx="107542" cy="114715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CO"/>
              </a:p>
            </p:txBody>
          </p:sp>
          <p:sp>
            <p:nvSpPr>
              <p:cNvPr id="76" name="Conector 88">
                <a:extLst>
                  <a:ext uri="{FF2B5EF4-FFF2-40B4-BE49-F238E27FC236}">
                    <a16:creationId xmlns:a16="http://schemas.microsoft.com/office/drawing/2014/main" id="{C53D96B2-5197-EDD2-C3B9-BD9E81E8FB58}"/>
                  </a:ext>
                </a:extLst>
              </p:cNvPr>
              <p:cNvSpPr/>
              <p:nvPr/>
            </p:nvSpPr>
            <p:spPr bwMode="auto">
              <a:xfrm>
                <a:off x="5144017" y="4110382"/>
                <a:ext cx="107542" cy="114715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CO"/>
              </a:p>
            </p:txBody>
          </p:sp>
          <p:sp>
            <p:nvSpPr>
              <p:cNvPr id="77" name="Conector 88">
                <a:extLst>
                  <a:ext uri="{FF2B5EF4-FFF2-40B4-BE49-F238E27FC236}">
                    <a16:creationId xmlns:a16="http://schemas.microsoft.com/office/drawing/2014/main" id="{B2CD2BA6-327F-1C1D-C7B7-CCD4DA180EC3}"/>
                  </a:ext>
                </a:extLst>
              </p:cNvPr>
              <p:cNvSpPr/>
              <p:nvPr/>
            </p:nvSpPr>
            <p:spPr bwMode="auto">
              <a:xfrm>
                <a:off x="4760778" y="4159431"/>
                <a:ext cx="107542" cy="114715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CO"/>
              </a:p>
            </p:txBody>
          </p:sp>
          <p:sp>
            <p:nvSpPr>
              <p:cNvPr id="78" name="Conector 88">
                <a:extLst>
                  <a:ext uri="{FF2B5EF4-FFF2-40B4-BE49-F238E27FC236}">
                    <a16:creationId xmlns:a16="http://schemas.microsoft.com/office/drawing/2014/main" id="{7377B3B4-84F0-BB40-E499-080EFBAA6EA7}"/>
                  </a:ext>
                </a:extLst>
              </p:cNvPr>
              <p:cNvSpPr/>
              <p:nvPr/>
            </p:nvSpPr>
            <p:spPr bwMode="auto">
              <a:xfrm>
                <a:off x="5330565" y="4570764"/>
                <a:ext cx="107542" cy="114715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CO"/>
              </a:p>
            </p:txBody>
          </p:sp>
          <p:sp>
            <p:nvSpPr>
              <p:cNvPr id="79" name="Conector 88">
                <a:extLst>
                  <a:ext uri="{FF2B5EF4-FFF2-40B4-BE49-F238E27FC236}">
                    <a16:creationId xmlns:a16="http://schemas.microsoft.com/office/drawing/2014/main" id="{3D9D68FC-38DA-CD34-D902-AA7623C449B3}"/>
                  </a:ext>
                </a:extLst>
              </p:cNvPr>
              <p:cNvSpPr/>
              <p:nvPr/>
            </p:nvSpPr>
            <p:spPr bwMode="auto">
              <a:xfrm>
                <a:off x="5425256" y="4947766"/>
                <a:ext cx="107542" cy="114715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CO"/>
              </a:p>
            </p:txBody>
          </p:sp>
          <p:sp>
            <p:nvSpPr>
              <p:cNvPr id="80" name="Conector 88">
                <a:extLst>
                  <a:ext uri="{FF2B5EF4-FFF2-40B4-BE49-F238E27FC236}">
                    <a16:creationId xmlns:a16="http://schemas.microsoft.com/office/drawing/2014/main" id="{4ACA0B64-81BD-8A36-BB39-6A6B9E5F1A58}"/>
                  </a:ext>
                </a:extLst>
              </p:cNvPr>
              <p:cNvSpPr/>
              <p:nvPr/>
            </p:nvSpPr>
            <p:spPr bwMode="auto">
              <a:xfrm>
                <a:off x="5042017" y="4996815"/>
                <a:ext cx="107542" cy="114715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CO"/>
              </a:p>
            </p:txBody>
          </p:sp>
          <p:sp>
            <p:nvSpPr>
              <p:cNvPr id="83" name="Elipse 82">
                <a:extLst>
                  <a:ext uri="{FF2B5EF4-FFF2-40B4-BE49-F238E27FC236}">
                    <a16:creationId xmlns:a16="http://schemas.microsoft.com/office/drawing/2014/main" id="{90A8950C-C97C-BEB2-16DE-B743E9C28EE0}"/>
                  </a:ext>
                </a:extLst>
              </p:cNvPr>
              <p:cNvSpPr/>
              <p:nvPr/>
            </p:nvSpPr>
            <p:spPr>
              <a:xfrm rot="18855207">
                <a:off x="6668642" y="2899913"/>
                <a:ext cx="2282801" cy="1154222"/>
              </a:xfrm>
              <a:custGeom>
                <a:avLst/>
                <a:gdLst>
                  <a:gd name="connsiteX0" fmla="*/ 0 w 2282801"/>
                  <a:gd name="connsiteY0" fmla="*/ 577111 h 1154222"/>
                  <a:gd name="connsiteX1" fmla="*/ 1141401 w 2282801"/>
                  <a:gd name="connsiteY1" fmla="*/ 0 h 1154222"/>
                  <a:gd name="connsiteX2" fmla="*/ 2282802 w 2282801"/>
                  <a:gd name="connsiteY2" fmla="*/ 577111 h 1154222"/>
                  <a:gd name="connsiteX3" fmla="*/ 1141401 w 2282801"/>
                  <a:gd name="connsiteY3" fmla="*/ 1154222 h 1154222"/>
                  <a:gd name="connsiteX4" fmla="*/ 0 w 2282801"/>
                  <a:gd name="connsiteY4" fmla="*/ 577111 h 11542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2801" h="1154222" extrusionOk="0">
                    <a:moveTo>
                      <a:pt x="0" y="577111"/>
                    </a:moveTo>
                    <a:cubicBezTo>
                      <a:pt x="-65322" y="181566"/>
                      <a:pt x="639332" y="-46586"/>
                      <a:pt x="1141401" y="0"/>
                    </a:cubicBezTo>
                    <a:cubicBezTo>
                      <a:pt x="1758286" y="7581"/>
                      <a:pt x="2330607" y="244116"/>
                      <a:pt x="2282802" y="577111"/>
                    </a:cubicBezTo>
                    <a:cubicBezTo>
                      <a:pt x="2206829" y="744370"/>
                      <a:pt x="1739282" y="1255341"/>
                      <a:pt x="1141401" y="1154222"/>
                    </a:cubicBezTo>
                    <a:cubicBezTo>
                      <a:pt x="557217" y="1090497"/>
                      <a:pt x="89634" y="888465"/>
                      <a:pt x="0" y="577111"/>
                    </a:cubicBezTo>
                    <a:close/>
                  </a:path>
                </a:pathLst>
              </a:custGeom>
              <a:noFill/>
              <a:ln w="28575">
                <a:solidFill>
                  <a:schemeClr val="accent5"/>
                </a:solidFill>
                <a:prstDash val="dash"/>
                <a:extLst>
                  <a:ext uri="{C807C97D-BFC1-408E-A445-0C87EB9F89A2}">
                    <ask:lineSketchStyleProps xmlns:ask="http://schemas.microsoft.com/office/drawing/2018/sketchyshapes" sd="879248734">
                      <a:prstGeom prst="ellipse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84" name="Elipse 83">
                <a:extLst>
                  <a:ext uri="{FF2B5EF4-FFF2-40B4-BE49-F238E27FC236}">
                    <a16:creationId xmlns:a16="http://schemas.microsoft.com/office/drawing/2014/main" id="{F58E4189-2104-D1EA-4B84-28A6622829E9}"/>
                  </a:ext>
                </a:extLst>
              </p:cNvPr>
              <p:cNvSpPr/>
              <p:nvPr/>
            </p:nvSpPr>
            <p:spPr>
              <a:xfrm rot="18855207">
                <a:off x="4342806" y="3518014"/>
                <a:ext cx="2282801" cy="1729043"/>
              </a:xfrm>
              <a:custGeom>
                <a:avLst/>
                <a:gdLst>
                  <a:gd name="connsiteX0" fmla="*/ 0 w 2282801"/>
                  <a:gd name="connsiteY0" fmla="*/ 864522 h 1729043"/>
                  <a:gd name="connsiteX1" fmla="*/ 1141401 w 2282801"/>
                  <a:gd name="connsiteY1" fmla="*/ 0 h 1729043"/>
                  <a:gd name="connsiteX2" fmla="*/ 2282802 w 2282801"/>
                  <a:gd name="connsiteY2" fmla="*/ 864522 h 1729043"/>
                  <a:gd name="connsiteX3" fmla="*/ 1141401 w 2282801"/>
                  <a:gd name="connsiteY3" fmla="*/ 1729044 h 1729043"/>
                  <a:gd name="connsiteX4" fmla="*/ 0 w 2282801"/>
                  <a:gd name="connsiteY4" fmla="*/ 864522 h 1729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2801" h="1729043" extrusionOk="0">
                    <a:moveTo>
                      <a:pt x="0" y="864522"/>
                    </a:moveTo>
                    <a:cubicBezTo>
                      <a:pt x="-98012" y="271805"/>
                      <a:pt x="665034" y="-55917"/>
                      <a:pt x="1141401" y="0"/>
                    </a:cubicBezTo>
                    <a:cubicBezTo>
                      <a:pt x="1705112" y="37457"/>
                      <a:pt x="2305310" y="380343"/>
                      <a:pt x="2282802" y="864522"/>
                    </a:cubicBezTo>
                    <a:cubicBezTo>
                      <a:pt x="2239360" y="1255371"/>
                      <a:pt x="1738639" y="1832163"/>
                      <a:pt x="1141401" y="1729044"/>
                    </a:cubicBezTo>
                    <a:cubicBezTo>
                      <a:pt x="570962" y="1646356"/>
                      <a:pt x="76884" y="1335657"/>
                      <a:pt x="0" y="864522"/>
                    </a:cubicBezTo>
                    <a:close/>
                  </a:path>
                </a:pathLst>
              </a:custGeom>
              <a:noFill/>
              <a:ln w="28575">
                <a:solidFill>
                  <a:schemeClr val="accent5"/>
                </a:solidFill>
                <a:prstDash val="dash"/>
                <a:extLst>
                  <a:ext uri="{C807C97D-BFC1-408E-A445-0C87EB9F89A2}">
                    <ask:lineSketchStyleProps xmlns:ask="http://schemas.microsoft.com/office/drawing/2018/sketchyshapes" sd="879248734">
                      <a:prstGeom prst="ellipse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85" name="Elipse 84">
                <a:extLst>
                  <a:ext uri="{FF2B5EF4-FFF2-40B4-BE49-F238E27FC236}">
                    <a16:creationId xmlns:a16="http://schemas.microsoft.com/office/drawing/2014/main" id="{7F694399-4B55-6F0E-F13C-DF5BC2B452D3}"/>
                  </a:ext>
                </a:extLst>
              </p:cNvPr>
              <p:cNvSpPr/>
              <p:nvPr/>
            </p:nvSpPr>
            <p:spPr>
              <a:xfrm rot="18855207">
                <a:off x="3378071" y="1607601"/>
                <a:ext cx="2219530" cy="1729043"/>
              </a:xfrm>
              <a:custGeom>
                <a:avLst/>
                <a:gdLst>
                  <a:gd name="connsiteX0" fmla="*/ 0 w 2219530"/>
                  <a:gd name="connsiteY0" fmla="*/ 864522 h 1729043"/>
                  <a:gd name="connsiteX1" fmla="*/ 1109765 w 2219530"/>
                  <a:gd name="connsiteY1" fmla="*/ 0 h 1729043"/>
                  <a:gd name="connsiteX2" fmla="*/ 2219530 w 2219530"/>
                  <a:gd name="connsiteY2" fmla="*/ 864522 h 1729043"/>
                  <a:gd name="connsiteX3" fmla="*/ 1109765 w 2219530"/>
                  <a:gd name="connsiteY3" fmla="*/ 1729044 h 1729043"/>
                  <a:gd name="connsiteX4" fmla="*/ 0 w 2219530"/>
                  <a:gd name="connsiteY4" fmla="*/ 864522 h 1729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19530" h="1729043" extrusionOk="0">
                    <a:moveTo>
                      <a:pt x="0" y="864522"/>
                    </a:moveTo>
                    <a:cubicBezTo>
                      <a:pt x="-10000" y="375301"/>
                      <a:pt x="573227" y="-27727"/>
                      <a:pt x="1109765" y="0"/>
                    </a:cubicBezTo>
                    <a:cubicBezTo>
                      <a:pt x="1656004" y="37457"/>
                      <a:pt x="2242038" y="380343"/>
                      <a:pt x="2219530" y="864522"/>
                    </a:cubicBezTo>
                    <a:cubicBezTo>
                      <a:pt x="2164850" y="1232967"/>
                      <a:pt x="1670484" y="1891430"/>
                      <a:pt x="1109765" y="1729044"/>
                    </a:cubicBezTo>
                    <a:cubicBezTo>
                      <a:pt x="556798" y="1646356"/>
                      <a:pt x="76884" y="1335657"/>
                      <a:pt x="0" y="864522"/>
                    </a:cubicBezTo>
                    <a:close/>
                  </a:path>
                </a:pathLst>
              </a:custGeom>
              <a:noFill/>
              <a:ln w="28575">
                <a:solidFill>
                  <a:schemeClr val="accent5"/>
                </a:solidFill>
                <a:prstDash val="dash"/>
                <a:extLst>
                  <a:ext uri="{C807C97D-BFC1-408E-A445-0C87EB9F89A2}">
                    <ask:lineSketchStyleProps xmlns:ask="http://schemas.microsoft.com/office/drawing/2018/sketchyshapes" sd="879248734">
                      <a:prstGeom prst="ellipse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86" name="Elipse 85">
                <a:extLst>
                  <a:ext uri="{FF2B5EF4-FFF2-40B4-BE49-F238E27FC236}">
                    <a16:creationId xmlns:a16="http://schemas.microsoft.com/office/drawing/2014/main" id="{7947DDD1-DD9B-1B2B-B0FF-EC5A1D29912E}"/>
                  </a:ext>
                </a:extLst>
              </p:cNvPr>
              <p:cNvSpPr/>
              <p:nvPr/>
            </p:nvSpPr>
            <p:spPr>
              <a:xfrm rot="13918819">
                <a:off x="2117823" y="2935632"/>
                <a:ext cx="2046613" cy="1120853"/>
              </a:xfrm>
              <a:custGeom>
                <a:avLst/>
                <a:gdLst>
                  <a:gd name="connsiteX0" fmla="*/ 0 w 2046613"/>
                  <a:gd name="connsiteY0" fmla="*/ 560427 h 1120853"/>
                  <a:gd name="connsiteX1" fmla="*/ 1023307 w 2046613"/>
                  <a:gd name="connsiteY1" fmla="*/ 0 h 1120853"/>
                  <a:gd name="connsiteX2" fmla="*/ 2046614 w 2046613"/>
                  <a:gd name="connsiteY2" fmla="*/ 560427 h 1120853"/>
                  <a:gd name="connsiteX3" fmla="*/ 1023307 w 2046613"/>
                  <a:gd name="connsiteY3" fmla="*/ 1120854 h 1120853"/>
                  <a:gd name="connsiteX4" fmla="*/ 0 w 2046613"/>
                  <a:gd name="connsiteY4" fmla="*/ 560427 h 1120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46613" h="1120853" extrusionOk="0">
                    <a:moveTo>
                      <a:pt x="0" y="560427"/>
                    </a:moveTo>
                    <a:cubicBezTo>
                      <a:pt x="-26235" y="220062"/>
                      <a:pt x="477537" y="-7039"/>
                      <a:pt x="1023307" y="0"/>
                    </a:cubicBezTo>
                    <a:cubicBezTo>
                      <a:pt x="1509424" y="44409"/>
                      <a:pt x="2099144" y="235237"/>
                      <a:pt x="2046614" y="560427"/>
                    </a:cubicBezTo>
                    <a:cubicBezTo>
                      <a:pt x="2041104" y="858956"/>
                      <a:pt x="1560895" y="1206639"/>
                      <a:pt x="1023307" y="1120854"/>
                    </a:cubicBezTo>
                    <a:cubicBezTo>
                      <a:pt x="470328" y="1104054"/>
                      <a:pt x="19929" y="868302"/>
                      <a:pt x="0" y="560427"/>
                    </a:cubicBezTo>
                    <a:close/>
                  </a:path>
                </a:pathLst>
              </a:custGeom>
              <a:noFill/>
              <a:ln w="28575">
                <a:solidFill>
                  <a:schemeClr val="accent5"/>
                </a:solidFill>
                <a:prstDash val="dash"/>
                <a:extLst>
                  <a:ext uri="{C807C97D-BFC1-408E-A445-0C87EB9F89A2}">
                    <ask:lineSketchStyleProps xmlns:ask="http://schemas.microsoft.com/office/drawing/2018/sketchyshapes" sd="879248734">
                      <a:prstGeom prst="ellipse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87" name="Elipse 86">
                <a:extLst>
                  <a:ext uri="{FF2B5EF4-FFF2-40B4-BE49-F238E27FC236}">
                    <a16:creationId xmlns:a16="http://schemas.microsoft.com/office/drawing/2014/main" id="{4D76C98A-ECC1-3993-86CB-22EE2520037F}"/>
                  </a:ext>
                </a:extLst>
              </p:cNvPr>
              <p:cNvSpPr/>
              <p:nvPr/>
            </p:nvSpPr>
            <p:spPr>
              <a:xfrm rot="2299607">
                <a:off x="5397383" y="1476118"/>
                <a:ext cx="766478" cy="816751"/>
              </a:xfrm>
              <a:custGeom>
                <a:avLst/>
                <a:gdLst>
                  <a:gd name="connsiteX0" fmla="*/ 0 w 766478"/>
                  <a:gd name="connsiteY0" fmla="*/ 408376 h 816751"/>
                  <a:gd name="connsiteX1" fmla="*/ 383239 w 766478"/>
                  <a:gd name="connsiteY1" fmla="*/ 0 h 816751"/>
                  <a:gd name="connsiteX2" fmla="*/ 766478 w 766478"/>
                  <a:gd name="connsiteY2" fmla="*/ 408376 h 816751"/>
                  <a:gd name="connsiteX3" fmla="*/ 383239 w 766478"/>
                  <a:gd name="connsiteY3" fmla="*/ 816752 h 816751"/>
                  <a:gd name="connsiteX4" fmla="*/ 0 w 766478"/>
                  <a:gd name="connsiteY4" fmla="*/ 408376 h 8167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6478" h="816751" extrusionOk="0">
                    <a:moveTo>
                      <a:pt x="0" y="408376"/>
                    </a:moveTo>
                    <a:cubicBezTo>
                      <a:pt x="-39356" y="136556"/>
                      <a:pt x="195861" y="-8815"/>
                      <a:pt x="383239" y="0"/>
                    </a:cubicBezTo>
                    <a:cubicBezTo>
                      <a:pt x="538322" y="31787"/>
                      <a:pt x="804804" y="171399"/>
                      <a:pt x="766478" y="408376"/>
                    </a:cubicBezTo>
                    <a:cubicBezTo>
                      <a:pt x="757687" y="616389"/>
                      <a:pt x="582029" y="856790"/>
                      <a:pt x="383239" y="816752"/>
                    </a:cubicBezTo>
                    <a:cubicBezTo>
                      <a:pt x="197611" y="780844"/>
                      <a:pt x="14337" y="632736"/>
                      <a:pt x="0" y="408376"/>
                    </a:cubicBezTo>
                    <a:close/>
                  </a:path>
                </a:pathLst>
              </a:custGeom>
              <a:noFill/>
              <a:ln w="28575">
                <a:solidFill>
                  <a:schemeClr val="accent2"/>
                </a:solidFill>
                <a:prstDash val="sysDot"/>
                <a:extLst>
                  <a:ext uri="{C807C97D-BFC1-408E-A445-0C87EB9F89A2}">
                    <ask:lineSketchStyleProps xmlns:ask="http://schemas.microsoft.com/office/drawing/2018/sketchyshapes" sd="879248734">
                      <a:prstGeom prst="ellipse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88" name="Elipse 87">
                <a:extLst>
                  <a:ext uri="{FF2B5EF4-FFF2-40B4-BE49-F238E27FC236}">
                    <a16:creationId xmlns:a16="http://schemas.microsoft.com/office/drawing/2014/main" id="{9AEEEE63-11D0-5840-7192-4D9867A9505D}"/>
                  </a:ext>
                </a:extLst>
              </p:cNvPr>
              <p:cNvSpPr/>
              <p:nvPr/>
            </p:nvSpPr>
            <p:spPr>
              <a:xfrm rot="2299607">
                <a:off x="6541647" y="2364721"/>
                <a:ext cx="766478" cy="816751"/>
              </a:xfrm>
              <a:custGeom>
                <a:avLst/>
                <a:gdLst>
                  <a:gd name="connsiteX0" fmla="*/ 0 w 766478"/>
                  <a:gd name="connsiteY0" fmla="*/ 408376 h 816751"/>
                  <a:gd name="connsiteX1" fmla="*/ 383239 w 766478"/>
                  <a:gd name="connsiteY1" fmla="*/ 0 h 816751"/>
                  <a:gd name="connsiteX2" fmla="*/ 766478 w 766478"/>
                  <a:gd name="connsiteY2" fmla="*/ 408376 h 816751"/>
                  <a:gd name="connsiteX3" fmla="*/ 383239 w 766478"/>
                  <a:gd name="connsiteY3" fmla="*/ 816752 h 816751"/>
                  <a:gd name="connsiteX4" fmla="*/ 0 w 766478"/>
                  <a:gd name="connsiteY4" fmla="*/ 408376 h 8167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6478" h="816751" extrusionOk="0">
                    <a:moveTo>
                      <a:pt x="0" y="408376"/>
                    </a:moveTo>
                    <a:cubicBezTo>
                      <a:pt x="-39356" y="136556"/>
                      <a:pt x="195861" y="-8815"/>
                      <a:pt x="383239" y="0"/>
                    </a:cubicBezTo>
                    <a:cubicBezTo>
                      <a:pt x="538322" y="31787"/>
                      <a:pt x="804804" y="171399"/>
                      <a:pt x="766478" y="408376"/>
                    </a:cubicBezTo>
                    <a:cubicBezTo>
                      <a:pt x="757687" y="616389"/>
                      <a:pt x="582029" y="856790"/>
                      <a:pt x="383239" y="816752"/>
                    </a:cubicBezTo>
                    <a:cubicBezTo>
                      <a:pt x="197611" y="780844"/>
                      <a:pt x="14337" y="632736"/>
                      <a:pt x="0" y="408376"/>
                    </a:cubicBezTo>
                    <a:close/>
                  </a:path>
                </a:pathLst>
              </a:custGeom>
              <a:noFill/>
              <a:ln w="28575">
                <a:solidFill>
                  <a:schemeClr val="accent2"/>
                </a:solidFill>
                <a:prstDash val="sysDot"/>
                <a:extLst>
                  <a:ext uri="{C807C97D-BFC1-408E-A445-0C87EB9F89A2}">
                    <ask:lineSketchStyleProps xmlns:ask="http://schemas.microsoft.com/office/drawing/2018/sketchyshapes" sd="879248734">
                      <a:prstGeom prst="ellipse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89" name="Elipse 88">
                <a:extLst>
                  <a:ext uri="{FF2B5EF4-FFF2-40B4-BE49-F238E27FC236}">
                    <a16:creationId xmlns:a16="http://schemas.microsoft.com/office/drawing/2014/main" id="{C57E1F93-97F3-3D7E-628F-55D22FE75E6B}"/>
                  </a:ext>
                </a:extLst>
              </p:cNvPr>
              <p:cNvSpPr/>
              <p:nvPr/>
            </p:nvSpPr>
            <p:spPr>
              <a:xfrm rot="2299607">
                <a:off x="7436839" y="2732851"/>
                <a:ext cx="1018098" cy="1072282"/>
              </a:xfrm>
              <a:custGeom>
                <a:avLst/>
                <a:gdLst>
                  <a:gd name="connsiteX0" fmla="*/ 0 w 1018098"/>
                  <a:gd name="connsiteY0" fmla="*/ 536141 h 1072282"/>
                  <a:gd name="connsiteX1" fmla="*/ 509049 w 1018098"/>
                  <a:gd name="connsiteY1" fmla="*/ 0 h 1072282"/>
                  <a:gd name="connsiteX2" fmla="*/ 1018098 w 1018098"/>
                  <a:gd name="connsiteY2" fmla="*/ 536141 h 1072282"/>
                  <a:gd name="connsiteX3" fmla="*/ 509049 w 1018098"/>
                  <a:gd name="connsiteY3" fmla="*/ 1072282 h 1072282"/>
                  <a:gd name="connsiteX4" fmla="*/ 0 w 1018098"/>
                  <a:gd name="connsiteY4" fmla="*/ 536141 h 1072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18098" h="1072282" extrusionOk="0">
                    <a:moveTo>
                      <a:pt x="0" y="536141"/>
                    </a:moveTo>
                    <a:cubicBezTo>
                      <a:pt x="-5397" y="233692"/>
                      <a:pt x="283259" y="-20096"/>
                      <a:pt x="509049" y="0"/>
                    </a:cubicBezTo>
                    <a:cubicBezTo>
                      <a:pt x="738903" y="28815"/>
                      <a:pt x="1071157" y="224206"/>
                      <a:pt x="1018098" y="536141"/>
                    </a:cubicBezTo>
                    <a:cubicBezTo>
                      <a:pt x="989248" y="774723"/>
                      <a:pt x="771668" y="1129913"/>
                      <a:pt x="509049" y="1072282"/>
                    </a:cubicBezTo>
                    <a:cubicBezTo>
                      <a:pt x="270145" y="1014016"/>
                      <a:pt x="23889" y="830277"/>
                      <a:pt x="0" y="536141"/>
                    </a:cubicBezTo>
                    <a:close/>
                  </a:path>
                </a:pathLst>
              </a:custGeom>
              <a:noFill/>
              <a:ln w="28575">
                <a:solidFill>
                  <a:schemeClr val="accent2"/>
                </a:solidFill>
                <a:prstDash val="sysDot"/>
                <a:extLst>
                  <a:ext uri="{C807C97D-BFC1-408E-A445-0C87EB9F89A2}">
                    <ask:lineSketchStyleProps xmlns:ask="http://schemas.microsoft.com/office/drawing/2018/sketchyshapes" sd="879248734">
                      <a:prstGeom prst="ellipse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90" name="Elipse 89">
                <a:extLst>
                  <a:ext uri="{FF2B5EF4-FFF2-40B4-BE49-F238E27FC236}">
                    <a16:creationId xmlns:a16="http://schemas.microsoft.com/office/drawing/2014/main" id="{A2E88BFD-3A26-EA3B-6BE8-358E6AFD700B}"/>
                  </a:ext>
                </a:extLst>
              </p:cNvPr>
              <p:cNvSpPr/>
              <p:nvPr/>
            </p:nvSpPr>
            <p:spPr>
              <a:xfrm rot="2299607">
                <a:off x="6791450" y="3279745"/>
                <a:ext cx="798661" cy="728772"/>
              </a:xfrm>
              <a:custGeom>
                <a:avLst/>
                <a:gdLst>
                  <a:gd name="connsiteX0" fmla="*/ 0 w 798661"/>
                  <a:gd name="connsiteY0" fmla="*/ 364386 h 728772"/>
                  <a:gd name="connsiteX1" fmla="*/ 399331 w 798661"/>
                  <a:gd name="connsiteY1" fmla="*/ 0 h 728772"/>
                  <a:gd name="connsiteX2" fmla="*/ 798662 w 798661"/>
                  <a:gd name="connsiteY2" fmla="*/ 364386 h 728772"/>
                  <a:gd name="connsiteX3" fmla="*/ 399331 w 798661"/>
                  <a:gd name="connsiteY3" fmla="*/ 728772 h 728772"/>
                  <a:gd name="connsiteX4" fmla="*/ 0 w 798661"/>
                  <a:gd name="connsiteY4" fmla="*/ 364386 h 728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8661" h="728772" extrusionOk="0">
                    <a:moveTo>
                      <a:pt x="0" y="364386"/>
                    </a:moveTo>
                    <a:cubicBezTo>
                      <a:pt x="-42515" y="113146"/>
                      <a:pt x="185124" y="-2301"/>
                      <a:pt x="399331" y="0"/>
                    </a:cubicBezTo>
                    <a:cubicBezTo>
                      <a:pt x="567847" y="29232"/>
                      <a:pt x="814837" y="158314"/>
                      <a:pt x="798662" y="364386"/>
                    </a:cubicBezTo>
                    <a:cubicBezTo>
                      <a:pt x="793202" y="554745"/>
                      <a:pt x="605848" y="772418"/>
                      <a:pt x="399331" y="728772"/>
                    </a:cubicBezTo>
                    <a:cubicBezTo>
                      <a:pt x="208616" y="687623"/>
                      <a:pt x="54663" y="561133"/>
                      <a:pt x="0" y="364386"/>
                    </a:cubicBezTo>
                    <a:close/>
                  </a:path>
                </a:pathLst>
              </a:custGeom>
              <a:noFill/>
              <a:ln w="28575">
                <a:solidFill>
                  <a:schemeClr val="accent2"/>
                </a:solidFill>
                <a:prstDash val="sysDot"/>
                <a:extLst>
                  <a:ext uri="{C807C97D-BFC1-408E-A445-0C87EB9F89A2}">
                    <ask:lineSketchStyleProps xmlns:ask="http://schemas.microsoft.com/office/drawing/2018/sketchyshapes" sd="879248734">
                      <a:prstGeom prst="ellipse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91" name="Elipse 90">
                <a:extLst>
                  <a:ext uri="{FF2B5EF4-FFF2-40B4-BE49-F238E27FC236}">
                    <a16:creationId xmlns:a16="http://schemas.microsoft.com/office/drawing/2014/main" id="{EF1C2999-F0EB-48C4-3B5A-CDC83B278DF8}"/>
                  </a:ext>
                </a:extLst>
              </p:cNvPr>
              <p:cNvSpPr/>
              <p:nvPr/>
            </p:nvSpPr>
            <p:spPr>
              <a:xfrm rot="2299607">
                <a:off x="3045408" y="2588912"/>
                <a:ext cx="1346358" cy="1040657"/>
              </a:xfrm>
              <a:custGeom>
                <a:avLst/>
                <a:gdLst>
                  <a:gd name="connsiteX0" fmla="*/ 0 w 1346358"/>
                  <a:gd name="connsiteY0" fmla="*/ 520329 h 1040657"/>
                  <a:gd name="connsiteX1" fmla="*/ 673179 w 1346358"/>
                  <a:gd name="connsiteY1" fmla="*/ 0 h 1040657"/>
                  <a:gd name="connsiteX2" fmla="*/ 1346358 w 1346358"/>
                  <a:gd name="connsiteY2" fmla="*/ 520329 h 1040657"/>
                  <a:gd name="connsiteX3" fmla="*/ 673179 w 1346358"/>
                  <a:gd name="connsiteY3" fmla="*/ 1040658 h 1040657"/>
                  <a:gd name="connsiteX4" fmla="*/ 0 w 1346358"/>
                  <a:gd name="connsiteY4" fmla="*/ 520329 h 1040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6358" h="1040657" extrusionOk="0">
                    <a:moveTo>
                      <a:pt x="0" y="520329"/>
                    </a:moveTo>
                    <a:cubicBezTo>
                      <a:pt x="-43193" y="182168"/>
                      <a:pt x="340787" y="-14303"/>
                      <a:pt x="673179" y="0"/>
                    </a:cubicBezTo>
                    <a:cubicBezTo>
                      <a:pt x="1011205" y="18968"/>
                      <a:pt x="1420581" y="210811"/>
                      <a:pt x="1346358" y="520329"/>
                    </a:cubicBezTo>
                    <a:cubicBezTo>
                      <a:pt x="1297342" y="709973"/>
                      <a:pt x="1014941" y="1134082"/>
                      <a:pt x="673179" y="1040658"/>
                    </a:cubicBezTo>
                    <a:cubicBezTo>
                      <a:pt x="322182" y="1011979"/>
                      <a:pt x="27705" y="805419"/>
                      <a:pt x="0" y="520329"/>
                    </a:cubicBezTo>
                    <a:close/>
                  </a:path>
                </a:pathLst>
              </a:custGeom>
              <a:noFill/>
              <a:ln w="28575">
                <a:solidFill>
                  <a:schemeClr val="accent2"/>
                </a:solidFill>
                <a:prstDash val="sysDot"/>
                <a:extLst>
                  <a:ext uri="{C807C97D-BFC1-408E-A445-0C87EB9F89A2}">
                    <ask:lineSketchStyleProps xmlns:ask="http://schemas.microsoft.com/office/drawing/2018/sketchyshapes" sd="879248734">
                      <a:prstGeom prst="ellipse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92" name="Elipse 91">
                <a:extLst>
                  <a:ext uri="{FF2B5EF4-FFF2-40B4-BE49-F238E27FC236}">
                    <a16:creationId xmlns:a16="http://schemas.microsoft.com/office/drawing/2014/main" id="{3422301C-D43C-71D2-4AA4-A5A7C05769F1}"/>
                  </a:ext>
                </a:extLst>
              </p:cNvPr>
              <p:cNvSpPr/>
              <p:nvPr/>
            </p:nvSpPr>
            <p:spPr>
              <a:xfrm rot="3785437">
                <a:off x="4150444" y="1714302"/>
                <a:ext cx="1613345" cy="1040657"/>
              </a:xfrm>
              <a:custGeom>
                <a:avLst/>
                <a:gdLst>
                  <a:gd name="connsiteX0" fmla="*/ 0 w 1613345"/>
                  <a:gd name="connsiteY0" fmla="*/ 520329 h 1040657"/>
                  <a:gd name="connsiteX1" fmla="*/ 806673 w 1613345"/>
                  <a:gd name="connsiteY1" fmla="*/ 0 h 1040657"/>
                  <a:gd name="connsiteX2" fmla="*/ 1613346 w 1613345"/>
                  <a:gd name="connsiteY2" fmla="*/ 520329 h 1040657"/>
                  <a:gd name="connsiteX3" fmla="*/ 806673 w 1613345"/>
                  <a:gd name="connsiteY3" fmla="*/ 1040658 h 1040657"/>
                  <a:gd name="connsiteX4" fmla="*/ 0 w 1613345"/>
                  <a:gd name="connsiteY4" fmla="*/ 520329 h 1040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3345" h="1040657" extrusionOk="0">
                    <a:moveTo>
                      <a:pt x="0" y="520329"/>
                    </a:moveTo>
                    <a:cubicBezTo>
                      <a:pt x="-5985" y="225921"/>
                      <a:pt x="399452" y="-13903"/>
                      <a:pt x="806673" y="0"/>
                    </a:cubicBezTo>
                    <a:cubicBezTo>
                      <a:pt x="1218426" y="18968"/>
                      <a:pt x="1687569" y="210811"/>
                      <a:pt x="1613346" y="520329"/>
                    </a:cubicBezTo>
                    <a:cubicBezTo>
                      <a:pt x="1593204" y="767541"/>
                      <a:pt x="1238123" y="1084418"/>
                      <a:pt x="806673" y="1040658"/>
                    </a:cubicBezTo>
                    <a:cubicBezTo>
                      <a:pt x="381949" y="1011979"/>
                      <a:pt x="27705" y="805419"/>
                      <a:pt x="0" y="520329"/>
                    </a:cubicBezTo>
                    <a:close/>
                  </a:path>
                </a:pathLst>
              </a:custGeom>
              <a:noFill/>
              <a:ln w="28575">
                <a:solidFill>
                  <a:schemeClr val="accent2"/>
                </a:solidFill>
                <a:prstDash val="sysDot"/>
                <a:extLst>
                  <a:ext uri="{C807C97D-BFC1-408E-A445-0C87EB9F89A2}">
                    <ask:lineSketchStyleProps xmlns:ask="http://schemas.microsoft.com/office/drawing/2018/sketchyshapes" sd="879248734">
                      <a:prstGeom prst="ellipse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93" name="Elipse 92">
                <a:extLst>
                  <a:ext uri="{FF2B5EF4-FFF2-40B4-BE49-F238E27FC236}">
                    <a16:creationId xmlns:a16="http://schemas.microsoft.com/office/drawing/2014/main" id="{BE716ADA-AA91-2CE3-C5C3-FA3ADF901474}"/>
                  </a:ext>
                </a:extLst>
              </p:cNvPr>
              <p:cNvSpPr/>
              <p:nvPr/>
            </p:nvSpPr>
            <p:spPr>
              <a:xfrm rot="3785437">
                <a:off x="2075507" y="3299442"/>
                <a:ext cx="1613345" cy="798826"/>
              </a:xfrm>
              <a:custGeom>
                <a:avLst/>
                <a:gdLst>
                  <a:gd name="connsiteX0" fmla="*/ 0 w 1613345"/>
                  <a:gd name="connsiteY0" fmla="*/ 399413 h 798826"/>
                  <a:gd name="connsiteX1" fmla="*/ 806673 w 1613345"/>
                  <a:gd name="connsiteY1" fmla="*/ 0 h 798826"/>
                  <a:gd name="connsiteX2" fmla="*/ 1613346 w 1613345"/>
                  <a:gd name="connsiteY2" fmla="*/ 399413 h 798826"/>
                  <a:gd name="connsiteX3" fmla="*/ 806673 w 1613345"/>
                  <a:gd name="connsiteY3" fmla="*/ 798826 h 798826"/>
                  <a:gd name="connsiteX4" fmla="*/ 0 w 1613345"/>
                  <a:gd name="connsiteY4" fmla="*/ 399413 h 798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3345" h="798826" extrusionOk="0">
                    <a:moveTo>
                      <a:pt x="0" y="399413"/>
                    </a:moveTo>
                    <a:cubicBezTo>
                      <a:pt x="-67002" y="100034"/>
                      <a:pt x="452930" y="-33319"/>
                      <a:pt x="806673" y="0"/>
                    </a:cubicBezTo>
                    <a:cubicBezTo>
                      <a:pt x="1194563" y="32376"/>
                      <a:pt x="1668621" y="162329"/>
                      <a:pt x="1613346" y="399413"/>
                    </a:cubicBezTo>
                    <a:cubicBezTo>
                      <a:pt x="1570842" y="535261"/>
                      <a:pt x="1217169" y="907786"/>
                      <a:pt x="806673" y="798826"/>
                    </a:cubicBezTo>
                    <a:cubicBezTo>
                      <a:pt x="374600" y="780286"/>
                      <a:pt x="49872" y="615899"/>
                      <a:pt x="0" y="399413"/>
                    </a:cubicBezTo>
                    <a:close/>
                  </a:path>
                </a:pathLst>
              </a:custGeom>
              <a:noFill/>
              <a:ln w="28575">
                <a:solidFill>
                  <a:schemeClr val="accent2"/>
                </a:solidFill>
                <a:prstDash val="sysDot"/>
                <a:extLst>
                  <a:ext uri="{C807C97D-BFC1-408E-A445-0C87EB9F89A2}">
                    <ask:lineSketchStyleProps xmlns:ask="http://schemas.microsoft.com/office/drawing/2018/sketchyshapes" sd="879248734">
                      <a:prstGeom prst="ellipse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94" name="Elipse 93">
                <a:extLst>
                  <a:ext uri="{FF2B5EF4-FFF2-40B4-BE49-F238E27FC236}">
                    <a16:creationId xmlns:a16="http://schemas.microsoft.com/office/drawing/2014/main" id="{8EEAFA3F-E3C6-9697-D6D1-2434C065AE43}"/>
                  </a:ext>
                </a:extLst>
              </p:cNvPr>
              <p:cNvSpPr/>
              <p:nvPr/>
            </p:nvSpPr>
            <p:spPr>
              <a:xfrm rot="2299607">
                <a:off x="5208760" y="3693728"/>
                <a:ext cx="1127178" cy="759792"/>
              </a:xfrm>
              <a:custGeom>
                <a:avLst/>
                <a:gdLst>
                  <a:gd name="connsiteX0" fmla="*/ 0 w 1127178"/>
                  <a:gd name="connsiteY0" fmla="*/ 379896 h 759792"/>
                  <a:gd name="connsiteX1" fmla="*/ 563589 w 1127178"/>
                  <a:gd name="connsiteY1" fmla="*/ 0 h 759792"/>
                  <a:gd name="connsiteX2" fmla="*/ 1127178 w 1127178"/>
                  <a:gd name="connsiteY2" fmla="*/ 379896 h 759792"/>
                  <a:gd name="connsiteX3" fmla="*/ 563589 w 1127178"/>
                  <a:gd name="connsiteY3" fmla="*/ 759792 h 759792"/>
                  <a:gd name="connsiteX4" fmla="*/ 0 w 1127178"/>
                  <a:gd name="connsiteY4" fmla="*/ 379896 h 759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27178" h="759792" extrusionOk="0">
                    <a:moveTo>
                      <a:pt x="0" y="379896"/>
                    </a:moveTo>
                    <a:cubicBezTo>
                      <a:pt x="-34887" y="129060"/>
                      <a:pt x="259324" y="-2540"/>
                      <a:pt x="563589" y="0"/>
                    </a:cubicBezTo>
                    <a:cubicBezTo>
                      <a:pt x="849674" y="14146"/>
                      <a:pt x="1144481" y="164922"/>
                      <a:pt x="1127178" y="379896"/>
                    </a:cubicBezTo>
                    <a:cubicBezTo>
                      <a:pt x="1122757" y="580892"/>
                      <a:pt x="849746" y="837910"/>
                      <a:pt x="563589" y="759792"/>
                    </a:cubicBezTo>
                    <a:cubicBezTo>
                      <a:pt x="270605" y="734577"/>
                      <a:pt x="47847" y="585770"/>
                      <a:pt x="0" y="379896"/>
                    </a:cubicBezTo>
                    <a:close/>
                  </a:path>
                </a:pathLst>
              </a:custGeom>
              <a:noFill/>
              <a:ln w="28575">
                <a:solidFill>
                  <a:schemeClr val="accent2"/>
                </a:solidFill>
                <a:prstDash val="sysDot"/>
                <a:extLst>
                  <a:ext uri="{C807C97D-BFC1-408E-A445-0C87EB9F89A2}">
                    <ask:lineSketchStyleProps xmlns:ask="http://schemas.microsoft.com/office/drawing/2018/sketchyshapes" sd="879248734">
                      <a:prstGeom prst="ellipse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95" name="Elipse 94">
                <a:extLst>
                  <a:ext uri="{FF2B5EF4-FFF2-40B4-BE49-F238E27FC236}">
                    <a16:creationId xmlns:a16="http://schemas.microsoft.com/office/drawing/2014/main" id="{55A85D91-EF4D-5B5F-161D-E2DF897A3209}"/>
                  </a:ext>
                </a:extLst>
              </p:cNvPr>
              <p:cNvSpPr/>
              <p:nvPr/>
            </p:nvSpPr>
            <p:spPr>
              <a:xfrm rot="2299607">
                <a:off x="4371369" y="4133014"/>
                <a:ext cx="1484540" cy="1025094"/>
              </a:xfrm>
              <a:custGeom>
                <a:avLst/>
                <a:gdLst>
                  <a:gd name="connsiteX0" fmla="*/ 0 w 1484540"/>
                  <a:gd name="connsiteY0" fmla="*/ 512547 h 1025094"/>
                  <a:gd name="connsiteX1" fmla="*/ 742270 w 1484540"/>
                  <a:gd name="connsiteY1" fmla="*/ 0 h 1025094"/>
                  <a:gd name="connsiteX2" fmla="*/ 1484540 w 1484540"/>
                  <a:gd name="connsiteY2" fmla="*/ 512547 h 1025094"/>
                  <a:gd name="connsiteX3" fmla="*/ 742270 w 1484540"/>
                  <a:gd name="connsiteY3" fmla="*/ 1025094 h 1025094"/>
                  <a:gd name="connsiteX4" fmla="*/ 0 w 1484540"/>
                  <a:gd name="connsiteY4" fmla="*/ 512547 h 10250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84540" h="1025094" extrusionOk="0">
                    <a:moveTo>
                      <a:pt x="0" y="512547"/>
                    </a:moveTo>
                    <a:cubicBezTo>
                      <a:pt x="-71309" y="145620"/>
                      <a:pt x="369076" y="-13343"/>
                      <a:pt x="742270" y="0"/>
                    </a:cubicBezTo>
                    <a:cubicBezTo>
                      <a:pt x="1121360" y="17335"/>
                      <a:pt x="1518092" y="219463"/>
                      <a:pt x="1484540" y="512547"/>
                    </a:cubicBezTo>
                    <a:cubicBezTo>
                      <a:pt x="1438647" y="704121"/>
                      <a:pt x="1137107" y="1072100"/>
                      <a:pt x="742270" y="1025094"/>
                    </a:cubicBezTo>
                    <a:cubicBezTo>
                      <a:pt x="338286" y="1016872"/>
                      <a:pt x="42662" y="792108"/>
                      <a:pt x="0" y="512547"/>
                    </a:cubicBezTo>
                    <a:close/>
                  </a:path>
                </a:pathLst>
              </a:custGeom>
              <a:noFill/>
              <a:ln w="28575">
                <a:solidFill>
                  <a:schemeClr val="accent2"/>
                </a:solidFill>
                <a:prstDash val="sysDot"/>
                <a:extLst>
                  <a:ext uri="{C807C97D-BFC1-408E-A445-0C87EB9F89A2}">
                    <ask:lineSketchStyleProps xmlns:ask="http://schemas.microsoft.com/office/drawing/2018/sketchyshapes" sd="879248734">
                      <a:prstGeom prst="ellipse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01" name="Elipse 100">
                <a:extLst>
                  <a:ext uri="{FF2B5EF4-FFF2-40B4-BE49-F238E27FC236}">
                    <a16:creationId xmlns:a16="http://schemas.microsoft.com/office/drawing/2014/main" id="{229854D1-7EB9-D0DD-32B9-4834321657DD}"/>
                  </a:ext>
                </a:extLst>
              </p:cNvPr>
              <p:cNvSpPr/>
              <p:nvPr/>
            </p:nvSpPr>
            <p:spPr>
              <a:xfrm>
                <a:off x="2069338" y="918767"/>
                <a:ext cx="6806326" cy="4671293"/>
              </a:xfrm>
              <a:prstGeom prst="ellipse">
                <a:avLst/>
              </a:prstGeom>
              <a:noFill/>
              <a:ln w="28575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</p:grpSp>
      <p:sp>
        <p:nvSpPr>
          <p:cNvPr id="102" name="Elipse 101">
            <a:extLst>
              <a:ext uri="{FF2B5EF4-FFF2-40B4-BE49-F238E27FC236}">
                <a16:creationId xmlns:a16="http://schemas.microsoft.com/office/drawing/2014/main" id="{4F0616BC-6043-4291-888A-13BE1A1A63C4}"/>
              </a:ext>
            </a:extLst>
          </p:cNvPr>
          <p:cNvSpPr/>
          <p:nvPr/>
        </p:nvSpPr>
        <p:spPr>
          <a:xfrm>
            <a:off x="7842903" y="4383505"/>
            <a:ext cx="159830" cy="182145"/>
          </a:xfrm>
          <a:prstGeom prst="ellipse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5D4E1E54-CF14-DB90-533F-A7F805562D06}"/>
              </a:ext>
            </a:extLst>
          </p:cNvPr>
          <p:cNvSpPr txBox="1"/>
          <p:nvPr/>
        </p:nvSpPr>
        <p:spPr>
          <a:xfrm>
            <a:off x="8052356" y="4281470"/>
            <a:ext cx="3163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>
                <a:solidFill>
                  <a:srgbClr val="001A0C"/>
                </a:solidFill>
              </a:rPr>
              <a:t>SIN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3BECF0A-F636-9A88-B8C9-496EEA2BD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1335" y="151342"/>
            <a:ext cx="1156021" cy="95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933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82" grpId="0" animBg="1"/>
      <p:bldP spid="96" grpId="0" animBg="1"/>
      <p:bldP spid="97" grpId="0"/>
      <p:bldP spid="98" grpId="0"/>
      <p:bldP spid="99" grpId="0"/>
      <p:bldP spid="100" grpId="0"/>
      <p:bldP spid="102" grpId="0" animBg="1"/>
      <p:bldP spid="10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6">
            <a:extLst>
              <a:ext uri="{FF2B5EF4-FFF2-40B4-BE49-F238E27FC236}">
                <a16:creationId xmlns:a16="http://schemas.microsoft.com/office/drawing/2014/main" id="{00EA6C32-5DE9-59D4-698B-AF812F292AA9}"/>
              </a:ext>
            </a:extLst>
          </p:cNvPr>
          <p:cNvSpPr txBox="1">
            <a:spLocks/>
          </p:cNvSpPr>
          <p:nvPr/>
        </p:nvSpPr>
        <p:spPr>
          <a:xfrm>
            <a:off x="1377566" y="226596"/>
            <a:ext cx="9639300" cy="9511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3200" b="1" dirty="0">
                <a:latin typeface="Arial Rounded MT Bold" panose="020F0704030504030204" pitchFamily="34" charset="77"/>
                <a:cs typeface="Arial" panose="020B0604020202020204" pitchFamily="34" charset="0"/>
              </a:rPr>
              <a:t>FLUJO DE DEMANDA EN EL CND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B027EE12-DC81-E266-F95E-BACBF818645A}"/>
              </a:ext>
            </a:extLst>
          </p:cNvPr>
          <p:cNvSpPr/>
          <p:nvPr/>
        </p:nvSpPr>
        <p:spPr>
          <a:xfrm>
            <a:off x="2063651" y="3762103"/>
            <a:ext cx="2063932" cy="103632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accent1"/>
                </a:solidFill>
              </a:rPr>
              <a:t>Demandas Operativas</a:t>
            </a:r>
            <a:endParaRPr lang="es-CO" dirty="0">
              <a:solidFill>
                <a:schemeClr val="accent1"/>
              </a:solidFill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CA27ADDC-5DF7-F7A1-6627-E4ECD9A4D83B}"/>
              </a:ext>
            </a:extLst>
          </p:cNvPr>
          <p:cNvSpPr/>
          <p:nvPr/>
        </p:nvSpPr>
        <p:spPr>
          <a:xfrm>
            <a:off x="5028920" y="3766203"/>
            <a:ext cx="2063932" cy="103632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accent1"/>
                </a:solidFill>
              </a:rPr>
              <a:t>Despacho Económico</a:t>
            </a:r>
            <a:endParaRPr lang="es-CO" dirty="0">
              <a:solidFill>
                <a:schemeClr val="accent1"/>
              </a:solidFill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35179D5B-DCA2-135C-0FEA-F6F3444AB5D5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127583" y="4280263"/>
            <a:ext cx="901337" cy="41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12F9343F-524D-D506-0DD5-718E35EF696A}"/>
              </a:ext>
            </a:extLst>
          </p:cNvPr>
          <p:cNvSpPr txBox="1"/>
          <p:nvPr/>
        </p:nvSpPr>
        <p:spPr>
          <a:xfrm>
            <a:off x="3771859" y="3331441"/>
            <a:ext cx="1579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1400" dirty="0"/>
              <a:t>Pronóstico Oficial</a:t>
            </a:r>
          </a:p>
          <a:p>
            <a:pPr algn="ctr"/>
            <a:r>
              <a:rPr lang="es-MX" sz="1400" dirty="0"/>
              <a:t>Viernes S -1</a:t>
            </a:r>
            <a:endParaRPr lang="es-CO" sz="1400" dirty="0"/>
          </a:p>
        </p:txBody>
      </p:sp>
      <p:cxnSp>
        <p:nvCxnSpPr>
          <p:cNvPr id="10" name="Conector: angular 9">
            <a:extLst>
              <a:ext uri="{FF2B5EF4-FFF2-40B4-BE49-F238E27FC236}">
                <a16:creationId xmlns:a16="http://schemas.microsoft.com/office/drawing/2014/main" id="{302E481C-5098-EEDF-F90F-2CC1BBB1853C}"/>
              </a:ext>
            </a:extLst>
          </p:cNvPr>
          <p:cNvCxnSpPr>
            <a:stCxn id="5" idx="2"/>
            <a:endCxn id="4" idx="2"/>
          </p:cNvCxnSpPr>
          <p:nvPr/>
        </p:nvCxnSpPr>
        <p:spPr>
          <a:xfrm rot="5400000" flipH="1">
            <a:off x="4576202" y="3317839"/>
            <a:ext cx="4100" cy="2965269"/>
          </a:xfrm>
          <a:prstGeom prst="bentConnector3">
            <a:avLst>
              <a:gd name="adj1" fmla="val -16620634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2CFAA50-E630-CE0E-E993-6C61B3932677}"/>
              </a:ext>
            </a:extLst>
          </p:cNvPr>
          <p:cNvSpPr txBox="1"/>
          <p:nvPr/>
        </p:nvSpPr>
        <p:spPr>
          <a:xfrm>
            <a:off x="3161841" y="5577233"/>
            <a:ext cx="2832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1400" dirty="0"/>
              <a:t>Actualización de Demanda Diaria</a:t>
            </a:r>
          </a:p>
          <a:p>
            <a:pPr algn="ctr"/>
            <a:r>
              <a:rPr lang="es-MX" sz="1400" dirty="0"/>
              <a:t>+ Afectaciones</a:t>
            </a:r>
            <a:endParaRPr lang="es-CO" sz="1400" dirty="0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E848CF1B-D809-2087-9D34-6C2820B89B01}"/>
              </a:ext>
            </a:extLst>
          </p:cNvPr>
          <p:cNvSpPr/>
          <p:nvPr/>
        </p:nvSpPr>
        <p:spPr>
          <a:xfrm>
            <a:off x="8316406" y="3762103"/>
            <a:ext cx="2063932" cy="103632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accent1"/>
                </a:solidFill>
              </a:rPr>
              <a:t>Operación en Tiempo Real</a:t>
            </a:r>
            <a:endParaRPr lang="es-CO" dirty="0">
              <a:solidFill>
                <a:schemeClr val="accent1"/>
              </a:solidFill>
            </a:endParaRPr>
          </a:p>
        </p:txBody>
      </p:sp>
      <p:cxnSp>
        <p:nvCxnSpPr>
          <p:cNvPr id="17" name="Conector: angular 16">
            <a:extLst>
              <a:ext uri="{FF2B5EF4-FFF2-40B4-BE49-F238E27FC236}">
                <a16:creationId xmlns:a16="http://schemas.microsoft.com/office/drawing/2014/main" id="{A0AA1BD3-60B9-00BD-8665-037D66FEB837}"/>
              </a:ext>
            </a:extLst>
          </p:cNvPr>
          <p:cNvCxnSpPr>
            <a:stCxn id="5" idx="3"/>
            <a:endCxn id="15" idx="1"/>
          </p:cNvCxnSpPr>
          <p:nvPr/>
        </p:nvCxnSpPr>
        <p:spPr>
          <a:xfrm flipV="1">
            <a:off x="7092852" y="4280263"/>
            <a:ext cx="1223554" cy="4100"/>
          </a:xfrm>
          <a:prstGeom prst="bentConnector3">
            <a:avLst>
              <a:gd name="adj1" fmla="val 52136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B8767C66-48D8-7B77-63FE-C89648BF473D}"/>
              </a:ext>
            </a:extLst>
          </p:cNvPr>
          <p:cNvSpPr/>
          <p:nvPr/>
        </p:nvSpPr>
        <p:spPr>
          <a:xfrm>
            <a:off x="8325112" y="5496054"/>
            <a:ext cx="2063932" cy="103632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accent1"/>
                </a:solidFill>
              </a:rPr>
              <a:t>Cálculo de Perdidas</a:t>
            </a:r>
            <a:endParaRPr lang="es-CO" dirty="0">
              <a:solidFill>
                <a:schemeClr val="accent1"/>
              </a:solidFill>
            </a:endParaRP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2A6C64A6-7321-4E48-019F-1607B2E64659}"/>
              </a:ext>
            </a:extLst>
          </p:cNvPr>
          <p:cNvCxnSpPr>
            <a:cxnSpLocks/>
          </p:cNvCxnSpPr>
          <p:nvPr/>
        </p:nvCxnSpPr>
        <p:spPr>
          <a:xfrm>
            <a:off x="9348372" y="4802524"/>
            <a:ext cx="0" cy="6935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BF8D6FD8-718C-E341-F4FD-84B67D01578D}"/>
              </a:ext>
            </a:extLst>
          </p:cNvPr>
          <p:cNvSpPr/>
          <p:nvPr/>
        </p:nvSpPr>
        <p:spPr>
          <a:xfrm>
            <a:off x="8584478" y="1099413"/>
            <a:ext cx="2063932" cy="103632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accent1"/>
                </a:solidFill>
              </a:rPr>
              <a:t>Planeación Operación</a:t>
            </a:r>
            <a:endParaRPr lang="es-CO" dirty="0">
              <a:solidFill>
                <a:schemeClr val="accent1"/>
              </a:solidFill>
            </a:endParaRPr>
          </a:p>
        </p:txBody>
      </p:sp>
      <p:cxnSp>
        <p:nvCxnSpPr>
          <p:cNvPr id="28" name="Conector: angular 27">
            <a:extLst>
              <a:ext uri="{FF2B5EF4-FFF2-40B4-BE49-F238E27FC236}">
                <a16:creationId xmlns:a16="http://schemas.microsoft.com/office/drawing/2014/main" id="{90B058E8-5FC9-C65A-8901-37F3B5842C2B}"/>
              </a:ext>
            </a:extLst>
          </p:cNvPr>
          <p:cNvCxnSpPr>
            <a:stCxn id="4" idx="0"/>
            <a:endCxn id="26" idx="1"/>
          </p:cNvCxnSpPr>
          <p:nvPr/>
        </p:nvCxnSpPr>
        <p:spPr>
          <a:xfrm rot="5400000" flipH="1" flipV="1">
            <a:off x="4767782" y="-54592"/>
            <a:ext cx="2144530" cy="5488861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5DCBACC-4A64-050A-8BF5-C47E0E4AD3BA}"/>
              </a:ext>
            </a:extLst>
          </p:cNvPr>
          <p:cNvSpPr txBox="1"/>
          <p:nvPr/>
        </p:nvSpPr>
        <p:spPr>
          <a:xfrm>
            <a:off x="4522450" y="1041886"/>
            <a:ext cx="28536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1400" dirty="0"/>
              <a:t>Desagregación Pronostico </a:t>
            </a:r>
            <a:r>
              <a:rPr lang="es-MX" sz="1400" dirty="0" err="1"/>
              <a:t>UPME</a:t>
            </a:r>
            <a:endParaRPr lang="es-MX" sz="1400" dirty="0"/>
          </a:p>
          <a:p>
            <a:pPr algn="ctr"/>
            <a:r>
              <a:rPr lang="es-MX" sz="1400" dirty="0"/>
              <a:t>Diario y por Barras</a:t>
            </a:r>
            <a:endParaRPr lang="es-CO" sz="1400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2C1A3E3-BE81-8F7D-50A5-394F747C6D6A}"/>
              </a:ext>
            </a:extLst>
          </p:cNvPr>
          <p:cNvSpPr txBox="1"/>
          <p:nvPr/>
        </p:nvSpPr>
        <p:spPr>
          <a:xfrm>
            <a:off x="6914990" y="3367638"/>
            <a:ext cx="1579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1400" dirty="0"/>
              <a:t>Pronostico Oficial</a:t>
            </a:r>
          </a:p>
          <a:p>
            <a:pPr algn="ctr"/>
            <a:r>
              <a:rPr lang="es-MX" sz="1400" dirty="0"/>
              <a:t>Afectado</a:t>
            </a:r>
            <a:endParaRPr lang="es-CO" sz="1400" dirty="0"/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D85A940F-52EC-9DFC-A8CF-BB0B2B76C7F9}"/>
              </a:ext>
            </a:extLst>
          </p:cNvPr>
          <p:cNvSpPr/>
          <p:nvPr/>
        </p:nvSpPr>
        <p:spPr>
          <a:xfrm>
            <a:off x="5028920" y="1929286"/>
            <a:ext cx="2063932" cy="103632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accent1"/>
                </a:solidFill>
              </a:rPr>
              <a:t>Mantenimientos</a:t>
            </a:r>
            <a:endParaRPr lang="es-CO" dirty="0">
              <a:solidFill>
                <a:schemeClr val="accent1"/>
              </a:solidFill>
            </a:endParaRPr>
          </a:p>
        </p:txBody>
      </p:sp>
      <p:cxnSp>
        <p:nvCxnSpPr>
          <p:cNvPr id="36" name="Conector: angular 35">
            <a:extLst>
              <a:ext uri="{FF2B5EF4-FFF2-40B4-BE49-F238E27FC236}">
                <a16:creationId xmlns:a16="http://schemas.microsoft.com/office/drawing/2014/main" id="{852DCC4F-1220-6E0A-F4F4-FF170C534234}"/>
              </a:ext>
            </a:extLst>
          </p:cNvPr>
          <p:cNvCxnSpPr>
            <a:cxnSpLocks/>
            <a:stCxn id="4" idx="0"/>
            <a:endCxn id="34" idx="1"/>
          </p:cNvCxnSpPr>
          <p:nvPr/>
        </p:nvCxnSpPr>
        <p:spPr>
          <a:xfrm rot="5400000" flipH="1" flipV="1">
            <a:off x="3404940" y="2138124"/>
            <a:ext cx="1314657" cy="1933303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F159582D-8A27-4232-9F17-B3BC74A15F02}"/>
              </a:ext>
            </a:extLst>
          </p:cNvPr>
          <p:cNvSpPr txBox="1"/>
          <p:nvPr/>
        </p:nvSpPr>
        <p:spPr>
          <a:xfrm>
            <a:off x="3271330" y="2113435"/>
            <a:ext cx="1470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1400" dirty="0"/>
              <a:t>Pronóstico CND</a:t>
            </a:r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12AC7AB4-9FCE-C2D7-2D83-21DCB93507E8}"/>
              </a:ext>
            </a:extLst>
          </p:cNvPr>
          <p:cNvCxnSpPr>
            <a:cxnSpLocks/>
            <a:stCxn id="34" idx="2"/>
            <a:endCxn id="5" idx="0"/>
          </p:cNvCxnSpPr>
          <p:nvPr/>
        </p:nvCxnSpPr>
        <p:spPr>
          <a:xfrm>
            <a:off x="6060886" y="2965606"/>
            <a:ext cx="0" cy="80059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1446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Marcador de texto 6">
            <a:extLst>
              <a:ext uri="{FF2B5EF4-FFF2-40B4-BE49-F238E27FC236}">
                <a16:creationId xmlns:a16="http://schemas.microsoft.com/office/drawing/2014/main" id="{78DCBBD4-A8E5-7F96-4DFC-D09A04DBBEDE}"/>
              </a:ext>
            </a:extLst>
          </p:cNvPr>
          <p:cNvSpPr txBox="1">
            <a:spLocks/>
          </p:cNvSpPr>
          <p:nvPr/>
        </p:nvSpPr>
        <p:spPr>
          <a:xfrm>
            <a:off x="1803447" y="195409"/>
            <a:ext cx="9639300" cy="9511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3200" b="1" dirty="0">
                <a:latin typeface="Arial Rounded MT Bold" panose="020F0704030504030204" pitchFamily="34" charset="77"/>
                <a:cs typeface="Arial" panose="020B0604020202020204" pitchFamily="34" charset="0"/>
              </a:rPr>
              <a:t>3. </a:t>
            </a:r>
            <a:r>
              <a:rPr lang="es-MX" sz="3200" b="1" dirty="0">
                <a:latin typeface="Arial Rounded MT Bold" panose="020F0704030504030204" pitchFamily="34" charset="77"/>
                <a:cs typeface="Arial" panose="020B0604020202020204" pitchFamily="34" charset="0"/>
              </a:rPr>
              <a:t>Reporte de DNA y Potencia máxima</a:t>
            </a:r>
          </a:p>
          <a:p>
            <a:pPr marL="0" indent="0" algn="ctr">
              <a:buNone/>
            </a:pPr>
            <a:endParaRPr lang="es-CO" sz="3200" b="1" dirty="0">
              <a:latin typeface="Arial Rounded MT Bold" panose="020F0704030504030204" pitchFamily="34" charset="77"/>
              <a:cs typeface="Arial" panose="020B0604020202020204" pitchFamily="34" charset="0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DD2D682F-83F4-CAAE-C925-22BC04505DCA}"/>
              </a:ext>
            </a:extLst>
          </p:cNvPr>
          <p:cNvGrpSpPr/>
          <p:nvPr/>
        </p:nvGrpSpPr>
        <p:grpSpPr>
          <a:xfrm>
            <a:off x="1803447" y="1593616"/>
            <a:ext cx="7775055" cy="4694645"/>
            <a:chOff x="3290278" y="2127308"/>
            <a:chExt cx="3393582" cy="2230146"/>
          </a:xfrm>
        </p:grpSpPr>
        <p:cxnSp>
          <p:nvCxnSpPr>
            <p:cNvPr id="3" name="Conector recto 2">
              <a:extLst>
                <a:ext uri="{FF2B5EF4-FFF2-40B4-BE49-F238E27FC236}">
                  <a16:creationId xmlns:a16="http://schemas.microsoft.com/office/drawing/2014/main" id="{1ACD5E75-DAF2-16F5-18A7-1F460C8DDA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1026" y="2586665"/>
              <a:ext cx="0" cy="660633"/>
            </a:xfrm>
            <a:prstGeom prst="line">
              <a:avLst/>
            </a:prstGeom>
            <a:solidFill>
              <a:schemeClr val="accent5"/>
            </a:solidFill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C6441C22-16FA-B412-9571-A7846C38A804}"/>
                </a:ext>
              </a:extLst>
            </p:cNvPr>
            <p:cNvSpPr/>
            <p:nvPr/>
          </p:nvSpPr>
          <p:spPr>
            <a:xfrm>
              <a:off x="5929170" y="2459225"/>
              <a:ext cx="155073" cy="154040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B2D261A0-6246-4AA9-3816-0D610C246D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5901" y="2749417"/>
              <a:ext cx="0" cy="418819"/>
            </a:xfrm>
            <a:prstGeom prst="line">
              <a:avLst/>
            </a:prstGeom>
            <a:ln w="57150">
              <a:solidFill>
                <a:srgbClr val="45199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Arco 5">
              <a:extLst>
                <a:ext uri="{FF2B5EF4-FFF2-40B4-BE49-F238E27FC236}">
                  <a16:creationId xmlns:a16="http://schemas.microsoft.com/office/drawing/2014/main" id="{8F1AE34D-F963-7B23-AF25-55D425D577C6}"/>
                </a:ext>
              </a:extLst>
            </p:cNvPr>
            <p:cNvSpPr/>
            <p:nvPr/>
          </p:nvSpPr>
          <p:spPr>
            <a:xfrm rot="10800000">
              <a:off x="3852183" y="2894543"/>
              <a:ext cx="514469" cy="700568"/>
            </a:xfrm>
            <a:prstGeom prst="arc">
              <a:avLst>
                <a:gd name="adj1" fmla="val 16200000"/>
                <a:gd name="adj2" fmla="val 18134664"/>
              </a:avLst>
            </a:prstGeom>
            <a:noFill/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8E53ADA3-2C0D-1E37-9E6F-7C6C1CE0D9E8}"/>
                </a:ext>
              </a:extLst>
            </p:cNvPr>
            <p:cNvCxnSpPr>
              <a:cxnSpLocks/>
              <a:stCxn id="31" idx="2"/>
              <a:endCxn id="6" idx="0"/>
            </p:cNvCxnSpPr>
            <p:nvPr/>
          </p:nvCxnSpPr>
          <p:spPr>
            <a:xfrm flipH="1" flipV="1">
              <a:off x="4109418" y="3595111"/>
              <a:ext cx="270368" cy="1280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757CD53E-36A7-2769-3D62-548294143C94}"/>
                </a:ext>
              </a:extLst>
            </p:cNvPr>
            <p:cNvSpPr/>
            <p:nvPr/>
          </p:nvSpPr>
          <p:spPr>
            <a:xfrm>
              <a:off x="4025057" y="3037978"/>
              <a:ext cx="482364" cy="526224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2000" b="1" dirty="0"/>
                <a:t>D</a:t>
              </a:r>
              <a:endParaRPr lang="es-CO" b="1" dirty="0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CEAD8EAB-1825-A5E9-25C1-011D62C8B732}"/>
                </a:ext>
              </a:extLst>
            </p:cNvPr>
            <p:cNvSpPr/>
            <p:nvPr/>
          </p:nvSpPr>
          <p:spPr>
            <a:xfrm>
              <a:off x="4591013" y="3005890"/>
              <a:ext cx="537270" cy="569394"/>
            </a:xfrm>
            <a:prstGeom prst="ellipse">
              <a:avLst/>
            </a:prstGeom>
            <a:solidFill>
              <a:srgbClr val="4400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2000" b="1" dirty="0"/>
                <a:t>D+1</a:t>
              </a:r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261540FF-2EAB-9D0B-9812-533CE48C4ACA}"/>
                </a:ext>
              </a:extLst>
            </p:cNvPr>
            <p:cNvSpPr/>
            <p:nvPr/>
          </p:nvSpPr>
          <p:spPr>
            <a:xfrm>
              <a:off x="5172834" y="3002687"/>
              <a:ext cx="504591" cy="566875"/>
            </a:xfrm>
            <a:prstGeom prst="ellipse">
              <a:avLst/>
            </a:prstGeom>
            <a:solidFill>
              <a:srgbClr val="FD6B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b="1" dirty="0"/>
                <a:t>D + 2</a:t>
              </a: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9704C826-0ECE-8523-FAD5-4620F7D89892}"/>
                </a:ext>
              </a:extLst>
            </p:cNvPr>
            <p:cNvSpPr/>
            <p:nvPr/>
          </p:nvSpPr>
          <p:spPr>
            <a:xfrm>
              <a:off x="5742391" y="3001427"/>
              <a:ext cx="537270" cy="569394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b="1" dirty="0"/>
                <a:t>D+3</a:t>
              </a:r>
            </a:p>
          </p:txBody>
        </p: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4AF96B49-8F5D-E64B-E390-BF1EE7B9C0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0604" y="2466508"/>
              <a:ext cx="0" cy="660633"/>
            </a:xfrm>
            <a:prstGeom prst="line">
              <a:avLst/>
            </a:prstGeom>
            <a:solidFill>
              <a:schemeClr val="accent4"/>
            </a:solidFill>
            <a:ln w="571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204B31D4-58EB-DC29-D244-D6DB0EE55284}"/>
                </a:ext>
              </a:extLst>
            </p:cNvPr>
            <p:cNvSpPr/>
            <p:nvPr/>
          </p:nvSpPr>
          <p:spPr>
            <a:xfrm>
              <a:off x="4178747" y="2385008"/>
              <a:ext cx="155073" cy="15404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3" name="23 CuadroTexto">
              <a:extLst>
                <a:ext uri="{FF2B5EF4-FFF2-40B4-BE49-F238E27FC236}">
                  <a16:creationId xmlns:a16="http://schemas.microsoft.com/office/drawing/2014/main" id="{948A2DDE-8E6D-2330-407F-A7E7DB563A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6736" y="2127308"/>
              <a:ext cx="1339005" cy="38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s-MX" sz="1400" dirty="0">
                  <a:solidFill>
                    <a:srgbClr val="001A0C"/>
                  </a:solidFill>
                </a:rPr>
                <a:t>Reporte DNA durante la operación</a:t>
              </a:r>
              <a:endParaRPr lang="es-CO" sz="1400" dirty="0">
                <a:solidFill>
                  <a:srgbClr val="001A0C"/>
                </a:solidFill>
              </a:endParaRPr>
            </a:p>
          </p:txBody>
        </p:sp>
        <p:sp>
          <p:nvSpPr>
            <p:cNvPr id="24" name="23 CuadroTexto">
              <a:extLst>
                <a:ext uri="{FF2B5EF4-FFF2-40B4-BE49-F238E27FC236}">
                  <a16:creationId xmlns:a16="http://schemas.microsoft.com/office/drawing/2014/main" id="{D3DFDF57-8236-9DE7-401E-88A654027C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4289" y="2410380"/>
              <a:ext cx="1339005" cy="146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s-MX" sz="1400" dirty="0">
                  <a:solidFill>
                    <a:srgbClr val="001A0C"/>
                  </a:solidFill>
                </a:rPr>
                <a:t>6:30 am IDO</a:t>
              </a:r>
              <a:endParaRPr lang="es-CO" sz="1400" dirty="0">
                <a:solidFill>
                  <a:srgbClr val="001A0C"/>
                </a:solidFill>
              </a:endParaRPr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5F7146B3-34EB-6F5E-755C-495FD5FCA941}"/>
                </a:ext>
              </a:extLst>
            </p:cNvPr>
            <p:cNvSpPr/>
            <p:nvPr/>
          </p:nvSpPr>
          <p:spPr>
            <a:xfrm>
              <a:off x="4758212" y="2627251"/>
              <a:ext cx="155073" cy="154040"/>
            </a:xfrm>
            <a:prstGeom prst="ellipse">
              <a:avLst/>
            </a:prstGeom>
            <a:solidFill>
              <a:srgbClr val="4519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7" name="23 CuadroTexto">
              <a:extLst>
                <a:ext uri="{FF2B5EF4-FFF2-40B4-BE49-F238E27FC236}">
                  <a16:creationId xmlns:a16="http://schemas.microsoft.com/office/drawing/2014/main" id="{88F405BC-A764-EEF4-2CED-6B5B045215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4855" y="2149656"/>
              <a:ext cx="1339005" cy="544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s-MX" sz="1400" dirty="0">
                  <a:solidFill>
                    <a:srgbClr val="001A0C"/>
                  </a:solidFill>
                </a:rPr>
                <a:t> Reporte DNA y Potencia</a:t>
              </a:r>
            </a:p>
            <a:p>
              <a:pPr algn="ctr" eaLnBrk="1" hangingPunct="1"/>
              <a:r>
                <a:rPr lang="es-MX" sz="1400" dirty="0">
                  <a:solidFill>
                    <a:srgbClr val="001A0C"/>
                  </a:solidFill>
                </a:rPr>
                <a:t>Acuerdo </a:t>
              </a:r>
              <a:r>
                <a:rPr lang="es-MX" sz="1400" dirty="0" err="1">
                  <a:solidFill>
                    <a:srgbClr val="001A0C"/>
                  </a:solidFill>
                </a:rPr>
                <a:t>CNO</a:t>
              </a:r>
              <a:r>
                <a:rPr lang="es-MX" sz="1400" dirty="0">
                  <a:solidFill>
                    <a:srgbClr val="001A0C"/>
                  </a:solidFill>
                </a:rPr>
                <a:t> 1303</a:t>
              </a:r>
              <a:endParaRPr lang="es-CO" sz="1400" dirty="0">
                <a:solidFill>
                  <a:srgbClr val="001A0C"/>
                </a:solidFill>
              </a:endParaRPr>
            </a:p>
          </p:txBody>
        </p:sp>
        <p:sp>
          <p:nvSpPr>
            <p:cNvPr id="28" name="22 CuadroTexto">
              <a:extLst>
                <a:ext uri="{FF2B5EF4-FFF2-40B4-BE49-F238E27FC236}">
                  <a16:creationId xmlns:a16="http://schemas.microsoft.com/office/drawing/2014/main" id="{46E9F83D-3624-1546-AA0E-67652EFC61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0278" y="4130716"/>
              <a:ext cx="1988580" cy="226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s-CO" sz="1400" dirty="0">
                  <a:solidFill>
                    <a:srgbClr val="001A0C"/>
                  </a:solidFill>
                </a:rPr>
                <a:t>Día de Operación </a:t>
              </a:r>
              <a:r>
                <a:rPr lang="es-MX" sz="1400" dirty="0">
                  <a:solidFill>
                    <a:srgbClr val="001A0C"/>
                  </a:solidFill>
                </a:rPr>
                <a:t>(t)</a:t>
              </a:r>
              <a:endParaRPr lang="es-CO" sz="1400" dirty="0">
                <a:solidFill>
                  <a:srgbClr val="001A0C"/>
                </a:solidFill>
              </a:endParaRPr>
            </a:p>
          </p:txBody>
        </p: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AF7C0186-D3F7-8861-4253-027D614AC1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9246" y="3593425"/>
              <a:ext cx="0" cy="418819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261F4F8F-4501-9A38-1B7A-2AF9DF941552}"/>
                </a:ext>
              </a:extLst>
            </p:cNvPr>
            <p:cNvSpPr/>
            <p:nvPr/>
          </p:nvSpPr>
          <p:spPr>
            <a:xfrm>
              <a:off x="4201709" y="3967954"/>
              <a:ext cx="155073" cy="154040"/>
            </a:xfrm>
            <a:prstGeom prst="ellipse">
              <a:avLst/>
            </a:prstGeom>
            <a:solidFill>
              <a:srgbClr val="45199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1" name="Arco 30">
              <a:extLst>
                <a:ext uri="{FF2B5EF4-FFF2-40B4-BE49-F238E27FC236}">
                  <a16:creationId xmlns:a16="http://schemas.microsoft.com/office/drawing/2014/main" id="{8CCFB6A6-5821-7944-52CD-16394D553CDD}"/>
                </a:ext>
              </a:extLst>
            </p:cNvPr>
            <p:cNvSpPr/>
            <p:nvPr/>
          </p:nvSpPr>
          <p:spPr>
            <a:xfrm rot="7517741">
              <a:off x="4049067" y="2955887"/>
              <a:ext cx="514469" cy="700568"/>
            </a:xfrm>
            <a:prstGeom prst="arc">
              <a:avLst>
                <a:gd name="adj1" fmla="val 16200000"/>
                <a:gd name="adj2" fmla="val 18591570"/>
              </a:avLst>
            </a:prstGeom>
            <a:noFill/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1B4FEF24-E060-5F19-7DD0-2E068EF53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1335" y="151342"/>
            <a:ext cx="1156021" cy="95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537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1B4FEF24-E060-5F19-7DD0-2E068EF53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1335" y="151342"/>
            <a:ext cx="1156021" cy="951156"/>
          </a:xfrm>
          <a:prstGeom prst="rect">
            <a:avLst/>
          </a:prstGeom>
        </p:spPr>
      </p:pic>
      <p:sp>
        <p:nvSpPr>
          <p:cNvPr id="9" name="Marcador de texto 6">
            <a:extLst>
              <a:ext uri="{FF2B5EF4-FFF2-40B4-BE49-F238E27FC236}">
                <a16:creationId xmlns:a16="http://schemas.microsoft.com/office/drawing/2014/main" id="{5E5A4E88-FA64-1594-26F3-B09967EC8747}"/>
              </a:ext>
            </a:extLst>
          </p:cNvPr>
          <p:cNvSpPr txBox="1">
            <a:spLocks/>
          </p:cNvSpPr>
          <p:nvPr/>
        </p:nvSpPr>
        <p:spPr>
          <a:xfrm>
            <a:off x="2913414" y="217991"/>
            <a:ext cx="10504271" cy="9511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3200" b="1" dirty="0">
                <a:latin typeface="Arial Rounded MT Bold" panose="020F0704030504030204" pitchFamily="34" charset="77"/>
                <a:cs typeface="Arial" panose="020B0604020202020204" pitchFamily="34" charset="0"/>
              </a:rPr>
              <a:t>Limitación de Suministro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46FC5A92-29E1-11A3-FDC4-D458CF051E40}"/>
              </a:ext>
            </a:extLst>
          </p:cNvPr>
          <p:cNvGrpSpPr/>
          <p:nvPr/>
        </p:nvGrpSpPr>
        <p:grpSpPr>
          <a:xfrm>
            <a:off x="946826" y="924232"/>
            <a:ext cx="11013567" cy="5604387"/>
            <a:chOff x="946826" y="934065"/>
            <a:chExt cx="11013567" cy="5594554"/>
          </a:xfrm>
        </p:grpSpPr>
        <p:graphicFrame>
          <p:nvGraphicFramePr>
            <p:cNvPr id="15" name="Diagrama 14">
              <a:extLst>
                <a:ext uri="{FF2B5EF4-FFF2-40B4-BE49-F238E27FC236}">
                  <a16:creationId xmlns:a16="http://schemas.microsoft.com/office/drawing/2014/main" id="{17595CE0-50C6-B29D-AC73-AA87DC357CEF}"/>
                </a:ext>
              </a:extLst>
            </p:cNvPr>
            <p:cNvGraphicFramePr/>
            <p:nvPr/>
          </p:nvGraphicFramePr>
          <p:xfrm>
            <a:off x="946826" y="934065"/>
            <a:ext cx="10694568" cy="5594554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C38DCAB4-12CB-5649-9836-7DADAD714BD4}"/>
                </a:ext>
              </a:extLst>
            </p:cNvPr>
            <p:cNvSpPr txBox="1"/>
            <p:nvPr/>
          </p:nvSpPr>
          <p:spPr>
            <a:xfrm>
              <a:off x="1075232" y="1781860"/>
              <a:ext cx="2067574" cy="921710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b="1" dirty="0">
                  <a:solidFill>
                    <a:schemeClr val="bg1"/>
                  </a:solidFill>
                </a:rPr>
                <a:t>Primer comunicado del </a:t>
              </a:r>
              <a:r>
                <a:rPr lang="es-ES_tradnl" b="1" dirty="0" err="1">
                  <a:solidFill>
                    <a:schemeClr val="bg1"/>
                  </a:solidFill>
                </a:rPr>
                <a:t>ASIC</a:t>
              </a:r>
              <a:endParaRPr lang="es-CO" b="1" dirty="0">
                <a:solidFill>
                  <a:schemeClr val="bg1"/>
                </a:solidFill>
              </a:endParaRP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06FE8B37-E428-48A3-B2AB-78C5ED184830}"/>
                </a:ext>
              </a:extLst>
            </p:cNvPr>
            <p:cNvSpPr txBox="1"/>
            <p:nvPr/>
          </p:nvSpPr>
          <p:spPr>
            <a:xfrm>
              <a:off x="10270342" y="1983444"/>
              <a:ext cx="1690051" cy="737368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/>
                <a:t>Inicio</a:t>
              </a:r>
              <a:r>
                <a:rPr lang="es-MX" sz="1400" dirty="0"/>
                <a:t> Programa de Limitación de Suministro</a:t>
              </a:r>
              <a:endParaRPr lang="es-CO" sz="1400" dirty="0"/>
            </a:p>
          </p:txBody>
        </p: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086A77E8-4DAC-EA60-D316-13707D28C02B}"/>
                </a:ext>
              </a:extLst>
            </p:cNvPr>
            <p:cNvCxnSpPr/>
            <p:nvPr/>
          </p:nvCxnSpPr>
          <p:spPr>
            <a:xfrm flipV="1">
              <a:off x="5535561" y="2762864"/>
              <a:ext cx="0" cy="78945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de flecha 18">
              <a:extLst>
                <a:ext uri="{FF2B5EF4-FFF2-40B4-BE49-F238E27FC236}">
                  <a16:creationId xmlns:a16="http://schemas.microsoft.com/office/drawing/2014/main" id="{B9885761-A857-E1D8-69CE-4926B3D56147}"/>
                </a:ext>
              </a:extLst>
            </p:cNvPr>
            <p:cNvCxnSpPr/>
            <p:nvPr/>
          </p:nvCxnSpPr>
          <p:spPr>
            <a:xfrm>
              <a:off x="4159045" y="3893574"/>
              <a:ext cx="0" cy="66469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de flecha 19">
              <a:extLst>
                <a:ext uri="{FF2B5EF4-FFF2-40B4-BE49-F238E27FC236}">
                  <a16:creationId xmlns:a16="http://schemas.microsoft.com/office/drawing/2014/main" id="{7B94E691-423D-B183-D4AB-8DD42FA60FA5}"/>
                </a:ext>
              </a:extLst>
            </p:cNvPr>
            <p:cNvCxnSpPr/>
            <p:nvPr/>
          </p:nvCxnSpPr>
          <p:spPr>
            <a:xfrm flipV="1">
              <a:off x="2109019" y="2762864"/>
              <a:ext cx="0" cy="78945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de flecha 25">
              <a:extLst>
                <a:ext uri="{FF2B5EF4-FFF2-40B4-BE49-F238E27FC236}">
                  <a16:creationId xmlns:a16="http://schemas.microsoft.com/office/drawing/2014/main" id="{93C6DD88-5DDF-BDDA-78C6-7EECC1FFB9D2}"/>
                </a:ext>
              </a:extLst>
            </p:cNvPr>
            <p:cNvCxnSpPr/>
            <p:nvPr/>
          </p:nvCxnSpPr>
          <p:spPr>
            <a:xfrm flipV="1">
              <a:off x="11115368" y="2762864"/>
              <a:ext cx="0" cy="78945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de flecha 31">
              <a:extLst>
                <a:ext uri="{FF2B5EF4-FFF2-40B4-BE49-F238E27FC236}">
                  <a16:creationId xmlns:a16="http://schemas.microsoft.com/office/drawing/2014/main" id="{428D55F5-8768-5508-6F98-89849A3744EA}"/>
                </a:ext>
              </a:extLst>
            </p:cNvPr>
            <p:cNvCxnSpPr/>
            <p:nvPr/>
          </p:nvCxnSpPr>
          <p:spPr>
            <a:xfrm>
              <a:off x="8332839" y="3893574"/>
              <a:ext cx="0" cy="66469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CuadroTexto 32">
            <a:extLst>
              <a:ext uri="{FF2B5EF4-FFF2-40B4-BE49-F238E27FC236}">
                <a16:creationId xmlns:a16="http://schemas.microsoft.com/office/drawing/2014/main" id="{51E75780-0049-64D8-F503-9BB4F9AEC98A}"/>
              </a:ext>
            </a:extLst>
          </p:cNvPr>
          <p:cNvSpPr txBox="1"/>
          <p:nvPr/>
        </p:nvSpPr>
        <p:spPr>
          <a:xfrm>
            <a:off x="5472144" y="3974380"/>
            <a:ext cx="19852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dirty="0"/>
              <a:t>Días hábiles</a:t>
            </a:r>
            <a:endParaRPr lang="es-CO" sz="12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49B353A8-E428-9AEC-FEB2-A056B8E51E61}"/>
              </a:ext>
            </a:extLst>
          </p:cNvPr>
          <p:cNvSpPr txBox="1"/>
          <p:nvPr/>
        </p:nvSpPr>
        <p:spPr>
          <a:xfrm>
            <a:off x="122541" y="5545252"/>
            <a:ext cx="299115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>
                <a:solidFill>
                  <a:srgbClr val="410099"/>
                </a:solidFill>
                <a:cs typeface="Calibri" charset="0"/>
              </a:rPr>
              <a:t>Normatividad</a:t>
            </a:r>
            <a:r>
              <a:rPr lang="es-MX" sz="1200" b="1" dirty="0">
                <a:solidFill>
                  <a:srgbClr val="410099"/>
                </a:solidFill>
                <a:cs typeface="Calibri" charset="0"/>
              </a:rPr>
              <a:t> </a:t>
            </a:r>
            <a:endParaRPr lang="en-US" sz="1200" b="1" dirty="0">
              <a:solidFill>
                <a:srgbClr val="410099"/>
              </a:solidFill>
              <a:cs typeface="Calibri" charset="0"/>
            </a:endParaRPr>
          </a:p>
          <a:p>
            <a:endParaRPr lang="es-MX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200" dirty="0"/>
              <a:t>Resolución CREG 116 de 1998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200" dirty="0"/>
              <a:t>Resolución CREG 039 de 2010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200" dirty="0"/>
              <a:t>Resolución CREG 040 de 2010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200" dirty="0"/>
              <a:t>Acuerdo CNO 933 de 2017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AB2282A-5EE8-9469-A650-E6BE4797A133}"/>
              </a:ext>
            </a:extLst>
          </p:cNvPr>
          <p:cNvSpPr/>
          <p:nvPr/>
        </p:nvSpPr>
        <p:spPr>
          <a:xfrm>
            <a:off x="4146817" y="1716306"/>
            <a:ext cx="2933703" cy="102940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bg1"/>
                </a:solidFill>
              </a:rPr>
              <a:t>El séptimo (7) día hábil CND enviará comunicado de </a:t>
            </a:r>
            <a:r>
              <a:rPr lang="es-MX" sz="1200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solicitud de información </a:t>
            </a:r>
            <a:r>
              <a:rPr lang="es-MX" sz="1200" dirty="0">
                <a:solidFill>
                  <a:schemeClr val="bg1"/>
                </a:solidFill>
              </a:rPr>
              <a:t>al comercializador, con copia al OR afectado y a la SSPD.</a:t>
            </a:r>
            <a:endParaRPr lang="es-CO" sz="1200" dirty="0">
              <a:solidFill>
                <a:schemeClr val="bg1"/>
              </a:solidFill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A576FB99-B918-F898-AC5E-BFBDC0BF1A9E}"/>
              </a:ext>
            </a:extLst>
          </p:cNvPr>
          <p:cNvSpPr/>
          <p:nvPr/>
        </p:nvSpPr>
        <p:spPr>
          <a:xfrm>
            <a:off x="6296025" y="4592661"/>
            <a:ext cx="4039539" cy="14265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MX" sz="1200" dirty="0">
                <a:solidFill>
                  <a:schemeClr val="bg1"/>
                </a:solidFill>
              </a:rPr>
              <a:t>El décimo primer (11) día hábil</a:t>
            </a:r>
            <a:endParaRPr lang="es-CO" sz="1200" dirty="0">
              <a:solidFill>
                <a:schemeClr val="bg1"/>
              </a:solidFill>
            </a:endParaRPr>
          </a:p>
          <a:p>
            <a:pPr algn="ctr"/>
            <a:endParaRPr lang="es-MX" sz="1200" dirty="0">
              <a:solidFill>
                <a:schemeClr val="bg1"/>
              </a:solidFill>
              <a:cs typeface="Arial"/>
            </a:endParaRPr>
          </a:p>
          <a:p>
            <a:r>
              <a:rPr lang="es-MX" sz="1200" dirty="0">
                <a:solidFill>
                  <a:schemeClr val="bg1"/>
                </a:solidFill>
                <a:cs typeface="Arial"/>
              </a:rPr>
              <a:t>Plazo máximo para el reporte del programa de LS por parte de OR.</a:t>
            </a:r>
            <a:endParaRPr lang="es-CO" sz="1200" dirty="0">
              <a:solidFill>
                <a:schemeClr val="bg1"/>
              </a:solidFill>
              <a:cs typeface="Arial"/>
            </a:endParaRPr>
          </a:p>
          <a:p>
            <a:endParaRPr lang="es-MX" sz="1200" dirty="0">
              <a:solidFill>
                <a:schemeClr val="bg1"/>
              </a:solidFill>
              <a:cs typeface="Arial"/>
            </a:endParaRPr>
          </a:p>
          <a:p>
            <a:r>
              <a:rPr lang="es-MX" sz="1200" dirty="0">
                <a:solidFill>
                  <a:schemeClr val="bg1"/>
                </a:solidFill>
                <a:cs typeface="Arial"/>
              </a:rPr>
              <a:t>El</a:t>
            </a:r>
            <a:r>
              <a:rPr lang="es-MX" sz="1200" dirty="0">
                <a:solidFill>
                  <a:schemeClr val="bg1"/>
                </a:solidFill>
              </a:rPr>
              <a:t> CND enviará comunicado de </a:t>
            </a:r>
            <a:r>
              <a:rPr lang="es-MX" sz="1200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aviso de ejecución </a:t>
            </a:r>
            <a:r>
              <a:rPr lang="es-MX" sz="1200" dirty="0">
                <a:solidFill>
                  <a:schemeClr val="bg1"/>
                </a:solidFill>
              </a:rPr>
              <a:t>al comercializador, con copia al OR afectado y a la SSPD.</a:t>
            </a:r>
            <a:endParaRPr lang="es-CO" sz="1200">
              <a:solidFill>
                <a:schemeClr val="bg1"/>
              </a:solidFill>
              <a:cs typeface="Arial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796EE4B9-797C-0955-106E-D4611F47DB87}"/>
              </a:ext>
            </a:extLst>
          </p:cNvPr>
          <p:cNvSpPr txBox="1"/>
          <p:nvPr/>
        </p:nvSpPr>
        <p:spPr>
          <a:xfrm>
            <a:off x="2041835" y="4592661"/>
            <a:ext cx="4054165" cy="120032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ES_tradnl" sz="1800" b="1" dirty="0">
                <a:solidFill>
                  <a:schemeClr val="bg1"/>
                </a:solidFill>
              </a:rPr>
              <a:t>Segundo comunicado del </a:t>
            </a:r>
            <a:r>
              <a:rPr lang="es-ES_tradnl" sz="1800" b="1" dirty="0" err="1">
                <a:solidFill>
                  <a:schemeClr val="bg1"/>
                </a:solidFill>
              </a:rPr>
              <a:t>ASIC</a:t>
            </a:r>
            <a:r>
              <a:rPr lang="es-ES_tradnl" sz="1800" b="1" dirty="0">
                <a:solidFill>
                  <a:schemeClr val="bg1"/>
                </a:solidFill>
              </a:rPr>
              <a:t>.</a:t>
            </a:r>
          </a:p>
          <a:p>
            <a:pPr lvl="0"/>
            <a:endParaRPr lang="es-ES_tradnl" sz="1800" b="1" dirty="0">
              <a:solidFill>
                <a:schemeClr val="bg1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ES_tradnl" sz="1800" b="1" dirty="0">
                <a:solidFill>
                  <a:schemeClr val="bg1"/>
                </a:solidFill>
              </a:rPr>
              <a:t>Notificación al Centro Nacional de Despacho (CND)</a:t>
            </a:r>
            <a:endParaRPr lang="es-CO" sz="1800" b="1" dirty="0">
              <a:solidFill>
                <a:schemeClr val="bg1"/>
              </a:solidFill>
            </a:endParaRPr>
          </a:p>
        </p:txBody>
      </p:sp>
      <p:pic>
        <p:nvPicPr>
          <p:cNvPr id="38" name="Imagen 37">
            <a:extLst>
              <a:ext uri="{FF2B5EF4-FFF2-40B4-BE49-F238E27FC236}">
                <a16:creationId xmlns:a16="http://schemas.microsoft.com/office/drawing/2014/main" id="{94892C8F-0EBD-E1CA-9B5D-B3536568AE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6527" y="1169147"/>
            <a:ext cx="1834429" cy="2192383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34063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C3CF0A68-F2EF-CBC8-FDC5-EDCA16D82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1335" y="151342"/>
            <a:ext cx="1156021" cy="951156"/>
          </a:xfrm>
          <a:prstGeom prst="rect">
            <a:avLst/>
          </a:prstGeom>
        </p:spPr>
      </p:pic>
      <p:sp>
        <p:nvSpPr>
          <p:cNvPr id="3" name="Forma libre: forma 2">
            <a:extLst>
              <a:ext uri="{FF2B5EF4-FFF2-40B4-BE49-F238E27FC236}">
                <a16:creationId xmlns:a16="http://schemas.microsoft.com/office/drawing/2014/main" id="{77BDC55D-7525-E52B-9112-91B24F04F8C9}"/>
              </a:ext>
            </a:extLst>
          </p:cNvPr>
          <p:cNvSpPr/>
          <p:nvPr/>
        </p:nvSpPr>
        <p:spPr>
          <a:xfrm>
            <a:off x="3625062" y="2378239"/>
            <a:ext cx="450879" cy="91440"/>
          </a:xfrm>
          <a:custGeom>
            <a:avLst/>
            <a:gdLst>
              <a:gd name="connsiteX0" fmla="*/ 0 w 450879"/>
              <a:gd name="connsiteY0" fmla="*/ 45720 h 91440"/>
              <a:gd name="connsiteX1" fmla="*/ 450879 w 450879"/>
              <a:gd name="connsiteY1" fmla="*/ 45720 h 9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0879" h="91440">
                <a:moveTo>
                  <a:pt x="0" y="45720"/>
                </a:moveTo>
                <a:lnTo>
                  <a:pt x="450879" y="45720"/>
                </a:lnTo>
              </a:path>
            </a:pathLst>
          </a:custGeom>
          <a:noFill/>
          <a:ln w="28575"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26103" tIns="43313" rIns="226103" bIns="43313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s-CO" sz="500" kern="1200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7F88862A-6468-4D51-C748-C89D0F8E243F}"/>
              </a:ext>
            </a:extLst>
          </p:cNvPr>
          <p:cNvSpPr/>
          <p:nvPr/>
        </p:nvSpPr>
        <p:spPr>
          <a:xfrm>
            <a:off x="1576861" y="1862010"/>
            <a:ext cx="2093387" cy="1256032"/>
          </a:xfrm>
          <a:custGeom>
            <a:avLst/>
            <a:gdLst>
              <a:gd name="connsiteX0" fmla="*/ 0 w 2093387"/>
              <a:gd name="connsiteY0" fmla="*/ 0 h 1256032"/>
              <a:gd name="connsiteX1" fmla="*/ 2093387 w 2093387"/>
              <a:gd name="connsiteY1" fmla="*/ 0 h 1256032"/>
              <a:gd name="connsiteX2" fmla="*/ 2093387 w 2093387"/>
              <a:gd name="connsiteY2" fmla="*/ 1256032 h 1256032"/>
              <a:gd name="connsiteX3" fmla="*/ 0 w 2093387"/>
              <a:gd name="connsiteY3" fmla="*/ 1256032 h 1256032"/>
              <a:gd name="connsiteX4" fmla="*/ 0 w 2093387"/>
              <a:gd name="connsiteY4" fmla="*/ 0 h 1256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387" h="1256032">
                <a:moveTo>
                  <a:pt x="0" y="0"/>
                </a:moveTo>
                <a:lnTo>
                  <a:pt x="2093387" y="0"/>
                </a:lnTo>
                <a:lnTo>
                  <a:pt x="2093387" y="1256032"/>
                </a:lnTo>
                <a:lnTo>
                  <a:pt x="0" y="1256032"/>
                </a:lnTo>
                <a:lnTo>
                  <a:pt x="0" y="0"/>
                </a:lnTo>
                <a:close/>
              </a:path>
            </a:pathLst>
          </a:custGeom>
          <a:ln w="28575"/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680" tIns="106680" rIns="106680" bIns="106680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MX" sz="1500" kern="1200" dirty="0"/>
              <a:t>Declaración de la Magnitud de Racionamiento (MR) por el Ministro de Minas y Energia</a:t>
            </a:r>
            <a:endParaRPr lang="es-CO" sz="1500" kern="1200" dirty="0"/>
          </a:p>
        </p:txBody>
      </p:sp>
      <p:sp>
        <p:nvSpPr>
          <p:cNvPr id="5" name="Forma libre: forma 4">
            <a:extLst>
              <a:ext uri="{FF2B5EF4-FFF2-40B4-BE49-F238E27FC236}">
                <a16:creationId xmlns:a16="http://schemas.microsoft.com/office/drawing/2014/main" id="{8C5CEABD-BAE6-4FC5-F012-27063E350C8D}"/>
              </a:ext>
            </a:extLst>
          </p:cNvPr>
          <p:cNvSpPr/>
          <p:nvPr/>
        </p:nvSpPr>
        <p:spPr>
          <a:xfrm>
            <a:off x="4075941" y="1841663"/>
            <a:ext cx="2093387" cy="1256032"/>
          </a:xfrm>
          <a:custGeom>
            <a:avLst/>
            <a:gdLst>
              <a:gd name="connsiteX0" fmla="*/ 0 w 2093387"/>
              <a:gd name="connsiteY0" fmla="*/ 0 h 1256032"/>
              <a:gd name="connsiteX1" fmla="*/ 2093387 w 2093387"/>
              <a:gd name="connsiteY1" fmla="*/ 0 h 1256032"/>
              <a:gd name="connsiteX2" fmla="*/ 2093387 w 2093387"/>
              <a:gd name="connsiteY2" fmla="*/ 1256032 h 1256032"/>
              <a:gd name="connsiteX3" fmla="*/ 0 w 2093387"/>
              <a:gd name="connsiteY3" fmla="*/ 1256032 h 1256032"/>
              <a:gd name="connsiteX4" fmla="*/ 0 w 2093387"/>
              <a:gd name="connsiteY4" fmla="*/ 0 h 1256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387" h="1256032">
                <a:moveTo>
                  <a:pt x="0" y="0"/>
                </a:moveTo>
                <a:lnTo>
                  <a:pt x="2093387" y="0"/>
                </a:lnTo>
                <a:lnTo>
                  <a:pt x="2093387" y="1256032"/>
                </a:lnTo>
                <a:lnTo>
                  <a:pt x="0" y="1256032"/>
                </a:lnTo>
                <a:lnTo>
                  <a:pt x="0" y="0"/>
                </a:lnTo>
                <a:close/>
              </a:path>
            </a:pathLst>
          </a:custGeom>
          <a:ln w="28575"/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680" tIns="106680" rIns="106680" bIns="106680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MX" sz="1500" kern="1200" dirty="0"/>
              <a:t>CND calcula valor del ETA</a:t>
            </a:r>
            <a:endParaRPr lang="es-CO" sz="1500" kern="1200" dirty="0"/>
          </a:p>
        </p:txBody>
      </p:sp>
      <p:sp>
        <p:nvSpPr>
          <p:cNvPr id="6" name="Forma libre: forma 5">
            <a:extLst>
              <a:ext uri="{FF2B5EF4-FFF2-40B4-BE49-F238E27FC236}">
                <a16:creationId xmlns:a16="http://schemas.microsoft.com/office/drawing/2014/main" id="{B682674D-663B-D86F-0E06-1C099E2DBF2E}"/>
              </a:ext>
            </a:extLst>
          </p:cNvPr>
          <p:cNvSpPr/>
          <p:nvPr/>
        </p:nvSpPr>
        <p:spPr>
          <a:xfrm>
            <a:off x="4075941" y="3698938"/>
            <a:ext cx="2093387" cy="1256032"/>
          </a:xfrm>
          <a:custGeom>
            <a:avLst/>
            <a:gdLst>
              <a:gd name="connsiteX0" fmla="*/ 0 w 2093387"/>
              <a:gd name="connsiteY0" fmla="*/ 0 h 1256032"/>
              <a:gd name="connsiteX1" fmla="*/ 2093387 w 2093387"/>
              <a:gd name="connsiteY1" fmla="*/ 0 h 1256032"/>
              <a:gd name="connsiteX2" fmla="*/ 2093387 w 2093387"/>
              <a:gd name="connsiteY2" fmla="*/ 1256032 h 1256032"/>
              <a:gd name="connsiteX3" fmla="*/ 0 w 2093387"/>
              <a:gd name="connsiteY3" fmla="*/ 1256032 h 1256032"/>
              <a:gd name="connsiteX4" fmla="*/ 0 w 2093387"/>
              <a:gd name="connsiteY4" fmla="*/ 0 h 1256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387" h="1256032">
                <a:moveTo>
                  <a:pt x="0" y="0"/>
                </a:moveTo>
                <a:lnTo>
                  <a:pt x="2093387" y="0"/>
                </a:lnTo>
                <a:lnTo>
                  <a:pt x="2093387" y="1256032"/>
                </a:lnTo>
                <a:lnTo>
                  <a:pt x="0" y="1256032"/>
                </a:lnTo>
                <a:lnTo>
                  <a:pt x="0" y="0"/>
                </a:lnTo>
                <a:close/>
              </a:path>
            </a:pathLst>
          </a:custGeom>
          <a:ln w="28575"/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680" tIns="106680" rIns="106680" bIns="106680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MX" sz="1500" kern="1200" dirty="0"/>
              <a:t>CND informa a los agentes el valor del ETA</a:t>
            </a:r>
            <a:endParaRPr lang="es-CO" sz="1500" kern="1200" dirty="0"/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43FD6A9-F454-B29A-BE01-4E89C4BB4042}"/>
              </a:ext>
            </a:extLst>
          </p:cNvPr>
          <p:cNvSpPr/>
          <p:nvPr/>
        </p:nvSpPr>
        <p:spPr>
          <a:xfrm>
            <a:off x="6757851" y="3698938"/>
            <a:ext cx="2093387" cy="1256032"/>
          </a:xfrm>
          <a:custGeom>
            <a:avLst/>
            <a:gdLst>
              <a:gd name="connsiteX0" fmla="*/ 0 w 2093387"/>
              <a:gd name="connsiteY0" fmla="*/ 0 h 1256032"/>
              <a:gd name="connsiteX1" fmla="*/ 2093387 w 2093387"/>
              <a:gd name="connsiteY1" fmla="*/ 0 h 1256032"/>
              <a:gd name="connsiteX2" fmla="*/ 2093387 w 2093387"/>
              <a:gd name="connsiteY2" fmla="*/ 1256032 h 1256032"/>
              <a:gd name="connsiteX3" fmla="*/ 0 w 2093387"/>
              <a:gd name="connsiteY3" fmla="*/ 1256032 h 1256032"/>
              <a:gd name="connsiteX4" fmla="*/ 0 w 2093387"/>
              <a:gd name="connsiteY4" fmla="*/ 0 h 1256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387" h="1256032">
                <a:moveTo>
                  <a:pt x="0" y="0"/>
                </a:moveTo>
                <a:lnTo>
                  <a:pt x="2093387" y="0"/>
                </a:lnTo>
                <a:lnTo>
                  <a:pt x="2093387" y="1256032"/>
                </a:lnTo>
                <a:lnTo>
                  <a:pt x="0" y="1256032"/>
                </a:lnTo>
                <a:lnTo>
                  <a:pt x="0" y="0"/>
                </a:lnTo>
                <a:close/>
              </a:path>
            </a:pathLst>
          </a:custGeom>
          <a:ln w="28575"/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680" tIns="106680" rIns="106680" bIns="106680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MX" sz="1500" kern="1200" dirty="0"/>
              <a:t>CND recibe programas de RP de los agentes</a:t>
            </a:r>
            <a:endParaRPr lang="es-CO" sz="1500" kern="1200" dirty="0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6C3A0B93-492B-E053-6CEA-CD45A6136F9F}"/>
              </a:ext>
            </a:extLst>
          </p:cNvPr>
          <p:cNvSpPr/>
          <p:nvPr/>
        </p:nvSpPr>
        <p:spPr>
          <a:xfrm>
            <a:off x="6757851" y="5517748"/>
            <a:ext cx="2093387" cy="1256032"/>
          </a:xfrm>
          <a:custGeom>
            <a:avLst/>
            <a:gdLst>
              <a:gd name="connsiteX0" fmla="*/ 0 w 2093387"/>
              <a:gd name="connsiteY0" fmla="*/ 0 h 1256032"/>
              <a:gd name="connsiteX1" fmla="*/ 2093387 w 2093387"/>
              <a:gd name="connsiteY1" fmla="*/ 0 h 1256032"/>
              <a:gd name="connsiteX2" fmla="*/ 2093387 w 2093387"/>
              <a:gd name="connsiteY2" fmla="*/ 1256032 h 1256032"/>
              <a:gd name="connsiteX3" fmla="*/ 0 w 2093387"/>
              <a:gd name="connsiteY3" fmla="*/ 1256032 h 1256032"/>
              <a:gd name="connsiteX4" fmla="*/ 0 w 2093387"/>
              <a:gd name="connsiteY4" fmla="*/ 0 h 1256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387" h="1256032">
                <a:moveTo>
                  <a:pt x="0" y="0"/>
                </a:moveTo>
                <a:lnTo>
                  <a:pt x="2093387" y="0"/>
                </a:lnTo>
                <a:lnTo>
                  <a:pt x="2093387" y="1256032"/>
                </a:lnTo>
                <a:lnTo>
                  <a:pt x="0" y="1256032"/>
                </a:lnTo>
                <a:lnTo>
                  <a:pt x="0" y="0"/>
                </a:lnTo>
                <a:close/>
              </a:path>
            </a:pathLst>
          </a:custGeom>
          <a:ln w="28575"/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680" tIns="106680" rIns="106680" bIns="106680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MX" sz="1500" kern="1200" dirty="0"/>
              <a:t>Se aplican diariamente las afectaciones a la demanda</a:t>
            </a:r>
            <a:endParaRPr lang="es-CO" sz="1500" kern="1200" dirty="0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78059ACE-7AE7-16E8-31F4-331F71FE8512}"/>
              </a:ext>
            </a:extLst>
          </p:cNvPr>
          <p:cNvGrpSpPr/>
          <p:nvPr/>
        </p:nvGrpSpPr>
        <p:grpSpPr>
          <a:xfrm>
            <a:off x="7485962" y="737528"/>
            <a:ext cx="2246811" cy="1663640"/>
            <a:chOff x="8586652" y="1070850"/>
            <a:chExt cx="2246811" cy="1663640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28E38C4C-3C04-90D5-FF63-21C5CEE12905}"/>
                </a:ext>
              </a:extLst>
            </p:cNvPr>
            <p:cNvSpPr/>
            <p:nvPr/>
          </p:nvSpPr>
          <p:spPr>
            <a:xfrm>
              <a:off x="8675963" y="1133233"/>
              <a:ext cx="2110962" cy="733033"/>
            </a:xfrm>
            <a:prstGeom prst="rect">
              <a:avLst/>
            </a:prstGeom>
            <a:solidFill>
              <a:srgbClr val="FFFEFE">
                <a:hueOff val="0"/>
                <a:satOff val="0"/>
                <a:lumOff val="0"/>
                <a:alphaOff val="0"/>
              </a:srgbClr>
            </a:solidFill>
            <a:ln w="28575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spcFirstLastPara="0" vert="horz" wrap="square" lIns="128016" tIns="128016" rIns="128016" bIns="128016" numCol="1" spcCol="1270" anchor="ctr" anchorCtr="0">
              <a:noAutofit/>
            </a:bodyPr>
            <a:lstStyle/>
            <a:p>
              <a:r>
                <a:rPr lang="es-MX" sz="1400" dirty="0">
                  <a:solidFill>
                    <a:schemeClr val="tx1"/>
                  </a:solidFill>
                </a:rPr>
                <a:t>Input: Pronóstico diario escenario medio de la UPME</a:t>
              </a:r>
              <a:endParaRPr lang="es-CO" sz="1400" dirty="0">
                <a:solidFill>
                  <a:schemeClr val="tx1"/>
                </a:solidFill>
              </a:endParaRPr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CE9B1679-683C-28EB-CAF2-340F37F5AD1B}"/>
                </a:ext>
              </a:extLst>
            </p:cNvPr>
            <p:cNvSpPr/>
            <p:nvPr/>
          </p:nvSpPr>
          <p:spPr>
            <a:xfrm>
              <a:off x="8660916" y="1928648"/>
              <a:ext cx="2110962" cy="733033"/>
            </a:xfrm>
            <a:prstGeom prst="rect">
              <a:avLst/>
            </a:prstGeom>
            <a:solidFill>
              <a:srgbClr val="FFFEFE">
                <a:hueOff val="0"/>
                <a:satOff val="0"/>
                <a:lumOff val="0"/>
                <a:alphaOff val="0"/>
              </a:srgbClr>
            </a:solidFill>
            <a:ln w="28575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spcFirstLastPara="0" vert="horz" wrap="square" lIns="128016" tIns="128016" rIns="128016" bIns="128016" numCol="1" spcCol="1270" anchor="ctr" anchorCtr="0">
              <a:noAutofit/>
            </a:bodyPr>
            <a:lstStyle/>
            <a:p>
              <a:r>
                <a:rPr lang="es-MX" sz="1400" dirty="0"/>
                <a:t>Input: Información de circuitos</a:t>
              </a:r>
              <a:endParaRPr lang="es-CO" sz="1400" dirty="0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BDD4DD9F-0206-C65A-8657-E6A688590CA6}"/>
                </a:ext>
              </a:extLst>
            </p:cNvPr>
            <p:cNvSpPr/>
            <p:nvPr/>
          </p:nvSpPr>
          <p:spPr>
            <a:xfrm>
              <a:off x="8586652" y="1070850"/>
              <a:ext cx="2246811" cy="1663640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45E2F2A5-9981-792A-20E9-5DBA13DE5C6F}"/>
              </a:ext>
            </a:extLst>
          </p:cNvPr>
          <p:cNvCxnSpPr>
            <a:cxnSpLocks/>
          </p:cNvCxnSpPr>
          <p:nvPr/>
        </p:nvCxnSpPr>
        <p:spPr>
          <a:xfrm>
            <a:off x="6169328" y="4326954"/>
            <a:ext cx="58852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: angular 22">
            <a:extLst>
              <a:ext uri="{FF2B5EF4-FFF2-40B4-BE49-F238E27FC236}">
                <a16:creationId xmlns:a16="http://schemas.microsoft.com/office/drawing/2014/main" id="{DFD10D52-E476-BAF4-74D2-0F7714DE76B4}"/>
              </a:ext>
            </a:extLst>
          </p:cNvPr>
          <p:cNvCxnSpPr>
            <a:cxnSpLocks/>
            <a:stCxn id="21" idx="1"/>
          </p:cNvCxnSpPr>
          <p:nvPr/>
        </p:nvCxnSpPr>
        <p:spPr>
          <a:xfrm rot="10800000" flipV="1">
            <a:off x="6169328" y="1569347"/>
            <a:ext cx="1316634" cy="854611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4BF0350D-8BAB-27F5-69DA-645D5B18103B}"/>
              </a:ext>
            </a:extLst>
          </p:cNvPr>
          <p:cNvCxnSpPr/>
          <p:nvPr/>
        </p:nvCxnSpPr>
        <p:spPr>
          <a:xfrm>
            <a:off x="5122634" y="3118042"/>
            <a:ext cx="0" cy="5808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9A80EFF9-CB3D-7B23-A81B-E165AB7C74A9}"/>
              </a:ext>
            </a:extLst>
          </p:cNvPr>
          <p:cNvCxnSpPr/>
          <p:nvPr/>
        </p:nvCxnSpPr>
        <p:spPr>
          <a:xfrm>
            <a:off x="7804544" y="4954970"/>
            <a:ext cx="0" cy="5627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48F0852-31F4-D7C8-CB7D-7E67EF9E4A56}"/>
              </a:ext>
            </a:extLst>
          </p:cNvPr>
          <p:cNvSpPr/>
          <p:nvPr/>
        </p:nvSpPr>
        <p:spPr>
          <a:xfrm>
            <a:off x="9364892" y="2731178"/>
            <a:ext cx="2500493" cy="733033"/>
          </a:xfrm>
          <a:prstGeom prst="rect">
            <a:avLst/>
          </a:prstGeom>
          <a:solidFill>
            <a:srgbClr val="FFFEFE">
              <a:hueOff val="0"/>
              <a:satOff val="0"/>
              <a:lumOff val="0"/>
              <a:alphaOff val="0"/>
            </a:srgbClr>
          </a:solidFill>
          <a:ln w="285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spcFirstLastPara="0" vert="horz" wrap="square" lIns="128016" tIns="128016" rIns="128016" bIns="128016" numCol="1" spcCol="1270" anchor="ctr" anchorCtr="0">
            <a:noAutofit/>
          </a:bodyPr>
          <a:lstStyle/>
          <a:p>
            <a:r>
              <a:rPr lang="es-MX" sz="1400" dirty="0"/>
              <a:t>Input: Desviación del programa de racionamiento MEM</a:t>
            </a:r>
            <a:endParaRPr lang="es-CO" sz="1400" dirty="0"/>
          </a:p>
        </p:txBody>
      </p:sp>
      <p:cxnSp>
        <p:nvCxnSpPr>
          <p:cNvPr id="28" name="Conector: angular 27">
            <a:extLst>
              <a:ext uri="{FF2B5EF4-FFF2-40B4-BE49-F238E27FC236}">
                <a16:creationId xmlns:a16="http://schemas.microsoft.com/office/drawing/2014/main" id="{02D53B2D-1657-B85A-5150-C6DE144A7982}"/>
              </a:ext>
            </a:extLst>
          </p:cNvPr>
          <p:cNvCxnSpPr>
            <a:cxnSpLocks/>
            <a:stCxn id="27" idx="1"/>
          </p:cNvCxnSpPr>
          <p:nvPr/>
        </p:nvCxnSpPr>
        <p:spPr>
          <a:xfrm rot="10800000" flipV="1">
            <a:off x="7804544" y="3097694"/>
            <a:ext cx="1560348" cy="578453"/>
          </a:xfrm>
          <a:prstGeom prst="bentConnector3">
            <a:avLst>
              <a:gd name="adj1" fmla="val 100231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0F82FCA6-DD3B-F50D-363F-26097E979F51}"/>
              </a:ext>
            </a:extLst>
          </p:cNvPr>
          <p:cNvSpPr txBox="1"/>
          <p:nvPr/>
        </p:nvSpPr>
        <p:spPr>
          <a:xfrm>
            <a:off x="2847703" y="47022"/>
            <a:ext cx="69842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CO" sz="3200" b="1" i="0" u="none" strike="noStrike" kern="1200" cap="none" spc="0" normalizeH="0" baseline="0" noProof="0" dirty="0">
                <a:ln>
                  <a:noFill/>
                </a:ln>
                <a:solidFill>
                  <a:srgbClr val="440099"/>
                </a:solidFill>
                <a:effectLst/>
                <a:uLnTx/>
                <a:uFillTx/>
                <a:latin typeface="Arial Rounded MT Bold" panose="020F0704030504030204" pitchFamily="34" charset="77"/>
                <a:ea typeface="+mn-ea"/>
                <a:cs typeface="Arial" panose="020B0604020202020204" pitchFamily="34" charset="0"/>
              </a:rPr>
              <a:t>Racionamiento Programado - RP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70876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80DA1776-4E54-997C-DBE1-E7D3F4044264}"/>
              </a:ext>
            </a:extLst>
          </p:cNvPr>
          <p:cNvSpPr/>
          <p:nvPr/>
        </p:nvSpPr>
        <p:spPr>
          <a:xfrm>
            <a:off x="6505884" y="1665498"/>
            <a:ext cx="2311644" cy="614700"/>
          </a:xfrm>
          <a:prstGeom prst="rect">
            <a:avLst/>
          </a:prstGeom>
          <a:solidFill>
            <a:srgbClr val="FFFEFE">
              <a:hueOff val="0"/>
              <a:satOff val="0"/>
              <a:lumOff val="0"/>
              <a:alphaOff val="0"/>
            </a:srgbClr>
          </a:solidFill>
          <a:ln w="12700" cap="flat" cmpd="sng" algn="ctr">
            <a:solidFill>
              <a:srgbClr val="FF6913">
                <a:shade val="80000"/>
                <a:hueOff val="0"/>
                <a:satOff val="0"/>
                <a:lumOff val="0"/>
                <a:alphaOff val="0"/>
              </a:srgbClr>
            </a:solidFill>
            <a:prstDash val="solid"/>
            <a:miter lim="800000"/>
          </a:ln>
          <a:effectLst/>
        </p:spPr>
        <p:txBody>
          <a:bodyPr spcFirstLastPara="0" vert="horz" wrap="square" lIns="128016" tIns="128016" rIns="128016" bIns="128016" numCol="1" spcCol="1270" anchor="ctr" anchorCtr="0">
            <a:no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CND calcula valor del ETA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27BC9EC-B6F5-A3D3-A28D-273A4079123F}"/>
              </a:ext>
            </a:extLst>
          </p:cNvPr>
          <p:cNvSpPr/>
          <p:nvPr/>
        </p:nvSpPr>
        <p:spPr>
          <a:xfrm>
            <a:off x="9265430" y="1258196"/>
            <a:ext cx="2311644" cy="673967"/>
          </a:xfrm>
          <a:prstGeom prst="rect">
            <a:avLst/>
          </a:prstGeom>
          <a:solidFill>
            <a:srgbClr val="FFFEFE">
              <a:hueOff val="0"/>
              <a:satOff val="0"/>
              <a:lumOff val="0"/>
              <a:alphaOff val="0"/>
            </a:srgbClr>
          </a:solidFill>
          <a:ln w="12700" cap="flat" cmpd="sng" algn="ctr">
            <a:solidFill>
              <a:srgbClr val="FF6913">
                <a:shade val="80000"/>
                <a:hueOff val="0"/>
                <a:satOff val="0"/>
                <a:lumOff val="0"/>
                <a:alphaOff val="0"/>
              </a:srgbClr>
            </a:solidFill>
            <a:prstDash val="solid"/>
            <a:miter lim="800000"/>
          </a:ln>
          <a:effectLst/>
        </p:spPr>
        <p:txBody>
          <a:bodyPr spcFirstLastPara="0" vert="horz" wrap="square" lIns="128016" tIns="128016" rIns="128016" bIns="128016" numCol="1" spcCol="1270" anchor="ctr" anchorCtr="0">
            <a:noAutofit/>
          </a:bodyPr>
          <a:lstStyle/>
          <a:p>
            <a:r>
              <a:rPr lang="es-MX" sz="1400" dirty="0">
                <a:solidFill>
                  <a:schemeClr val="tx1"/>
                </a:solidFill>
              </a:rPr>
              <a:t>Input: Pronóstico diario escenario medio de la UPME</a:t>
            </a:r>
            <a:endParaRPr lang="es-CO" sz="1400" dirty="0">
              <a:solidFill>
                <a:schemeClr val="tx1"/>
              </a:solidFill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095328A-2F64-0FDF-E57D-3754B5287303}"/>
              </a:ext>
            </a:extLst>
          </p:cNvPr>
          <p:cNvSpPr/>
          <p:nvPr/>
        </p:nvSpPr>
        <p:spPr>
          <a:xfrm>
            <a:off x="9265430" y="2085838"/>
            <a:ext cx="2311644" cy="614700"/>
          </a:xfrm>
          <a:prstGeom prst="rect">
            <a:avLst/>
          </a:prstGeom>
          <a:solidFill>
            <a:srgbClr val="FFFEFE">
              <a:hueOff val="0"/>
              <a:satOff val="0"/>
              <a:lumOff val="0"/>
              <a:alphaOff val="0"/>
            </a:srgbClr>
          </a:solidFill>
          <a:ln w="12700" cap="flat" cmpd="sng" algn="ctr">
            <a:solidFill>
              <a:srgbClr val="FF6913">
                <a:shade val="80000"/>
                <a:hueOff val="0"/>
                <a:satOff val="0"/>
                <a:lumOff val="0"/>
                <a:alphaOff val="0"/>
              </a:srgbClr>
            </a:solidFill>
            <a:prstDash val="solid"/>
            <a:miter lim="800000"/>
          </a:ln>
          <a:effectLst/>
        </p:spPr>
        <p:txBody>
          <a:bodyPr spcFirstLastPara="0" vert="horz" wrap="square" lIns="128016" tIns="128016" rIns="128016" bIns="128016" numCol="1" spcCol="1270" anchor="ctr" anchorCtr="0">
            <a:noAutofit/>
          </a:bodyPr>
          <a:lstStyle/>
          <a:p>
            <a:r>
              <a:rPr lang="es-MX" sz="1400" dirty="0">
                <a:solidFill>
                  <a:schemeClr val="tx1"/>
                </a:solidFill>
              </a:rPr>
              <a:t>Input: Información de circuitos</a:t>
            </a:r>
            <a:endParaRPr lang="es-CO" sz="1400" dirty="0">
              <a:solidFill>
                <a:schemeClr val="tx1"/>
              </a:solidFill>
            </a:endParaRP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C62B40A8-6856-AD46-8972-64FE10355963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8817528" y="1595180"/>
            <a:ext cx="447902" cy="377668"/>
          </a:xfrm>
          <a:prstGeom prst="line">
            <a:avLst/>
          </a:prstGeom>
          <a:ln w="28575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D0279300-A31A-65F1-300B-0B225F4E6E08}"/>
              </a:ext>
            </a:extLst>
          </p:cNvPr>
          <p:cNvCxnSpPr>
            <a:cxnSpLocks/>
            <a:stCxn id="8" idx="3"/>
            <a:endCxn id="14" idx="1"/>
          </p:cNvCxnSpPr>
          <p:nvPr/>
        </p:nvCxnSpPr>
        <p:spPr>
          <a:xfrm>
            <a:off x="8817528" y="1972848"/>
            <a:ext cx="447902" cy="420340"/>
          </a:xfrm>
          <a:prstGeom prst="line">
            <a:avLst/>
          </a:prstGeom>
          <a:ln w="28575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n 16">
            <a:extLst>
              <a:ext uri="{FF2B5EF4-FFF2-40B4-BE49-F238E27FC236}">
                <a16:creationId xmlns:a16="http://schemas.microsoft.com/office/drawing/2014/main" id="{25732624-D408-0499-DEF2-9EEBE718D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66" y="2085838"/>
            <a:ext cx="5246671" cy="2943459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3BB01808-0F29-D83C-BD08-B6A7DAC20BFD}"/>
              </a:ext>
            </a:extLst>
          </p:cNvPr>
          <p:cNvSpPr/>
          <p:nvPr/>
        </p:nvSpPr>
        <p:spPr>
          <a:xfrm>
            <a:off x="1456295" y="5126476"/>
            <a:ext cx="3565237" cy="3171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>
                <a:solidFill>
                  <a:schemeClr val="tx1"/>
                </a:solidFill>
              </a:rPr>
              <a:t>Cálculo de ETA – Magnitud real de racionamiento</a:t>
            </a:r>
            <a:endParaRPr lang="es-CO" sz="1100" dirty="0">
              <a:solidFill>
                <a:schemeClr val="tx1"/>
              </a:solidFill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8198F9CA-022F-2F2C-C3A4-AE10220488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4256" y="3005978"/>
            <a:ext cx="5921852" cy="3546444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6157FDFB-B906-779E-9F6A-CA763DF202F1}"/>
              </a:ext>
            </a:extLst>
          </p:cNvPr>
          <p:cNvSpPr txBox="1"/>
          <p:nvPr/>
        </p:nvSpPr>
        <p:spPr>
          <a:xfrm>
            <a:off x="7798505" y="3867440"/>
            <a:ext cx="146177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000" b="0" i="0" u="none" strike="noStrike" dirty="0">
                <a:solidFill>
                  <a:srgbClr val="FFFF00"/>
                </a:solidFill>
                <a:effectLst/>
                <a:highlight>
                  <a:srgbClr val="FFFF00"/>
                </a:highlight>
                <a:latin typeface="Calibri" panose="020F0502020204030204" pitchFamily="34" charset="0"/>
              </a:rPr>
              <a:t>00000000000000</a:t>
            </a:r>
            <a:r>
              <a:rPr lang="es-CO" sz="1000" dirty="0">
                <a:highlight>
                  <a:srgbClr val="FFFF00"/>
                </a:highlight>
              </a:rPr>
              <a:t> 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8A6D1F2-6E4A-84A3-B54E-701131E18C8F}"/>
              </a:ext>
            </a:extLst>
          </p:cNvPr>
          <p:cNvSpPr txBox="1"/>
          <p:nvPr/>
        </p:nvSpPr>
        <p:spPr>
          <a:xfrm>
            <a:off x="9854117" y="6162885"/>
            <a:ext cx="102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=7435,7</a:t>
            </a:r>
            <a:endParaRPr lang="es-CO" sz="1400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6259AC2-9BFA-993D-35D3-6E0BB00248EC}"/>
              </a:ext>
            </a:extLst>
          </p:cNvPr>
          <p:cNvSpPr/>
          <p:nvPr/>
        </p:nvSpPr>
        <p:spPr>
          <a:xfrm>
            <a:off x="1632521" y="4377445"/>
            <a:ext cx="3114981" cy="3309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0CFE63D-7C03-F59A-99C1-78AF9BFCF0E5}"/>
              </a:ext>
            </a:extLst>
          </p:cNvPr>
          <p:cNvSpPr txBox="1"/>
          <p:nvPr/>
        </p:nvSpPr>
        <p:spPr>
          <a:xfrm>
            <a:off x="1732615" y="4427496"/>
            <a:ext cx="31149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50" dirty="0">
                <a:solidFill>
                  <a:schemeClr val="bg1"/>
                </a:solidFill>
              </a:rPr>
              <a:t>DCA = 120978 (Residencial) + 1353,7 (Oficial) </a:t>
            </a:r>
            <a:endParaRPr lang="es-CO" sz="1050" dirty="0">
              <a:solidFill>
                <a:schemeClr val="bg1"/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6CC1115F-0D82-735E-F38D-E2287D14C6D0}"/>
              </a:ext>
            </a:extLst>
          </p:cNvPr>
          <p:cNvSpPr txBox="1"/>
          <p:nvPr/>
        </p:nvSpPr>
        <p:spPr>
          <a:xfrm>
            <a:off x="2878552" y="240028"/>
            <a:ext cx="69842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CO" sz="3200" b="1" i="0" u="none" strike="noStrike" kern="1200" cap="none" spc="0" normalizeH="0" baseline="0" noProof="0" dirty="0">
                <a:ln>
                  <a:noFill/>
                </a:ln>
                <a:solidFill>
                  <a:srgbClr val="440099"/>
                </a:solidFill>
                <a:effectLst/>
                <a:uLnTx/>
                <a:uFillTx/>
                <a:latin typeface="Arial Rounded MT Bold" panose="020F0704030504030204" pitchFamily="34" charset="77"/>
                <a:ea typeface="+mn-ea"/>
                <a:cs typeface="Arial" panose="020B0604020202020204" pitchFamily="34" charset="0"/>
              </a:rPr>
              <a:t>Racionamiento Programado - RP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90238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C9CC97A0-FD47-9940-99D6-49A96F309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3551" y="602147"/>
            <a:ext cx="8769247" cy="1325563"/>
          </a:xfrm>
        </p:spPr>
        <p:txBody>
          <a:bodyPr/>
          <a:lstStyle/>
          <a:p>
            <a:r>
              <a:rPr lang="es-MX" sz="3200" dirty="0">
                <a:solidFill>
                  <a:schemeClr val="accent1"/>
                </a:solidFill>
              </a:rPr>
              <a:t>4. Seguimiento Pronósticos de Demanda (Evolución acuerdo CNO-1303)</a:t>
            </a:r>
          </a:p>
        </p:txBody>
      </p:sp>
      <p:sp>
        <p:nvSpPr>
          <p:cNvPr id="2" name="Rectángulo redondeado 1">
            <a:extLst>
              <a:ext uri="{FF2B5EF4-FFF2-40B4-BE49-F238E27FC236}">
                <a16:creationId xmlns:a16="http://schemas.microsoft.com/office/drawing/2014/main" id="{AEA35867-4969-E141-B077-6660E4C7ED85}"/>
              </a:ext>
            </a:extLst>
          </p:cNvPr>
          <p:cNvSpPr/>
          <p:nvPr/>
        </p:nvSpPr>
        <p:spPr>
          <a:xfrm>
            <a:off x="963089" y="1771212"/>
            <a:ext cx="3256156" cy="4685512"/>
          </a:xfrm>
          <a:prstGeom prst="roundRect">
            <a:avLst>
              <a:gd name="adj" fmla="val 543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23551F90-BC38-3F49-B894-48F8FADD537D}"/>
              </a:ext>
            </a:extLst>
          </p:cNvPr>
          <p:cNvSpPr/>
          <p:nvPr/>
        </p:nvSpPr>
        <p:spPr>
          <a:xfrm>
            <a:off x="4481299" y="1771211"/>
            <a:ext cx="3256156" cy="4685511"/>
          </a:xfrm>
          <a:prstGeom prst="roundRect">
            <a:avLst>
              <a:gd name="adj" fmla="val 543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CE469784-1B20-4049-88A3-0EFE21ACC08F}"/>
              </a:ext>
            </a:extLst>
          </p:cNvPr>
          <p:cNvSpPr/>
          <p:nvPr/>
        </p:nvSpPr>
        <p:spPr>
          <a:xfrm>
            <a:off x="7999509" y="1771212"/>
            <a:ext cx="3256156" cy="4685512"/>
          </a:xfrm>
          <a:prstGeom prst="roundRect">
            <a:avLst>
              <a:gd name="adj" fmla="val 543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23 CuadroTexto">
            <a:extLst>
              <a:ext uri="{FF2B5EF4-FFF2-40B4-BE49-F238E27FC236}">
                <a16:creationId xmlns:a16="http://schemas.microsoft.com/office/drawing/2014/main" id="{C94D2CF6-79A4-09D1-4560-7AF789C5F9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3448" y="2132177"/>
            <a:ext cx="171544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MX" sz="1800" b="1" dirty="0">
                <a:solidFill>
                  <a:srgbClr val="001A0C"/>
                </a:solidFill>
              </a:rPr>
              <a:t>Seguimientos</a:t>
            </a:r>
            <a:endParaRPr lang="es-CO" sz="1800" b="1" dirty="0">
              <a:solidFill>
                <a:srgbClr val="001A0C"/>
              </a:solidFill>
            </a:endParaRPr>
          </a:p>
        </p:txBody>
      </p:sp>
      <p:sp>
        <p:nvSpPr>
          <p:cNvPr id="4" name="23 CuadroTexto">
            <a:extLst>
              <a:ext uri="{FF2B5EF4-FFF2-40B4-BE49-F238E27FC236}">
                <a16:creationId xmlns:a16="http://schemas.microsoft.com/office/drawing/2014/main" id="{A052056D-D5BC-0D81-4D47-98161D0CE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6710" y="2736502"/>
            <a:ext cx="2848915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rgbClr val="001A0C"/>
                </a:solidFill>
              </a:rPr>
              <a:t>MC que no reportaron pronóstico oficial los viernes.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rgbClr val="001A0C"/>
                </a:solidFill>
              </a:rPr>
              <a:t>Desviaciones diarias del pronóstico oficial por MC.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rgbClr val="001A0C"/>
                </a:solidFill>
              </a:rPr>
              <a:t>Actualización del pronóstico oficial reportadas por el MC.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rgbClr val="001A0C"/>
                </a:solidFill>
              </a:rPr>
              <a:t>Resumen de la información utilizada para cálculo de desviaciones.</a:t>
            </a:r>
          </a:p>
        </p:txBody>
      </p:sp>
      <p:sp>
        <p:nvSpPr>
          <p:cNvPr id="15" name="23 CuadroTexto">
            <a:extLst>
              <a:ext uri="{FF2B5EF4-FFF2-40B4-BE49-F238E27FC236}">
                <a16:creationId xmlns:a16="http://schemas.microsoft.com/office/drawing/2014/main" id="{7020EF7D-3CB4-2EBB-C55E-62D58BC3B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3857" y="2130754"/>
            <a:ext cx="31535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MX" sz="1800" b="1" dirty="0">
                <a:solidFill>
                  <a:srgbClr val="001A0C"/>
                </a:solidFill>
              </a:rPr>
              <a:t>Actividades por desviación</a:t>
            </a:r>
            <a:endParaRPr lang="es-CO" sz="1800" b="1" dirty="0">
              <a:solidFill>
                <a:srgbClr val="001A0C"/>
              </a:solidFill>
            </a:endParaRPr>
          </a:p>
        </p:txBody>
      </p:sp>
      <p:sp>
        <p:nvSpPr>
          <p:cNvPr id="16" name="23 CuadroTexto">
            <a:extLst>
              <a:ext uri="{FF2B5EF4-FFF2-40B4-BE49-F238E27FC236}">
                <a16:creationId xmlns:a16="http://schemas.microsoft.com/office/drawing/2014/main" id="{9AC32068-2A8F-B4B2-CD02-CE32ACBF6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4919" y="2736502"/>
            <a:ext cx="2848915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rgbClr val="001A0C"/>
                </a:solidFill>
              </a:rPr>
              <a:t>Seguimiento a los planes de acción reportados a XM.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rgbClr val="001A0C"/>
                </a:solidFill>
              </a:rPr>
              <a:t>Seguimiento a las 7 actualizaciones diarias de pronóstico.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endParaRPr lang="es-MX" sz="1400" dirty="0">
              <a:solidFill>
                <a:srgbClr val="001A0C"/>
              </a:solidFill>
            </a:endParaRPr>
          </a:p>
        </p:txBody>
      </p:sp>
      <p:sp>
        <p:nvSpPr>
          <p:cNvPr id="17" name="23 CuadroTexto">
            <a:extLst>
              <a:ext uri="{FF2B5EF4-FFF2-40B4-BE49-F238E27FC236}">
                <a16:creationId xmlns:a16="http://schemas.microsoft.com/office/drawing/2014/main" id="{946E3FA8-EF6C-4AD7-B190-838C10E90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7065" y="2132177"/>
            <a:ext cx="24431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MX" sz="1800" b="1" dirty="0">
                <a:solidFill>
                  <a:srgbClr val="001A0C"/>
                </a:solidFill>
              </a:rPr>
              <a:t>Reportes mensuales</a:t>
            </a:r>
            <a:endParaRPr lang="es-CO" sz="1800" b="1" dirty="0">
              <a:solidFill>
                <a:srgbClr val="001A0C"/>
              </a:solidFill>
            </a:endParaRPr>
          </a:p>
        </p:txBody>
      </p:sp>
      <p:sp>
        <p:nvSpPr>
          <p:cNvPr id="18" name="23 CuadroTexto">
            <a:extLst>
              <a:ext uri="{FF2B5EF4-FFF2-40B4-BE49-F238E27FC236}">
                <a16:creationId xmlns:a16="http://schemas.microsoft.com/office/drawing/2014/main" id="{98B68B6E-828B-A91D-4A8E-AA0946D282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4192" y="2736502"/>
            <a:ext cx="2848915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rgbClr val="001A0C"/>
                </a:solidFill>
              </a:rPr>
              <a:t>5 MC con mayor número de dos desviaciones consecutivas.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rgbClr val="001A0C"/>
                </a:solidFill>
              </a:rPr>
              <a:t>Reporte de DNA y Potencia máxima por MC.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rgbClr val="001A0C"/>
                </a:solidFill>
              </a:rPr>
              <a:t>Resumen mensual de desempeño de trimestre.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C0D2AE20-3204-743D-1CF2-1B076E1F70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2729" y="4556842"/>
            <a:ext cx="1120069" cy="1285533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003468A8-6D89-AD60-C4D4-9EEC10D7BE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0798" y="4976828"/>
            <a:ext cx="988386" cy="921602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F51E3B29-412D-5929-67C9-E1F4D90A79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4683" y="4917596"/>
            <a:ext cx="1115434" cy="1040066"/>
          </a:xfrm>
          <a:prstGeom prst="rect">
            <a:avLst/>
          </a:prstGeom>
        </p:spPr>
      </p:pic>
      <p:grpSp>
        <p:nvGrpSpPr>
          <p:cNvPr id="38" name="Grupo 37">
            <a:extLst>
              <a:ext uri="{FF2B5EF4-FFF2-40B4-BE49-F238E27FC236}">
                <a16:creationId xmlns:a16="http://schemas.microsoft.com/office/drawing/2014/main" id="{4D6C07F3-A7D5-F714-093F-590639DA860A}"/>
              </a:ext>
            </a:extLst>
          </p:cNvPr>
          <p:cNvGrpSpPr/>
          <p:nvPr/>
        </p:nvGrpSpPr>
        <p:grpSpPr>
          <a:xfrm>
            <a:off x="4376364" y="3903247"/>
            <a:ext cx="2943079" cy="2455829"/>
            <a:chOff x="4320308" y="3944548"/>
            <a:chExt cx="2943079" cy="2455829"/>
          </a:xfrm>
        </p:grpSpPr>
        <p:cxnSp>
          <p:nvCxnSpPr>
            <p:cNvPr id="22" name="Conector recto de flecha 21">
              <a:extLst>
                <a:ext uri="{FF2B5EF4-FFF2-40B4-BE49-F238E27FC236}">
                  <a16:creationId xmlns:a16="http://schemas.microsoft.com/office/drawing/2014/main" id="{BDADCC28-D0C3-1536-7E8C-D4963FD8FD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08920" y="4160332"/>
              <a:ext cx="0" cy="1978661"/>
            </a:xfrm>
            <a:prstGeom prst="straightConnector1">
              <a:avLst/>
            </a:prstGeom>
            <a:ln w="19050" cap="flat" cmpd="sng" algn="ctr">
              <a:solidFill>
                <a:srgbClr val="001A0C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3" name="Conector recto de flecha 22">
              <a:extLst>
                <a:ext uri="{FF2B5EF4-FFF2-40B4-BE49-F238E27FC236}">
                  <a16:creationId xmlns:a16="http://schemas.microsoft.com/office/drawing/2014/main" id="{DD2ABCCA-7056-086E-4072-48EE68DB71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08920" y="6138222"/>
              <a:ext cx="2454467" cy="771"/>
            </a:xfrm>
            <a:prstGeom prst="straightConnector1">
              <a:avLst/>
            </a:prstGeom>
            <a:ln w="19050" cap="flat" cmpd="sng" algn="ctr">
              <a:solidFill>
                <a:srgbClr val="001A0C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68190512-35DC-CAC5-5E62-33ADEF382E63}"/>
                </a:ext>
              </a:extLst>
            </p:cNvPr>
            <p:cNvSpPr/>
            <p:nvPr/>
          </p:nvSpPr>
          <p:spPr>
            <a:xfrm>
              <a:off x="4808919" y="4635281"/>
              <a:ext cx="2411031" cy="730101"/>
            </a:xfrm>
            <a:custGeom>
              <a:avLst/>
              <a:gdLst>
                <a:gd name="connsiteX0" fmla="*/ 0 w 3215640"/>
                <a:gd name="connsiteY0" fmla="*/ 543593 h 730101"/>
                <a:gd name="connsiteX1" fmla="*/ 294640 w 3215640"/>
                <a:gd name="connsiteY1" fmla="*/ 640113 h 730101"/>
                <a:gd name="connsiteX2" fmla="*/ 812800 w 3215640"/>
                <a:gd name="connsiteY2" fmla="*/ 726473 h 730101"/>
                <a:gd name="connsiteX3" fmla="*/ 1198880 w 3215640"/>
                <a:gd name="connsiteY3" fmla="*/ 513113 h 730101"/>
                <a:gd name="connsiteX4" fmla="*/ 1590040 w 3215640"/>
                <a:gd name="connsiteY4" fmla="*/ 248953 h 730101"/>
                <a:gd name="connsiteX5" fmla="*/ 2001520 w 3215640"/>
                <a:gd name="connsiteY5" fmla="*/ 330233 h 730101"/>
                <a:gd name="connsiteX6" fmla="*/ 2382520 w 3215640"/>
                <a:gd name="connsiteY6" fmla="*/ 309913 h 730101"/>
                <a:gd name="connsiteX7" fmla="*/ 2763520 w 3215640"/>
                <a:gd name="connsiteY7" fmla="*/ 33 h 730101"/>
                <a:gd name="connsiteX8" fmla="*/ 3215640 w 3215640"/>
                <a:gd name="connsiteY8" fmla="*/ 330233 h 730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15640" h="730101">
                  <a:moveTo>
                    <a:pt x="0" y="543593"/>
                  </a:moveTo>
                  <a:cubicBezTo>
                    <a:pt x="79586" y="576613"/>
                    <a:pt x="159173" y="609633"/>
                    <a:pt x="294640" y="640113"/>
                  </a:cubicBezTo>
                  <a:cubicBezTo>
                    <a:pt x="430107" y="670593"/>
                    <a:pt x="662093" y="747640"/>
                    <a:pt x="812800" y="726473"/>
                  </a:cubicBezTo>
                  <a:cubicBezTo>
                    <a:pt x="963507" y="705306"/>
                    <a:pt x="1069340" y="592700"/>
                    <a:pt x="1198880" y="513113"/>
                  </a:cubicBezTo>
                  <a:cubicBezTo>
                    <a:pt x="1328420" y="433526"/>
                    <a:pt x="1456267" y="279433"/>
                    <a:pt x="1590040" y="248953"/>
                  </a:cubicBezTo>
                  <a:cubicBezTo>
                    <a:pt x="1723813" y="218473"/>
                    <a:pt x="1869440" y="320073"/>
                    <a:pt x="2001520" y="330233"/>
                  </a:cubicBezTo>
                  <a:cubicBezTo>
                    <a:pt x="2133600" y="340393"/>
                    <a:pt x="2255520" y="364946"/>
                    <a:pt x="2382520" y="309913"/>
                  </a:cubicBezTo>
                  <a:cubicBezTo>
                    <a:pt x="2509520" y="254880"/>
                    <a:pt x="2624667" y="-3354"/>
                    <a:pt x="2763520" y="33"/>
                  </a:cubicBezTo>
                  <a:cubicBezTo>
                    <a:pt x="2902373" y="3420"/>
                    <a:pt x="3152987" y="221860"/>
                    <a:pt x="3215640" y="330233"/>
                  </a:cubicBez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7A41D13F-2FDC-7539-446C-C17ADF8EF703}"/>
                </a:ext>
              </a:extLst>
            </p:cNvPr>
            <p:cNvSpPr txBox="1"/>
            <p:nvPr/>
          </p:nvSpPr>
          <p:spPr>
            <a:xfrm>
              <a:off x="5585012" y="6123378"/>
              <a:ext cx="12270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200" b="1" dirty="0">
                  <a:solidFill>
                    <a:srgbClr val="001A0C"/>
                  </a:solidFill>
                </a:rPr>
                <a:t>Periodo</a:t>
              </a:r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BC274C23-327F-8E3C-C08D-7386C6A4CCEB}"/>
                </a:ext>
              </a:extLst>
            </p:cNvPr>
            <p:cNvSpPr txBox="1"/>
            <p:nvPr/>
          </p:nvSpPr>
          <p:spPr>
            <a:xfrm>
              <a:off x="4320308" y="3944548"/>
              <a:ext cx="9470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200" b="1" dirty="0">
                  <a:solidFill>
                    <a:srgbClr val="001A0C"/>
                  </a:solidFill>
                </a:rPr>
                <a:t>MWh</a:t>
              </a:r>
            </a:p>
          </p:txBody>
        </p:sp>
        <p:sp>
          <p:nvSpPr>
            <p:cNvPr id="29" name="Forma libre: forma 28">
              <a:extLst>
                <a:ext uri="{FF2B5EF4-FFF2-40B4-BE49-F238E27FC236}">
                  <a16:creationId xmlns:a16="http://schemas.microsoft.com/office/drawing/2014/main" id="{9953AACC-2044-7CE4-26FF-15862F0AD1EA}"/>
                </a:ext>
              </a:extLst>
            </p:cNvPr>
            <p:cNvSpPr/>
            <p:nvPr/>
          </p:nvSpPr>
          <p:spPr>
            <a:xfrm>
              <a:off x="4819650" y="4753492"/>
              <a:ext cx="2390775" cy="743369"/>
            </a:xfrm>
            <a:custGeom>
              <a:avLst/>
              <a:gdLst>
                <a:gd name="connsiteX0" fmla="*/ 0 w 2390775"/>
                <a:gd name="connsiteY0" fmla="*/ 447158 h 743369"/>
                <a:gd name="connsiteX1" fmla="*/ 247650 w 2390775"/>
                <a:gd name="connsiteY1" fmla="*/ 637658 h 743369"/>
                <a:gd name="connsiteX2" fmla="*/ 666750 w 2390775"/>
                <a:gd name="connsiteY2" fmla="*/ 742433 h 743369"/>
                <a:gd name="connsiteX3" fmla="*/ 914400 w 2390775"/>
                <a:gd name="connsiteY3" fmla="*/ 580508 h 743369"/>
                <a:gd name="connsiteX4" fmla="*/ 1114425 w 2390775"/>
                <a:gd name="connsiteY4" fmla="*/ 304283 h 743369"/>
                <a:gd name="connsiteX5" fmla="*/ 1466850 w 2390775"/>
                <a:gd name="connsiteY5" fmla="*/ 351908 h 743369"/>
                <a:gd name="connsiteX6" fmla="*/ 1628775 w 2390775"/>
                <a:gd name="connsiteY6" fmla="*/ 380483 h 743369"/>
                <a:gd name="connsiteX7" fmla="*/ 1905000 w 2390775"/>
                <a:gd name="connsiteY7" fmla="*/ 228083 h 743369"/>
                <a:gd name="connsiteX8" fmla="*/ 1990725 w 2390775"/>
                <a:gd name="connsiteY8" fmla="*/ 28058 h 743369"/>
                <a:gd name="connsiteX9" fmla="*/ 2143125 w 2390775"/>
                <a:gd name="connsiteY9" fmla="*/ 28058 h 743369"/>
                <a:gd name="connsiteX10" fmla="*/ 2390775 w 2390775"/>
                <a:gd name="connsiteY10" fmla="*/ 275708 h 743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90775" h="743369">
                  <a:moveTo>
                    <a:pt x="0" y="447158"/>
                  </a:moveTo>
                  <a:cubicBezTo>
                    <a:pt x="68262" y="517802"/>
                    <a:pt x="136525" y="588446"/>
                    <a:pt x="247650" y="637658"/>
                  </a:cubicBezTo>
                  <a:cubicBezTo>
                    <a:pt x="358775" y="686870"/>
                    <a:pt x="555625" y="751958"/>
                    <a:pt x="666750" y="742433"/>
                  </a:cubicBezTo>
                  <a:cubicBezTo>
                    <a:pt x="777875" y="732908"/>
                    <a:pt x="839788" y="653533"/>
                    <a:pt x="914400" y="580508"/>
                  </a:cubicBezTo>
                  <a:cubicBezTo>
                    <a:pt x="989013" y="507483"/>
                    <a:pt x="1022350" y="342383"/>
                    <a:pt x="1114425" y="304283"/>
                  </a:cubicBezTo>
                  <a:cubicBezTo>
                    <a:pt x="1206500" y="266183"/>
                    <a:pt x="1381125" y="339208"/>
                    <a:pt x="1466850" y="351908"/>
                  </a:cubicBezTo>
                  <a:cubicBezTo>
                    <a:pt x="1552575" y="364608"/>
                    <a:pt x="1555750" y="401120"/>
                    <a:pt x="1628775" y="380483"/>
                  </a:cubicBezTo>
                  <a:cubicBezTo>
                    <a:pt x="1701800" y="359846"/>
                    <a:pt x="1844675" y="286820"/>
                    <a:pt x="1905000" y="228083"/>
                  </a:cubicBezTo>
                  <a:cubicBezTo>
                    <a:pt x="1965325" y="169346"/>
                    <a:pt x="1951038" y="61395"/>
                    <a:pt x="1990725" y="28058"/>
                  </a:cubicBezTo>
                  <a:cubicBezTo>
                    <a:pt x="2030412" y="-5279"/>
                    <a:pt x="2076450" y="-13217"/>
                    <a:pt x="2143125" y="28058"/>
                  </a:cubicBezTo>
                  <a:cubicBezTo>
                    <a:pt x="2209800" y="69333"/>
                    <a:pt x="2374900" y="213795"/>
                    <a:pt x="2390775" y="275708"/>
                  </a:cubicBezTo>
                </a:path>
              </a:pathLst>
            </a:custGeom>
            <a:noFill/>
            <a:ln w="1905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D09734BE-B01F-644F-4377-A435C08538A6}"/>
                </a:ext>
              </a:extLst>
            </p:cNvPr>
            <p:cNvSpPr txBox="1"/>
            <p:nvPr/>
          </p:nvSpPr>
          <p:spPr>
            <a:xfrm>
              <a:off x="5448346" y="4254037"/>
              <a:ext cx="155169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050" b="1" dirty="0">
                  <a:solidFill>
                    <a:srgbClr val="001A0C"/>
                  </a:solidFill>
                </a:rPr>
                <a:t>Demanda real</a:t>
              </a:r>
            </a:p>
          </p:txBody>
        </p:sp>
        <p:cxnSp>
          <p:nvCxnSpPr>
            <p:cNvPr id="32" name="Conector recto de flecha 31">
              <a:extLst>
                <a:ext uri="{FF2B5EF4-FFF2-40B4-BE49-F238E27FC236}">
                  <a16:creationId xmlns:a16="http://schemas.microsoft.com/office/drawing/2014/main" id="{97411A04-474B-438C-C128-772C83BDA3D4}"/>
                </a:ext>
              </a:extLst>
            </p:cNvPr>
            <p:cNvCxnSpPr>
              <a:stCxn id="31" idx="2"/>
            </p:cNvCxnSpPr>
            <p:nvPr/>
          </p:nvCxnSpPr>
          <p:spPr>
            <a:xfrm>
              <a:off x="6224195" y="4507953"/>
              <a:ext cx="1770" cy="359226"/>
            </a:xfrm>
            <a:prstGeom prst="straightConnector1">
              <a:avLst/>
            </a:prstGeom>
            <a:ln w="9525" cap="flat" cmpd="sng" algn="ctr">
              <a:solidFill>
                <a:srgbClr val="001A0C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0E2D0C3D-513B-9CA4-674D-0FEE631E216D}"/>
                </a:ext>
              </a:extLst>
            </p:cNvPr>
            <p:cNvSpPr txBox="1"/>
            <p:nvPr/>
          </p:nvSpPr>
          <p:spPr>
            <a:xfrm>
              <a:off x="5510651" y="5301792"/>
              <a:ext cx="1551697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050" b="1" dirty="0">
                  <a:solidFill>
                    <a:srgbClr val="001A0C"/>
                  </a:solidFill>
                </a:rPr>
                <a:t>Pronóstico de demanda</a:t>
              </a:r>
            </a:p>
          </p:txBody>
        </p:sp>
        <p:cxnSp>
          <p:nvCxnSpPr>
            <p:cNvPr id="34" name="Conector recto de flecha 33">
              <a:extLst>
                <a:ext uri="{FF2B5EF4-FFF2-40B4-BE49-F238E27FC236}">
                  <a16:creationId xmlns:a16="http://schemas.microsoft.com/office/drawing/2014/main" id="{C7067D54-F5BF-02F7-5075-E282B5352BE9}"/>
                </a:ext>
              </a:extLst>
            </p:cNvPr>
            <p:cNvCxnSpPr>
              <a:cxnSpLocks/>
              <a:stCxn id="33" idx="0"/>
              <a:endCxn id="29" idx="5"/>
            </p:cNvCxnSpPr>
            <p:nvPr/>
          </p:nvCxnSpPr>
          <p:spPr>
            <a:xfrm flipV="1">
              <a:off x="6286500" y="5105400"/>
              <a:ext cx="0" cy="196392"/>
            </a:xfrm>
            <a:prstGeom prst="straightConnector1">
              <a:avLst/>
            </a:prstGeom>
            <a:ln w="9525" cap="flat" cmpd="sng" algn="ctr">
              <a:solidFill>
                <a:srgbClr val="001A0C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48462B5E-FF38-A3AF-C939-A343F1F821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1335" y="151342"/>
            <a:ext cx="1156021" cy="95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433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6">
            <a:extLst>
              <a:ext uri="{FF2B5EF4-FFF2-40B4-BE49-F238E27FC236}">
                <a16:creationId xmlns:a16="http://schemas.microsoft.com/office/drawing/2014/main" id="{B102C632-E3A9-35A2-8E2F-A72EF59AD270}"/>
              </a:ext>
            </a:extLst>
          </p:cNvPr>
          <p:cNvSpPr txBox="1">
            <a:spLocks/>
          </p:cNvSpPr>
          <p:nvPr/>
        </p:nvSpPr>
        <p:spPr>
          <a:xfrm>
            <a:off x="2668543" y="67841"/>
            <a:ext cx="9011574" cy="10300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3200" b="1" dirty="0">
                <a:latin typeface="Arial Rounded MT Bold" panose="020F0704030504030204" pitchFamily="34" charset="77"/>
              </a:rPr>
              <a:t>4. </a:t>
            </a:r>
            <a:r>
              <a:rPr lang="es-MX" b="1" dirty="0">
                <a:latin typeface="Arial Rounded MT Bold" panose="020F0704030504030204" pitchFamily="34" charset="77"/>
              </a:rPr>
              <a:t>Seguimiento Pronósticos de Demanda (Evolución acuerdo CNO-1303)</a:t>
            </a:r>
            <a:endParaRPr lang="es-MX" sz="3200" b="1" dirty="0">
              <a:latin typeface="Arial Rounded MT Bold" panose="020F0704030504030204" pitchFamily="34" charset="77"/>
            </a:endParaRPr>
          </a:p>
        </p:txBody>
      </p:sp>
      <p:sp>
        <p:nvSpPr>
          <p:cNvPr id="2" name="Rectángulo redondeado 4">
            <a:extLst>
              <a:ext uri="{FF2B5EF4-FFF2-40B4-BE49-F238E27FC236}">
                <a16:creationId xmlns:a16="http://schemas.microsoft.com/office/drawing/2014/main" id="{98744F52-05B3-235A-A8A3-AD2938F5C7ED}"/>
              </a:ext>
            </a:extLst>
          </p:cNvPr>
          <p:cNvSpPr/>
          <p:nvPr/>
        </p:nvSpPr>
        <p:spPr>
          <a:xfrm>
            <a:off x="901148" y="2849526"/>
            <a:ext cx="4550735" cy="167994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" name="Rectángulo redondeado 5">
            <a:extLst>
              <a:ext uri="{FF2B5EF4-FFF2-40B4-BE49-F238E27FC236}">
                <a16:creationId xmlns:a16="http://schemas.microsoft.com/office/drawing/2014/main" id="{EFE64898-067F-B521-4E44-5660C14E85AE}"/>
              </a:ext>
            </a:extLst>
          </p:cNvPr>
          <p:cNvSpPr/>
          <p:nvPr/>
        </p:nvSpPr>
        <p:spPr>
          <a:xfrm>
            <a:off x="3878264" y="2849526"/>
            <a:ext cx="4550735" cy="167994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 redondeado 6">
            <a:extLst>
              <a:ext uri="{FF2B5EF4-FFF2-40B4-BE49-F238E27FC236}">
                <a16:creationId xmlns:a16="http://schemas.microsoft.com/office/drawing/2014/main" id="{B0EE74A0-6449-A434-6745-CD09BC221EB6}"/>
              </a:ext>
            </a:extLst>
          </p:cNvPr>
          <p:cNvSpPr/>
          <p:nvPr/>
        </p:nvSpPr>
        <p:spPr>
          <a:xfrm>
            <a:off x="6834115" y="2849526"/>
            <a:ext cx="4550735" cy="167994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3D73E8D-CD03-05C7-AD0E-C907650C1E66}"/>
              </a:ext>
            </a:extLst>
          </p:cNvPr>
          <p:cNvSpPr txBox="1"/>
          <p:nvPr/>
        </p:nvSpPr>
        <p:spPr>
          <a:xfrm>
            <a:off x="1332580" y="3328332"/>
            <a:ext cx="25586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Ingresa a la </a:t>
            </a:r>
            <a:r>
              <a:rPr lang="es-CO" dirty="0">
                <a:solidFill>
                  <a:schemeClr val="bg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página Web de </a:t>
            </a:r>
            <a:r>
              <a:rPr lang="es-CO" dirty="0" err="1">
                <a:solidFill>
                  <a:schemeClr val="bg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XM</a:t>
            </a:r>
            <a:endParaRPr lang="es-CO" dirty="0">
              <a:solidFill>
                <a:schemeClr val="bg2"/>
              </a:solidFill>
            </a:endParaRPr>
          </a:p>
          <a:p>
            <a:pPr algn="ctr"/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5DB3453-C536-0883-3C19-6FE726EF30D7}"/>
              </a:ext>
            </a:extLst>
          </p:cNvPr>
          <p:cNvSpPr txBox="1"/>
          <p:nvPr/>
        </p:nvSpPr>
        <p:spPr>
          <a:xfrm>
            <a:off x="4189994" y="3328332"/>
            <a:ext cx="25586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Ir a sección “</a:t>
            </a:r>
            <a:r>
              <a:rPr lang="es-CO" dirty="0">
                <a:solidFill>
                  <a:schemeClr val="bg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Eventos Operación SIN</a:t>
            </a:r>
            <a:r>
              <a:rPr lang="es-CO" dirty="0">
                <a:solidFill>
                  <a:schemeClr val="bg1"/>
                </a:solidFill>
              </a:rPr>
              <a:t>” e iniciar sesión</a:t>
            </a:r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BAC949-971E-DABF-DB6B-498D4CB751FD}"/>
              </a:ext>
            </a:extLst>
          </p:cNvPr>
          <p:cNvSpPr txBox="1"/>
          <p:nvPr/>
        </p:nvSpPr>
        <p:spPr>
          <a:xfrm>
            <a:off x="7412327" y="3093441"/>
            <a:ext cx="33943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Ir a sección “Seguimiento pronóstico de demanda por mercado de comercialización (MC) acuerdo CNO 1303” </a:t>
            </a:r>
            <a:endParaRPr lang="es-CO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C699E9B-0A1D-456B-BD2A-60F4913528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0097" y="4529470"/>
            <a:ext cx="5108901" cy="2192902"/>
          </a:xfrm>
          <a:prstGeom prst="rect">
            <a:avLst/>
          </a:prstGeom>
        </p:spPr>
      </p:pic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A811FC98-F239-EC1D-F817-132453E079AB}"/>
              </a:ext>
            </a:extLst>
          </p:cNvPr>
          <p:cNvSpPr/>
          <p:nvPr/>
        </p:nvSpPr>
        <p:spPr>
          <a:xfrm>
            <a:off x="6594034" y="5826830"/>
            <a:ext cx="1160592" cy="807202"/>
          </a:xfrm>
          <a:prstGeom prst="roundRect">
            <a:avLst/>
          </a:prstGeom>
          <a:noFill/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DBB5381F-8977-CD44-B1C2-E1855A4E7F5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437" r="23578"/>
          <a:stretch/>
        </p:blipFill>
        <p:spPr>
          <a:xfrm>
            <a:off x="5096656" y="948101"/>
            <a:ext cx="5943743" cy="1914057"/>
          </a:xfrm>
          <a:prstGeom prst="rect">
            <a:avLst/>
          </a:prstGeom>
        </p:spPr>
      </p:pic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553DE3B5-0330-8765-05B2-72126D5964B7}"/>
              </a:ext>
            </a:extLst>
          </p:cNvPr>
          <p:cNvSpPr/>
          <p:nvPr/>
        </p:nvSpPr>
        <p:spPr>
          <a:xfrm>
            <a:off x="7035716" y="2286239"/>
            <a:ext cx="1856614" cy="415016"/>
          </a:xfrm>
          <a:prstGeom prst="roundRect">
            <a:avLst/>
          </a:prstGeom>
          <a:noFill/>
          <a:ln w="28575">
            <a:solidFill>
              <a:schemeClr val="accent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EE4E44F-402D-AAF6-A96C-EDA9966BBB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98631" y="151342"/>
            <a:ext cx="1156021" cy="95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6350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B5B809AB-7C45-D246-9F09-0BF3C8BF800C}"/>
              </a:ext>
            </a:extLst>
          </p:cNvPr>
          <p:cNvSpPr/>
          <p:nvPr/>
        </p:nvSpPr>
        <p:spPr>
          <a:xfrm>
            <a:off x="8903086" y="3976268"/>
            <a:ext cx="1773944" cy="1745028"/>
          </a:xfrm>
          <a:prstGeom prst="roundRect">
            <a:avLst>
              <a:gd name="adj" fmla="val 7682"/>
            </a:avLst>
          </a:prstGeom>
          <a:noFill/>
          <a:ln w="889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Marcador de texto 5">
            <a:extLst>
              <a:ext uri="{FF2B5EF4-FFF2-40B4-BE49-F238E27FC236}">
                <a16:creationId xmlns:a16="http://schemas.microsoft.com/office/drawing/2014/main" id="{FA929917-F98B-C640-803A-532F625A4C50}"/>
              </a:ext>
            </a:extLst>
          </p:cNvPr>
          <p:cNvSpPr txBox="1">
            <a:spLocks/>
          </p:cNvSpPr>
          <p:nvPr/>
        </p:nvSpPr>
        <p:spPr>
          <a:xfrm>
            <a:off x="8850530" y="4243689"/>
            <a:ext cx="1879055" cy="979102"/>
          </a:xfrm>
          <a:prstGeom prst="rect">
            <a:avLst/>
          </a:prstGeom>
        </p:spPr>
        <p:txBody>
          <a:bodyPr anchor="ctr"/>
          <a:lstStyle>
            <a:defPPr>
              <a:defRPr lang="es-CO"/>
            </a:defPPr>
            <a:lvl1pPr marL="0" algn="l" defTabSz="914400" rtl="0" eaLnBrk="1" latinLnBrk="0" hangingPunct="1">
              <a:defRPr lang="es-CO" sz="1100" kern="1200">
                <a:solidFill>
                  <a:srgbClr val="2C2A29"/>
                </a:solidFill>
                <a:latin typeface="CIBFont Sans Book" panose="020B06030202020201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4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&lt;5%</a:t>
            </a:r>
            <a:endParaRPr lang="es-CO" sz="28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Marcador de texto 6">
            <a:extLst>
              <a:ext uri="{FF2B5EF4-FFF2-40B4-BE49-F238E27FC236}">
                <a16:creationId xmlns:a16="http://schemas.microsoft.com/office/drawing/2014/main" id="{57BAE1EE-7710-7140-840E-99D92EEB4A80}"/>
              </a:ext>
            </a:extLst>
          </p:cNvPr>
          <p:cNvSpPr txBox="1">
            <a:spLocks/>
          </p:cNvSpPr>
          <p:nvPr/>
        </p:nvSpPr>
        <p:spPr>
          <a:xfrm>
            <a:off x="10794199" y="4330793"/>
            <a:ext cx="1773944" cy="979102"/>
          </a:xfrm>
          <a:prstGeom prst="rect">
            <a:avLst/>
          </a:prstGeom>
          <a:effectLst>
            <a:outerShdw blurRad="304800" dir="2700000" sx="110000" sy="11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es-CO" sz="1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Mapes menores al 5%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D76F26C3-4C40-174B-9353-E25606EA72FF}"/>
              </a:ext>
            </a:extLst>
          </p:cNvPr>
          <p:cNvCxnSpPr>
            <a:cxnSpLocks/>
          </p:cNvCxnSpPr>
          <p:nvPr/>
        </p:nvCxnSpPr>
        <p:spPr>
          <a:xfrm>
            <a:off x="3888637" y="1686483"/>
            <a:ext cx="0" cy="3885026"/>
          </a:xfrm>
          <a:prstGeom prst="line">
            <a:avLst/>
          </a:prstGeom>
          <a:ln w="12700"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arcador de texto 5">
            <a:extLst>
              <a:ext uri="{FF2B5EF4-FFF2-40B4-BE49-F238E27FC236}">
                <a16:creationId xmlns:a16="http://schemas.microsoft.com/office/drawing/2014/main" id="{D353B9CB-2A21-1340-A319-EBC4208AE6F4}"/>
              </a:ext>
            </a:extLst>
          </p:cNvPr>
          <p:cNvSpPr txBox="1">
            <a:spLocks/>
          </p:cNvSpPr>
          <p:nvPr/>
        </p:nvSpPr>
        <p:spPr>
          <a:xfrm>
            <a:off x="4081983" y="2291506"/>
            <a:ext cx="3889463" cy="1084072"/>
          </a:xfrm>
          <a:prstGeom prst="rect">
            <a:avLst/>
          </a:prstGeom>
        </p:spPr>
        <p:txBody>
          <a:bodyPr anchor="t"/>
          <a:lstStyle>
            <a:defPPr>
              <a:defRPr lang="es-CO"/>
            </a:defPPr>
            <a:lvl1pPr marL="0" algn="l" defTabSz="914400" rtl="0" eaLnBrk="1" latinLnBrk="0" hangingPunct="1">
              <a:defRPr lang="es-CO" sz="1100" kern="1200">
                <a:solidFill>
                  <a:srgbClr val="2C2A29"/>
                </a:solidFill>
                <a:latin typeface="CIBFont Sans Book" panose="020B06030202020201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Pronósticos 5-minutales P y Q.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SIN, Areas y barras/cargas equivalentes.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sz="140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76D1B36E-872D-B318-0454-FD6ACA34A34F}"/>
              </a:ext>
            </a:extLst>
          </p:cNvPr>
          <p:cNvCxnSpPr>
            <a:cxnSpLocks/>
          </p:cNvCxnSpPr>
          <p:nvPr/>
        </p:nvCxnSpPr>
        <p:spPr>
          <a:xfrm>
            <a:off x="8158717" y="1686483"/>
            <a:ext cx="0" cy="3885026"/>
          </a:xfrm>
          <a:prstGeom prst="line">
            <a:avLst/>
          </a:prstGeom>
          <a:ln w="12700"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texto 6">
            <a:extLst>
              <a:ext uri="{FF2B5EF4-FFF2-40B4-BE49-F238E27FC236}">
                <a16:creationId xmlns:a16="http://schemas.microsoft.com/office/drawing/2014/main" id="{A46D061A-EB9E-1801-4FC6-3B61EE652265}"/>
              </a:ext>
            </a:extLst>
          </p:cNvPr>
          <p:cNvSpPr txBox="1">
            <a:spLocks/>
          </p:cNvSpPr>
          <p:nvPr/>
        </p:nvSpPr>
        <p:spPr>
          <a:xfrm>
            <a:off x="2807668" y="311407"/>
            <a:ext cx="7765666" cy="9511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3200" b="1" dirty="0">
                <a:latin typeface="Arial Rounded MT Bold" panose="020F0704030504030204" pitchFamily="34" charset="77"/>
                <a:cs typeface="Arial" panose="020B0604020202020204" pitchFamily="34" charset="0"/>
              </a:rPr>
              <a:t>5. </a:t>
            </a:r>
            <a:r>
              <a:rPr lang="es-MX" sz="3200" b="1" dirty="0">
                <a:latin typeface="Arial Rounded MT Bold" panose="020F0704030504030204" pitchFamily="34" charset="77"/>
                <a:cs typeface="Arial" panose="020B0604020202020204" pitchFamily="34" charset="0"/>
              </a:rPr>
              <a:t>Proyecciones de Sistema de Pronósticos en tiempo real</a:t>
            </a:r>
          </a:p>
          <a:p>
            <a:pPr marL="0" indent="0" algn="ctr">
              <a:buNone/>
            </a:pPr>
            <a:endParaRPr lang="es-CO" sz="3200" b="1" dirty="0">
              <a:latin typeface="Arial Rounded MT Bold" panose="020F0704030504030204" pitchFamily="34" charset="77"/>
              <a:cs typeface="Arial" panose="020B0604020202020204" pitchFamily="34" charset="0"/>
            </a:endParaRPr>
          </a:p>
        </p:txBody>
      </p:sp>
      <p:sp>
        <p:nvSpPr>
          <p:cNvPr id="15" name="Rectángulo redondeado 43">
            <a:extLst>
              <a:ext uri="{FF2B5EF4-FFF2-40B4-BE49-F238E27FC236}">
                <a16:creationId xmlns:a16="http://schemas.microsoft.com/office/drawing/2014/main" id="{3ADA5714-2045-68B4-475B-6D05A7792F1A}"/>
              </a:ext>
            </a:extLst>
          </p:cNvPr>
          <p:cNvSpPr/>
          <p:nvPr/>
        </p:nvSpPr>
        <p:spPr>
          <a:xfrm>
            <a:off x="921596" y="3336586"/>
            <a:ext cx="1974003" cy="858743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s-ES" sz="1600" kern="1200" dirty="0">
              <a:latin typeface="+mj-lt"/>
            </a:endParaRPr>
          </a:p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1600" kern="1200" dirty="0">
                <a:latin typeface="+mj-lt"/>
              </a:rPr>
              <a:t>Modelo</a:t>
            </a:r>
          </a:p>
          <a:p>
            <a:endParaRPr lang="es-CO" sz="1600" dirty="0"/>
          </a:p>
        </p:txBody>
      </p:sp>
      <p:sp>
        <p:nvSpPr>
          <p:cNvPr id="16" name="TextBox 22">
            <a:extLst>
              <a:ext uri="{FF2B5EF4-FFF2-40B4-BE49-F238E27FC236}">
                <a16:creationId xmlns:a16="http://schemas.microsoft.com/office/drawing/2014/main" id="{538C780F-4FBD-1715-83D1-3B971F33E5B9}"/>
              </a:ext>
            </a:extLst>
          </p:cNvPr>
          <p:cNvSpPr txBox="1"/>
          <p:nvPr/>
        </p:nvSpPr>
        <p:spPr>
          <a:xfrm>
            <a:off x="769070" y="1517206"/>
            <a:ext cx="2306914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1A0C"/>
                </a:solidFill>
                <a:latin typeface="+mj-lt"/>
              </a:rPr>
              <a:t>Variables </a:t>
            </a:r>
            <a:r>
              <a:rPr lang="en-US" sz="1600" b="1" dirty="0" err="1">
                <a:solidFill>
                  <a:srgbClr val="001A0C"/>
                </a:solidFill>
                <a:latin typeface="+mj-lt"/>
              </a:rPr>
              <a:t>explicativas</a:t>
            </a:r>
            <a:endParaRPr lang="es-CO" sz="1600" b="1" dirty="0">
              <a:solidFill>
                <a:srgbClr val="001A0C"/>
              </a:solidFill>
              <a:latin typeface="+mj-lt"/>
            </a:endParaRPr>
          </a:p>
        </p:txBody>
      </p:sp>
      <p:pic>
        <p:nvPicPr>
          <p:cNvPr id="17" name="Graphic 6" descr="Thermometer outline">
            <a:extLst>
              <a:ext uri="{FF2B5EF4-FFF2-40B4-BE49-F238E27FC236}">
                <a16:creationId xmlns:a16="http://schemas.microsoft.com/office/drawing/2014/main" id="{CCA7BCD5-C00B-7DCA-B5F5-B2649F7241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9221" y="1963729"/>
            <a:ext cx="556959" cy="556959"/>
          </a:xfrm>
          <a:prstGeom prst="rect">
            <a:avLst/>
          </a:prstGeom>
        </p:spPr>
      </p:pic>
      <p:pic>
        <p:nvPicPr>
          <p:cNvPr id="18" name="Graphic 12" descr="Wind Turbines outline">
            <a:extLst>
              <a:ext uri="{FF2B5EF4-FFF2-40B4-BE49-F238E27FC236}">
                <a16:creationId xmlns:a16="http://schemas.microsoft.com/office/drawing/2014/main" id="{83AFAB92-30DE-53D7-F0D4-B13CDECD95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21873" y="1989544"/>
            <a:ext cx="596415" cy="596415"/>
          </a:xfrm>
          <a:prstGeom prst="rect">
            <a:avLst/>
          </a:prstGeom>
        </p:spPr>
      </p:pic>
      <p:pic>
        <p:nvPicPr>
          <p:cNvPr id="20" name="Graphic 35" descr="Partial sun outline">
            <a:extLst>
              <a:ext uri="{FF2B5EF4-FFF2-40B4-BE49-F238E27FC236}">
                <a16:creationId xmlns:a16="http://schemas.microsoft.com/office/drawing/2014/main" id="{FB7D6416-FCB3-5033-5DB9-2273C3539A9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4545" y="1944002"/>
            <a:ext cx="596415" cy="596415"/>
          </a:xfrm>
          <a:prstGeom prst="rect">
            <a:avLst/>
          </a:prstGeom>
        </p:spPr>
      </p:pic>
      <p:pic>
        <p:nvPicPr>
          <p:cNvPr id="21" name="Graphic 37" descr="Rain outline">
            <a:extLst>
              <a:ext uri="{FF2B5EF4-FFF2-40B4-BE49-F238E27FC236}">
                <a16:creationId xmlns:a16="http://schemas.microsoft.com/office/drawing/2014/main" id="{C1B5A909-A119-02FB-9E43-7DF7BA217B2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457407" y="1979780"/>
            <a:ext cx="596415" cy="596415"/>
          </a:xfrm>
          <a:prstGeom prst="rect">
            <a:avLst/>
          </a:prstGeom>
        </p:spPr>
      </p:pic>
      <p:sp>
        <p:nvSpPr>
          <p:cNvPr id="22" name="Arrow: Right 9">
            <a:extLst>
              <a:ext uri="{FF2B5EF4-FFF2-40B4-BE49-F238E27FC236}">
                <a16:creationId xmlns:a16="http://schemas.microsoft.com/office/drawing/2014/main" id="{DA362E81-A901-5704-409D-EF0603BF4A44}"/>
              </a:ext>
            </a:extLst>
          </p:cNvPr>
          <p:cNvSpPr/>
          <p:nvPr/>
        </p:nvSpPr>
        <p:spPr>
          <a:xfrm rot="5400000">
            <a:off x="1002882" y="2934358"/>
            <a:ext cx="460204" cy="24765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3" name="Oval 17">
            <a:extLst>
              <a:ext uri="{FF2B5EF4-FFF2-40B4-BE49-F238E27FC236}">
                <a16:creationId xmlns:a16="http://schemas.microsoft.com/office/drawing/2014/main" id="{311CB2BB-CF29-81C3-FAD4-951BC9683111}"/>
              </a:ext>
            </a:extLst>
          </p:cNvPr>
          <p:cNvSpPr/>
          <p:nvPr/>
        </p:nvSpPr>
        <p:spPr>
          <a:xfrm>
            <a:off x="1709289" y="2999253"/>
            <a:ext cx="95250" cy="9703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4AC9A3D1-A9EF-7587-5513-80DB85FD262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37378" y="1864820"/>
            <a:ext cx="829734" cy="773670"/>
          </a:xfrm>
          <a:prstGeom prst="rect">
            <a:avLst/>
          </a:prstGeom>
        </p:spPr>
      </p:pic>
      <p:sp>
        <p:nvSpPr>
          <p:cNvPr id="25" name="Oval 17">
            <a:extLst>
              <a:ext uri="{FF2B5EF4-FFF2-40B4-BE49-F238E27FC236}">
                <a16:creationId xmlns:a16="http://schemas.microsoft.com/office/drawing/2014/main" id="{B78457B5-A5F8-E33B-8062-F1C49C723417}"/>
              </a:ext>
            </a:extLst>
          </p:cNvPr>
          <p:cNvSpPr/>
          <p:nvPr/>
        </p:nvSpPr>
        <p:spPr>
          <a:xfrm>
            <a:off x="1880072" y="2999253"/>
            <a:ext cx="95250" cy="9703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Oval 17">
            <a:extLst>
              <a:ext uri="{FF2B5EF4-FFF2-40B4-BE49-F238E27FC236}">
                <a16:creationId xmlns:a16="http://schemas.microsoft.com/office/drawing/2014/main" id="{6706CA89-3DCD-7DE6-8BE8-874534078136}"/>
              </a:ext>
            </a:extLst>
          </p:cNvPr>
          <p:cNvSpPr/>
          <p:nvPr/>
        </p:nvSpPr>
        <p:spPr>
          <a:xfrm>
            <a:off x="2070599" y="2999253"/>
            <a:ext cx="95250" cy="9703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Arrow: Right 9">
            <a:extLst>
              <a:ext uri="{FF2B5EF4-FFF2-40B4-BE49-F238E27FC236}">
                <a16:creationId xmlns:a16="http://schemas.microsoft.com/office/drawing/2014/main" id="{BB74A1EC-3AFA-F939-4E48-90BABD280258}"/>
              </a:ext>
            </a:extLst>
          </p:cNvPr>
          <p:cNvSpPr/>
          <p:nvPr/>
        </p:nvSpPr>
        <p:spPr>
          <a:xfrm rot="5400000">
            <a:off x="1336537" y="2934358"/>
            <a:ext cx="460204" cy="24765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8" name="Arrow: Right 9">
            <a:extLst>
              <a:ext uri="{FF2B5EF4-FFF2-40B4-BE49-F238E27FC236}">
                <a16:creationId xmlns:a16="http://schemas.microsoft.com/office/drawing/2014/main" id="{543FA943-E62B-D991-F6B3-43312424ABCF}"/>
              </a:ext>
            </a:extLst>
          </p:cNvPr>
          <p:cNvSpPr/>
          <p:nvPr/>
        </p:nvSpPr>
        <p:spPr>
          <a:xfrm rot="5400000">
            <a:off x="2098618" y="2934358"/>
            <a:ext cx="460204" cy="24765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9" name="Arrow: Right 9">
            <a:extLst>
              <a:ext uri="{FF2B5EF4-FFF2-40B4-BE49-F238E27FC236}">
                <a16:creationId xmlns:a16="http://schemas.microsoft.com/office/drawing/2014/main" id="{3E3B3291-D0FB-4642-F07A-EA30BB5E6202}"/>
              </a:ext>
            </a:extLst>
          </p:cNvPr>
          <p:cNvSpPr/>
          <p:nvPr/>
        </p:nvSpPr>
        <p:spPr>
          <a:xfrm rot="5400000">
            <a:off x="2453741" y="2943470"/>
            <a:ext cx="460204" cy="24765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0" name="Arrow: Right 9">
            <a:extLst>
              <a:ext uri="{FF2B5EF4-FFF2-40B4-BE49-F238E27FC236}">
                <a16:creationId xmlns:a16="http://schemas.microsoft.com/office/drawing/2014/main" id="{770F938E-F527-C891-7671-F8B6133007FD}"/>
              </a:ext>
            </a:extLst>
          </p:cNvPr>
          <p:cNvSpPr/>
          <p:nvPr/>
        </p:nvSpPr>
        <p:spPr>
          <a:xfrm rot="5400000">
            <a:off x="1745220" y="5172349"/>
            <a:ext cx="460204" cy="247650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1" name="TextBox 22">
            <a:extLst>
              <a:ext uri="{FF2B5EF4-FFF2-40B4-BE49-F238E27FC236}">
                <a16:creationId xmlns:a16="http://schemas.microsoft.com/office/drawing/2014/main" id="{27A07781-8D5B-0270-C2F7-965B60C754D0}"/>
              </a:ext>
            </a:extLst>
          </p:cNvPr>
          <p:cNvSpPr txBox="1"/>
          <p:nvPr/>
        </p:nvSpPr>
        <p:spPr>
          <a:xfrm>
            <a:off x="1022619" y="5561239"/>
            <a:ext cx="1816395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1A0C"/>
                </a:solidFill>
                <a:latin typeface="+mj-lt"/>
              </a:rPr>
              <a:t>Variable objetivo</a:t>
            </a:r>
            <a:endParaRPr lang="es-CO" sz="1600" b="1" dirty="0">
              <a:solidFill>
                <a:srgbClr val="001A0C"/>
              </a:solidFill>
              <a:latin typeface="+mj-lt"/>
            </a:endParaRPr>
          </a:p>
        </p:txBody>
      </p:sp>
      <p:pic>
        <p:nvPicPr>
          <p:cNvPr id="32" name="Graphic 33" descr="Electric Tower outline">
            <a:extLst>
              <a:ext uri="{FF2B5EF4-FFF2-40B4-BE49-F238E27FC236}">
                <a16:creationId xmlns:a16="http://schemas.microsoft.com/office/drawing/2014/main" id="{8F38C37E-8A18-D334-04EB-55AFB9AB34C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56334" y="5442593"/>
            <a:ext cx="914400" cy="914400"/>
          </a:xfrm>
          <a:prstGeom prst="rect">
            <a:avLst/>
          </a:prstGeom>
        </p:spPr>
      </p:pic>
      <p:sp>
        <p:nvSpPr>
          <p:cNvPr id="34" name="TextBox 22">
            <a:extLst>
              <a:ext uri="{FF2B5EF4-FFF2-40B4-BE49-F238E27FC236}">
                <a16:creationId xmlns:a16="http://schemas.microsoft.com/office/drawing/2014/main" id="{3F718472-EF45-262A-4249-BC40F1049024}"/>
              </a:ext>
            </a:extLst>
          </p:cNvPr>
          <p:cNvSpPr txBox="1"/>
          <p:nvPr/>
        </p:nvSpPr>
        <p:spPr>
          <a:xfrm>
            <a:off x="456859" y="4210997"/>
            <a:ext cx="2929267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001A0C"/>
                </a:solidFill>
                <a:latin typeface="+mj-lt"/>
              </a:rPr>
              <a:t>GAM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001A0C"/>
                </a:solidFill>
                <a:latin typeface="+mj-lt"/>
              </a:rPr>
              <a:t>Redes neuronales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001A0C"/>
                </a:solidFill>
                <a:latin typeface="+mj-lt"/>
              </a:rPr>
              <a:t>…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001A0C"/>
                </a:solidFill>
                <a:latin typeface="+mj-lt"/>
              </a:rPr>
              <a:t>Aumento gradiente externo (XGBoost)</a:t>
            </a:r>
          </a:p>
        </p:txBody>
      </p:sp>
      <p:pic>
        <p:nvPicPr>
          <p:cNvPr id="33" name="Imagen 17">
            <a:extLst>
              <a:ext uri="{FF2B5EF4-FFF2-40B4-BE49-F238E27FC236}">
                <a16:creationId xmlns:a16="http://schemas.microsoft.com/office/drawing/2014/main" id="{92EFC5EB-622B-984E-5737-BCE8CC98623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7206" y="4198029"/>
            <a:ext cx="601105" cy="561290"/>
          </a:xfrm>
          <a:prstGeom prst="rect">
            <a:avLst/>
          </a:prstGeom>
        </p:spPr>
      </p:pic>
      <p:sp>
        <p:nvSpPr>
          <p:cNvPr id="35" name="TextBox 22">
            <a:extLst>
              <a:ext uri="{FF2B5EF4-FFF2-40B4-BE49-F238E27FC236}">
                <a16:creationId xmlns:a16="http://schemas.microsoft.com/office/drawing/2014/main" id="{8E27529F-5628-4FCC-95B6-CF5BA69153C3}"/>
              </a:ext>
            </a:extLst>
          </p:cNvPr>
          <p:cNvSpPr txBox="1"/>
          <p:nvPr/>
        </p:nvSpPr>
        <p:spPr>
          <a:xfrm>
            <a:off x="5166023" y="1468090"/>
            <a:ext cx="1175322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1A0C"/>
                </a:solidFill>
                <a:latin typeface="+mj-lt"/>
              </a:rPr>
              <a:t>Resultado</a:t>
            </a:r>
            <a:endParaRPr lang="es-CO" sz="1600" b="1" dirty="0">
              <a:solidFill>
                <a:srgbClr val="001A0C"/>
              </a:solidFill>
              <a:latin typeface="+mj-lt"/>
            </a:endParaRPr>
          </a:p>
        </p:txBody>
      </p:sp>
      <p:pic>
        <p:nvPicPr>
          <p:cNvPr id="36" name="Content Placeholder 4">
            <a:extLst>
              <a:ext uri="{FF2B5EF4-FFF2-40B4-BE49-F238E27FC236}">
                <a16:creationId xmlns:a16="http://schemas.microsoft.com/office/drawing/2014/main" id="{0409C3F0-A60F-D4EF-58E9-7DCF450E602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72716" y="2922676"/>
            <a:ext cx="4179089" cy="2807721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537C7C18-2FDB-8C59-3AED-B4EFA840DD5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17079" y="1974166"/>
            <a:ext cx="3960091" cy="1503597"/>
          </a:xfrm>
          <a:prstGeom prst="rect">
            <a:avLst/>
          </a:prstGeom>
        </p:spPr>
      </p:pic>
      <p:sp>
        <p:nvSpPr>
          <p:cNvPr id="41" name="TextBox 22">
            <a:extLst>
              <a:ext uri="{FF2B5EF4-FFF2-40B4-BE49-F238E27FC236}">
                <a16:creationId xmlns:a16="http://schemas.microsoft.com/office/drawing/2014/main" id="{CE644259-A34A-8F57-B3A7-6F3611BCC0F6}"/>
              </a:ext>
            </a:extLst>
          </p:cNvPr>
          <p:cNvSpPr txBox="1"/>
          <p:nvPr/>
        </p:nvSpPr>
        <p:spPr>
          <a:xfrm>
            <a:off x="9618877" y="1476563"/>
            <a:ext cx="915635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1A0C"/>
                </a:solidFill>
                <a:latin typeface="+mj-lt"/>
              </a:rPr>
              <a:t>Interfaz</a:t>
            </a:r>
            <a:endParaRPr lang="es-CO" sz="1600" b="1" dirty="0">
              <a:solidFill>
                <a:srgbClr val="001A0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35912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4" grpId="0"/>
      <p:bldP spid="15" grpId="0" animBg="1"/>
      <p:bldP spid="35" grpId="0" animBg="1"/>
      <p:bldP spid="4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136AF7C-62C6-A544-819B-D4524B491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8059" y="1603122"/>
            <a:ext cx="4753683" cy="1836737"/>
          </a:xfrm>
        </p:spPr>
        <p:txBody>
          <a:bodyPr/>
          <a:lstStyle/>
          <a:p>
            <a:r>
              <a:rPr lang="es-MX" dirty="0"/>
              <a:t>Cálculo de la ENS y PENS</a:t>
            </a:r>
            <a:endParaRPr lang="es-CO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C99858A-73A1-B341-83C5-E497AF5FF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1994" y="3429000"/>
            <a:ext cx="4565815" cy="673037"/>
          </a:xfrm>
        </p:spPr>
        <p:txBody>
          <a:bodyPr/>
          <a:lstStyle/>
          <a:p>
            <a:r>
              <a:rPr lang="es-MX" dirty="0"/>
              <a:t>Resoluciones CREG 093, 094 de 2012 y 015 de 2018</a:t>
            </a:r>
          </a:p>
          <a:p>
            <a:r>
              <a:rPr lang="es-MX" dirty="0"/>
              <a:t>Plan de Formación GEME 2024 Reafirmación </a:t>
            </a:r>
          </a:p>
        </p:txBody>
      </p:sp>
    </p:spTree>
    <p:extLst>
      <p:ext uri="{BB962C8B-B14F-4D97-AF65-F5344CB8AC3E}">
        <p14:creationId xmlns:p14="http://schemas.microsoft.com/office/powerpoint/2010/main" val="7663807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6">
            <a:extLst>
              <a:ext uri="{FF2B5EF4-FFF2-40B4-BE49-F238E27FC236}">
                <a16:creationId xmlns:a16="http://schemas.microsoft.com/office/drawing/2014/main" id="{67C20F13-53E1-53CE-6E38-2CCE73B060CA}"/>
              </a:ext>
            </a:extLst>
          </p:cNvPr>
          <p:cNvSpPr txBox="1">
            <a:spLocks/>
          </p:cNvSpPr>
          <p:nvPr/>
        </p:nvSpPr>
        <p:spPr>
          <a:xfrm>
            <a:off x="2060144" y="1089722"/>
            <a:ext cx="8016183" cy="9511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3200" b="1" dirty="0">
                <a:latin typeface="Arial Rounded MT Bold" panose="020F0704030504030204" pitchFamily="34" charset="77"/>
                <a:cs typeface="Arial" panose="020B0604020202020204" pitchFamily="34" charset="0"/>
              </a:rPr>
              <a:t>Metodología de cálculo de PENS y ENS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CF1C94A1-831D-1B80-7CC3-6D4FE80BA793}"/>
              </a:ext>
            </a:extLst>
          </p:cNvPr>
          <p:cNvGrpSpPr/>
          <p:nvPr/>
        </p:nvGrpSpPr>
        <p:grpSpPr>
          <a:xfrm>
            <a:off x="1981485" y="1918447"/>
            <a:ext cx="7605774" cy="4344294"/>
            <a:chOff x="1846731" y="596153"/>
            <a:chExt cx="7605774" cy="4433067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9D2B42A6-193D-6C58-EF47-57452C78DC05}"/>
                </a:ext>
              </a:extLst>
            </p:cNvPr>
            <p:cNvSpPr/>
            <p:nvPr/>
          </p:nvSpPr>
          <p:spPr>
            <a:xfrm>
              <a:off x="3769662" y="596153"/>
              <a:ext cx="3630706" cy="34962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b="1" dirty="0">
                  <a:solidFill>
                    <a:srgbClr val="440099"/>
                  </a:solidFill>
                </a:rPr>
                <a:t>Registro del Evento (HEROPE)</a:t>
              </a:r>
              <a:endParaRPr lang="es-CO" b="1" dirty="0">
                <a:solidFill>
                  <a:srgbClr val="440099"/>
                </a:solidFill>
              </a:endParaRPr>
            </a:p>
          </p:txBody>
        </p:sp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4AFEE133-55DF-BE3E-D827-697790F87C22}"/>
                </a:ext>
              </a:extLst>
            </p:cNvPr>
            <p:cNvGrpSpPr/>
            <p:nvPr/>
          </p:nvGrpSpPr>
          <p:grpSpPr>
            <a:xfrm>
              <a:off x="1846731" y="945776"/>
              <a:ext cx="7605774" cy="4083444"/>
              <a:chOff x="1846731" y="945776"/>
              <a:chExt cx="7605774" cy="4083444"/>
            </a:xfrm>
          </p:grpSpPr>
          <p:cxnSp>
            <p:nvCxnSpPr>
              <p:cNvPr id="16" name="Conector recto 15">
                <a:extLst>
                  <a:ext uri="{FF2B5EF4-FFF2-40B4-BE49-F238E27FC236}">
                    <a16:creationId xmlns:a16="http://schemas.microsoft.com/office/drawing/2014/main" id="{7C609095-704D-DC34-423A-BE669D6FBB5E}"/>
                  </a:ext>
                </a:extLst>
              </p:cNvPr>
              <p:cNvCxnSpPr>
                <a:cxnSpLocks/>
                <a:stCxn id="14" idx="2"/>
              </p:cNvCxnSpPr>
              <p:nvPr/>
            </p:nvCxnSpPr>
            <p:spPr>
              <a:xfrm>
                <a:off x="5585015" y="945776"/>
                <a:ext cx="0" cy="39893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ector recto 16">
                <a:extLst>
                  <a:ext uri="{FF2B5EF4-FFF2-40B4-BE49-F238E27FC236}">
                    <a16:creationId xmlns:a16="http://schemas.microsoft.com/office/drawing/2014/main" id="{13BAF988-F2EB-16CE-1CF4-81CDD466C9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1012" y="1344706"/>
                <a:ext cx="279698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ector recto de flecha 17">
                <a:extLst>
                  <a:ext uri="{FF2B5EF4-FFF2-40B4-BE49-F238E27FC236}">
                    <a16:creationId xmlns:a16="http://schemas.microsoft.com/office/drawing/2014/main" id="{A561024A-45A4-90E5-592A-5BAA1AE29F52}"/>
                  </a:ext>
                </a:extLst>
              </p:cNvPr>
              <p:cNvCxnSpPr/>
              <p:nvPr/>
            </p:nvCxnSpPr>
            <p:spPr>
              <a:xfrm>
                <a:off x="4061012" y="1344706"/>
                <a:ext cx="0" cy="28687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Conector recto de flecha 18">
                <a:extLst>
                  <a:ext uri="{FF2B5EF4-FFF2-40B4-BE49-F238E27FC236}">
                    <a16:creationId xmlns:a16="http://schemas.microsoft.com/office/drawing/2014/main" id="{3F18F259-5C4A-5C52-089E-234DAE641963}"/>
                  </a:ext>
                </a:extLst>
              </p:cNvPr>
              <p:cNvCxnSpPr/>
              <p:nvPr/>
            </p:nvCxnSpPr>
            <p:spPr>
              <a:xfrm>
                <a:off x="6858000" y="1348756"/>
                <a:ext cx="0" cy="28687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Rectángulo 19">
                <a:extLst>
                  <a:ext uri="{FF2B5EF4-FFF2-40B4-BE49-F238E27FC236}">
                    <a16:creationId xmlns:a16="http://schemas.microsoft.com/office/drawing/2014/main" id="{A12342CD-9411-0BD6-B9E1-E970CE681290}"/>
                  </a:ext>
                </a:extLst>
              </p:cNvPr>
              <p:cNvSpPr/>
              <p:nvPr/>
            </p:nvSpPr>
            <p:spPr>
              <a:xfrm>
                <a:off x="3676662" y="1622609"/>
                <a:ext cx="851646" cy="28687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dirty="0">
                    <a:solidFill>
                      <a:schemeClr val="tx1"/>
                    </a:solidFill>
                  </a:rPr>
                  <a:t>STN</a:t>
                </a:r>
                <a:endParaRPr lang="es-CO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ángulo 20">
                <a:extLst>
                  <a:ext uri="{FF2B5EF4-FFF2-40B4-BE49-F238E27FC236}">
                    <a16:creationId xmlns:a16="http://schemas.microsoft.com/office/drawing/2014/main" id="{F0D29A6B-A377-9098-DD70-DC446D931615}"/>
                  </a:ext>
                </a:extLst>
              </p:cNvPr>
              <p:cNvSpPr/>
              <p:nvPr/>
            </p:nvSpPr>
            <p:spPr>
              <a:xfrm>
                <a:off x="6475312" y="1641877"/>
                <a:ext cx="851646" cy="28687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dirty="0">
                    <a:solidFill>
                      <a:schemeClr val="tx1"/>
                    </a:solidFill>
                  </a:rPr>
                  <a:t>STR</a:t>
                </a:r>
                <a:endParaRPr lang="es-CO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2" name="Conector recto 21">
                <a:extLst>
                  <a:ext uri="{FF2B5EF4-FFF2-40B4-BE49-F238E27FC236}">
                    <a16:creationId xmlns:a16="http://schemas.microsoft.com/office/drawing/2014/main" id="{2B5AAF78-F97D-ACFC-5804-904D284314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1012" y="2142565"/>
                <a:ext cx="279698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Conector recto de flecha 22">
                <a:extLst>
                  <a:ext uri="{FF2B5EF4-FFF2-40B4-BE49-F238E27FC236}">
                    <a16:creationId xmlns:a16="http://schemas.microsoft.com/office/drawing/2014/main" id="{6F397EDD-84CD-E54A-BF1B-DD93F1FEE6E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61012" y="1918444"/>
                <a:ext cx="0" cy="2241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Conector recto de flecha 23">
                <a:extLst>
                  <a:ext uri="{FF2B5EF4-FFF2-40B4-BE49-F238E27FC236}">
                    <a16:creationId xmlns:a16="http://schemas.microsoft.com/office/drawing/2014/main" id="{228705B1-A189-B27D-970C-B51896B42D9E}"/>
                  </a:ext>
                </a:extLst>
              </p:cNvPr>
              <p:cNvCxnSpPr/>
              <p:nvPr/>
            </p:nvCxnSpPr>
            <p:spPr>
              <a:xfrm flipV="1">
                <a:off x="6858000" y="1909479"/>
                <a:ext cx="0" cy="2241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Conector recto de flecha 24">
                <a:extLst>
                  <a:ext uri="{FF2B5EF4-FFF2-40B4-BE49-F238E27FC236}">
                    <a16:creationId xmlns:a16="http://schemas.microsoft.com/office/drawing/2014/main" id="{323E1475-BD69-5116-426C-D812DF0F6888}"/>
                  </a:ext>
                </a:extLst>
              </p:cNvPr>
              <p:cNvCxnSpPr/>
              <p:nvPr/>
            </p:nvCxnSpPr>
            <p:spPr>
              <a:xfrm>
                <a:off x="5580526" y="2142558"/>
                <a:ext cx="0" cy="28687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Rectángulo 25">
                <a:extLst>
                  <a:ext uri="{FF2B5EF4-FFF2-40B4-BE49-F238E27FC236}">
                    <a16:creationId xmlns:a16="http://schemas.microsoft.com/office/drawing/2014/main" id="{941CBB93-035D-CD86-9C52-496DCAC89348}"/>
                  </a:ext>
                </a:extLst>
              </p:cNvPr>
              <p:cNvSpPr/>
              <p:nvPr/>
            </p:nvSpPr>
            <p:spPr>
              <a:xfrm>
                <a:off x="3676663" y="2389102"/>
                <a:ext cx="3790653" cy="56027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sz="1600" dirty="0">
                    <a:solidFill>
                      <a:srgbClr val="440099"/>
                    </a:solidFill>
                  </a:rPr>
                  <a:t>Calcular Pronósticos Nuevos para los periodos del evento -PRN</a:t>
                </a:r>
                <a:endParaRPr lang="es-CO" sz="1600" dirty="0">
                  <a:solidFill>
                    <a:srgbClr val="440099"/>
                  </a:solidFill>
                </a:endParaRPr>
              </a:p>
            </p:txBody>
          </p:sp>
          <p:cxnSp>
            <p:nvCxnSpPr>
              <p:cNvPr id="27" name="Conector recto de flecha 26">
                <a:extLst>
                  <a:ext uri="{FF2B5EF4-FFF2-40B4-BE49-F238E27FC236}">
                    <a16:creationId xmlns:a16="http://schemas.microsoft.com/office/drawing/2014/main" id="{A02CE470-5FA0-C868-ECA1-DA5251248DF2}"/>
                  </a:ext>
                </a:extLst>
              </p:cNvPr>
              <p:cNvCxnSpPr/>
              <p:nvPr/>
            </p:nvCxnSpPr>
            <p:spPr>
              <a:xfrm flipH="1">
                <a:off x="3442449" y="2698376"/>
                <a:ext cx="22411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ector recto de flecha 27">
                <a:extLst>
                  <a:ext uri="{FF2B5EF4-FFF2-40B4-BE49-F238E27FC236}">
                    <a16:creationId xmlns:a16="http://schemas.microsoft.com/office/drawing/2014/main" id="{C3E53981-DFC9-E8E6-529D-5737CB913A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80526" y="2949380"/>
                <a:ext cx="0" cy="25550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Rectángulo 28">
                <a:extLst>
                  <a:ext uri="{FF2B5EF4-FFF2-40B4-BE49-F238E27FC236}">
                    <a16:creationId xmlns:a16="http://schemas.microsoft.com/office/drawing/2014/main" id="{02A3A071-CCFF-EBA0-E286-F874ACA481A7}"/>
                  </a:ext>
                </a:extLst>
              </p:cNvPr>
              <p:cNvSpPr/>
              <p:nvPr/>
            </p:nvSpPr>
            <p:spPr>
              <a:xfrm>
                <a:off x="3760696" y="3195920"/>
                <a:ext cx="3630706" cy="349623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sz="1600" dirty="0">
                    <a:solidFill>
                      <a:srgbClr val="440099"/>
                    </a:solidFill>
                  </a:rPr>
                  <a:t>Calcular PENS y ENS</a:t>
                </a:r>
                <a:endParaRPr lang="es-CO" sz="1600" dirty="0">
                  <a:solidFill>
                    <a:srgbClr val="440099"/>
                  </a:solidFill>
                </a:endParaRPr>
              </a:p>
            </p:txBody>
          </p:sp>
          <p:cxnSp>
            <p:nvCxnSpPr>
              <p:cNvPr id="30" name="Conector recto de flecha 29">
                <a:extLst>
                  <a:ext uri="{FF2B5EF4-FFF2-40B4-BE49-F238E27FC236}">
                    <a16:creationId xmlns:a16="http://schemas.microsoft.com/office/drawing/2014/main" id="{C6367CFA-B377-AF76-4BFD-7318BD74B81D}"/>
                  </a:ext>
                </a:extLst>
              </p:cNvPr>
              <p:cNvCxnSpPr/>
              <p:nvPr/>
            </p:nvCxnSpPr>
            <p:spPr>
              <a:xfrm flipH="1">
                <a:off x="3532098" y="3370732"/>
                <a:ext cx="22411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Conector recto de flecha 30">
                <a:extLst>
                  <a:ext uri="{FF2B5EF4-FFF2-40B4-BE49-F238E27FC236}">
                    <a16:creationId xmlns:a16="http://schemas.microsoft.com/office/drawing/2014/main" id="{41750D64-6D8E-4E1A-B50F-2704ABC4B2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80527" y="3558977"/>
                <a:ext cx="0" cy="25550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Rectángulo 31">
                <a:extLst>
                  <a:ext uri="{FF2B5EF4-FFF2-40B4-BE49-F238E27FC236}">
                    <a16:creationId xmlns:a16="http://schemas.microsoft.com/office/drawing/2014/main" id="{4078A59D-A6C2-1D39-2B0C-4F40C8DDC53C}"/>
                  </a:ext>
                </a:extLst>
              </p:cNvPr>
              <p:cNvSpPr/>
              <p:nvPr/>
            </p:nvSpPr>
            <p:spPr>
              <a:xfrm>
                <a:off x="3769659" y="3814484"/>
                <a:ext cx="3630706" cy="349623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sz="1600" dirty="0">
                    <a:solidFill>
                      <a:srgbClr val="440099"/>
                    </a:solidFill>
                  </a:rPr>
                  <a:t>Generar los informes</a:t>
                </a:r>
                <a:endParaRPr lang="es-CO" sz="1600" dirty="0">
                  <a:solidFill>
                    <a:srgbClr val="440099"/>
                  </a:solidFill>
                </a:endParaRPr>
              </a:p>
            </p:txBody>
          </p:sp>
          <p:cxnSp>
            <p:nvCxnSpPr>
              <p:cNvPr id="33" name="Conector recto de flecha 32">
                <a:extLst>
                  <a:ext uri="{FF2B5EF4-FFF2-40B4-BE49-F238E27FC236}">
                    <a16:creationId xmlns:a16="http://schemas.microsoft.com/office/drawing/2014/main" id="{00B9D132-31B5-DBCD-696B-669BAEDF23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80525" y="4168576"/>
                <a:ext cx="0" cy="25550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Rectángulo 33">
                <a:extLst>
                  <a:ext uri="{FF2B5EF4-FFF2-40B4-BE49-F238E27FC236}">
                    <a16:creationId xmlns:a16="http://schemas.microsoft.com/office/drawing/2014/main" id="{078D378F-BBB0-0F98-70D2-109CB21146B8}"/>
                  </a:ext>
                </a:extLst>
              </p:cNvPr>
              <p:cNvSpPr/>
              <p:nvPr/>
            </p:nvSpPr>
            <p:spPr>
              <a:xfrm>
                <a:off x="3769661" y="4442008"/>
                <a:ext cx="3630706" cy="58721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sz="1600" dirty="0">
                    <a:solidFill>
                      <a:srgbClr val="440099"/>
                    </a:solidFill>
                  </a:rPr>
                  <a:t>Publicar en el portal de XM el informe de cálculo de PENS y ENS.</a:t>
                </a:r>
                <a:endParaRPr lang="es-CO" sz="1600" dirty="0">
                  <a:solidFill>
                    <a:srgbClr val="440099"/>
                  </a:solidFill>
                </a:endParaRPr>
              </a:p>
            </p:txBody>
          </p:sp>
          <p:cxnSp>
            <p:nvCxnSpPr>
              <p:cNvPr id="35" name="Conector recto de flecha 34">
                <a:extLst>
                  <a:ext uri="{FF2B5EF4-FFF2-40B4-BE49-F238E27FC236}">
                    <a16:creationId xmlns:a16="http://schemas.microsoft.com/office/drawing/2014/main" id="{5302F815-2BB0-44A7-FD5A-350894D9AB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91402" y="3370732"/>
                <a:ext cx="20618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onector recto de flecha 35">
                <a:extLst>
                  <a:ext uri="{FF2B5EF4-FFF2-40B4-BE49-F238E27FC236}">
                    <a16:creationId xmlns:a16="http://schemas.microsoft.com/office/drawing/2014/main" id="{3C88938E-EE14-55BA-3F20-E6BE5E8ADED7}"/>
                  </a:ext>
                </a:extLst>
              </p:cNvPr>
              <p:cNvCxnSpPr/>
              <p:nvPr/>
            </p:nvCxnSpPr>
            <p:spPr>
              <a:xfrm flipH="1">
                <a:off x="3541064" y="3989300"/>
                <a:ext cx="22411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Conector recto de flecha 36">
                <a:extLst>
                  <a:ext uri="{FF2B5EF4-FFF2-40B4-BE49-F238E27FC236}">
                    <a16:creationId xmlns:a16="http://schemas.microsoft.com/office/drawing/2014/main" id="{98AD51EE-7D42-34A0-7008-FC9B78272A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00368" y="3989300"/>
                <a:ext cx="20618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Rectángulo 37">
                <a:extLst>
                  <a:ext uri="{FF2B5EF4-FFF2-40B4-BE49-F238E27FC236}">
                    <a16:creationId xmlns:a16="http://schemas.microsoft.com/office/drawing/2014/main" id="{44B88F20-BB93-45FD-0AA7-B4EF3FD7B03A}"/>
                  </a:ext>
                </a:extLst>
              </p:cNvPr>
              <p:cNvSpPr/>
              <p:nvPr/>
            </p:nvSpPr>
            <p:spPr>
              <a:xfrm>
                <a:off x="1887074" y="2363082"/>
                <a:ext cx="1568819" cy="58629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ectángulo 38">
                <a:extLst>
                  <a:ext uri="{FF2B5EF4-FFF2-40B4-BE49-F238E27FC236}">
                    <a16:creationId xmlns:a16="http://schemas.microsoft.com/office/drawing/2014/main" id="{9EFBF815-BE64-C19A-6A70-8C6588384D81}"/>
                  </a:ext>
                </a:extLst>
              </p:cNvPr>
              <p:cNvSpPr/>
              <p:nvPr/>
            </p:nvSpPr>
            <p:spPr>
              <a:xfrm>
                <a:off x="2075792" y="3155563"/>
                <a:ext cx="1447341" cy="52442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Rectángulo 39">
                <a:extLst>
                  <a:ext uri="{FF2B5EF4-FFF2-40B4-BE49-F238E27FC236}">
                    <a16:creationId xmlns:a16="http://schemas.microsoft.com/office/drawing/2014/main" id="{B1CB042B-A3A2-1895-0B75-CF5AB6ACC66F}"/>
                  </a:ext>
                </a:extLst>
              </p:cNvPr>
              <p:cNvSpPr/>
              <p:nvPr/>
            </p:nvSpPr>
            <p:spPr>
              <a:xfrm>
                <a:off x="2554921" y="3827919"/>
                <a:ext cx="995092" cy="34962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sz="1200" dirty="0">
                    <a:solidFill>
                      <a:schemeClr val="tx1"/>
                    </a:solidFill>
                  </a:rPr>
                  <a:t>PENS &lt;2%</a:t>
                </a:r>
                <a:endParaRPr lang="es-CO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Rectángulo 40">
                <a:extLst>
                  <a:ext uri="{FF2B5EF4-FFF2-40B4-BE49-F238E27FC236}">
                    <a16:creationId xmlns:a16="http://schemas.microsoft.com/office/drawing/2014/main" id="{394AE096-0FCB-6FED-40E5-AF9C9C714A50}"/>
                  </a:ext>
                </a:extLst>
              </p:cNvPr>
              <p:cNvSpPr/>
              <p:nvPr/>
            </p:nvSpPr>
            <p:spPr>
              <a:xfrm>
                <a:off x="7620003" y="3827920"/>
                <a:ext cx="995092" cy="34962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sz="1200" dirty="0">
                    <a:solidFill>
                      <a:schemeClr val="tx1"/>
                    </a:solidFill>
                  </a:rPr>
                  <a:t>PENS &gt;2%</a:t>
                </a:r>
                <a:endParaRPr lang="es-CO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Rectángulo 43">
                <a:extLst>
                  <a:ext uri="{FF2B5EF4-FFF2-40B4-BE49-F238E27FC236}">
                    <a16:creationId xmlns:a16="http://schemas.microsoft.com/office/drawing/2014/main" id="{FD8D3912-CA8D-63E8-DB2D-FAD6B695906C}"/>
                  </a:ext>
                </a:extLst>
              </p:cNvPr>
              <p:cNvSpPr/>
              <p:nvPr/>
            </p:nvSpPr>
            <p:spPr>
              <a:xfrm>
                <a:off x="7602068" y="3155565"/>
                <a:ext cx="1810872" cy="46288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CuadroTexto 44">
                    <a:extLst>
                      <a:ext uri="{FF2B5EF4-FFF2-40B4-BE49-F238E27FC236}">
                        <a16:creationId xmlns:a16="http://schemas.microsoft.com/office/drawing/2014/main" id="{BB474E89-6695-0F3C-59D7-4AE434B9F7D5}"/>
                      </a:ext>
                    </a:extLst>
                  </p:cNvPr>
                  <p:cNvSpPr txBox="1"/>
                  <p:nvPr/>
                </p:nvSpPr>
                <p:spPr>
                  <a:xfrm>
                    <a:off x="1846731" y="2406938"/>
                    <a:ext cx="1649507" cy="46179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CO" sz="11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100" i="1">
                                  <a:latin typeface="Cambria Math" panose="02040503050406030204" pitchFamily="18" charset="0"/>
                                </a:rPr>
                                <m:t>𝑃𝑅𝑁</m:t>
                              </m:r>
                            </m:e>
                            <m:sub>
                              <m:r>
                                <a:rPr lang="es-CO" sz="11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CO" sz="11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CO" sz="11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s-CO" sz="1100" i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s-CO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100" i="1">
                                  <a:latin typeface="Cambria Math" panose="02040503050406030204" pitchFamily="18" charset="0"/>
                                </a:rPr>
                                <m:t>𝑃𝑅</m:t>
                              </m:r>
                            </m:e>
                            <m:sub>
                              <m:r>
                                <a:rPr lang="es-CO" sz="11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CO" sz="11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CO" sz="11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s-CO" sz="1100" i="0">
                              <a:latin typeface="Cambria Math" panose="02040503050406030204" pitchFamily="18" charset="0"/>
                            </a:rPr>
                            <m:t>∗</m:t>
                          </m:r>
                          <m:f>
                            <m:fPr>
                              <m:ctrlPr>
                                <a:rPr lang="es-CO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CO" sz="11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sz="1100" i="1">
                                      <a:latin typeface="Cambria Math" panose="02040503050406030204" pitchFamily="18" charset="0"/>
                                    </a:rPr>
                                    <m:t>𝐷𝐸</m:t>
                                  </m:r>
                                </m:e>
                                <m:sub>
                                  <m:r>
                                    <a:rPr lang="es-CO" sz="11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s-CO" sz="11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s-CO" sz="11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s-CO" sz="11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sz="1100" i="1">
                                      <a:latin typeface="Cambria Math" panose="02040503050406030204" pitchFamily="18" charset="0"/>
                                    </a:rPr>
                                    <m:t>𝑃𝑅</m:t>
                                  </m:r>
                                </m:e>
                                <m:sub>
                                  <m:r>
                                    <a:rPr lang="es-CO" sz="11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s-CO" sz="11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s-CO" sz="11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den>
                          </m:f>
                        </m:oMath>
                      </m:oMathPara>
                    </a14:m>
                    <a:endParaRPr lang="es-CO" sz="1100" dirty="0"/>
                  </a:p>
                </p:txBody>
              </p:sp>
            </mc:Choice>
            <mc:Fallback xmlns="">
              <p:sp>
                <p:nvSpPr>
                  <p:cNvPr id="45" name="CuadroTexto 44">
                    <a:extLst>
                      <a:ext uri="{FF2B5EF4-FFF2-40B4-BE49-F238E27FC236}">
                        <a16:creationId xmlns:a16="http://schemas.microsoft.com/office/drawing/2014/main" id="{BB474E89-6695-0F3C-59D7-4AE434B9F7D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46731" y="2406938"/>
                    <a:ext cx="1649507" cy="461793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135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CuadroTexto 45">
                    <a:extLst>
                      <a:ext uri="{FF2B5EF4-FFF2-40B4-BE49-F238E27FC236}">
                        <a16:creationId xmlns:a16="http://schemas.microsoft.com/office/drawing/2014/main" id="{800FA58D-D1DE-C4A3-ABC5-7876231B698F}"/>
                      </a:ext>
                    </a:extLst>
                  </p:cNvPr>
                  <p:cNvSpPr txBox="1"/>
                  <p:nvPr/>
                </p:nvSpPr>
                <p:spPr>
                  <a:xfrm>
                    <a:off x="2051372" y="3176792"/>
                    <a:ext cx="1506072" cy="46288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CO" sz="11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100" i="1">
                                  <a:latin typeface="Cambria Math" panose="02040503050406030204" pitchFamily="18" charset="0"/>
                                </a:rPr>
                                <m:t>𝑃𝐸𝑁𝑆</m:t>
                              </m:r>
                            </m:e>
                            <m:sub>
                              <m:r>
                                <a:rPr lang="es-CO" sz="11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CO" sz="11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CO" sz="11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s-CO" sz="1100" i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s-CO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CO" sz="11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sz="1100" i="1">
                                      <a:latin typeface="Cambria Math" panose="02040503050406030204" pitchFamily="18" charset="0"/>
                                    </a:rPr>
                                    <m:t>𝐸𝑁𝑆𝑀𝐻</m:t>
                                  </m:r>
                                </m:e>
                                <m:sub>
                                  <m:r>
                                    <a:rPr lang="es-CO" sz="11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s-CO" sz="11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s-CO" sz="11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s-CO" sz="11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sz="1100" i="1">
                                      <a:latin typeface="Cambria Math" panose="02040503050406030204" pitchFamily="18" charset="0"/>
                                    </a:rPr>
                                    <m:t>𝑃𝑅𝑁</m:t>
                                  </m:r>
                                </m:e>
                                <m:sub>
                                  <m:r>
                                    <a:rPr lang="es-CO" sz="11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s-CO" sz="11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s-CO" sz="11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den>
                          </m:f>
                        </m:oMath>
                      </m:oMathPara>
                    </a14:m>
                    <a:endParaRPr lang="es-CO" sz="1100" dirty="0"/>
                  </a:p>
                </p:txBody>
              </p:sp>
            </mc:Choice>
            <mc:Fallback xmlns="">
              <p:sp>
                <p:nvSpPr>
                  <p:cNvPr id="46" name="CuadroTexto 45">
                    <a:extLst>
                      <a:ext uri="{FF2B5EF4-FFF2-40B4-BE49-F238E27FC236}">
                        <a16:creationId xmlns:a16="http://schemas.microsoft.com/office/drawing/2014/main" id="{800FA58D-D1DE-C4A3-ABC5-7876231B698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51372" y="3176792"/>
                    <a:ext cx="1506072" cy="46288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35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CuadroTexto 46">
                    <a:extLst>
                      <a:ext uri="{FF2B5EF4-FFF2-40B4-BE49-F238E27FC236}">
                        <a16:creationId xmlns:a16="http://schemas.microsoft.com/office/drawing/2014/main" id="{D6E45C4F-230D-D49B-5CBA-049A787A898E}"/>
                      </a:ext>
                    </a:extLst>
                  </p:cNvPr>
                  <p:cNvSpPr txBox="1"/>
                  <p:nvPr/>
                </p:nvSpPr>
                <p:spPr>
                  <a:xfrm>
                    <a:off x="7562503" y="3217234"/>
                    <a:ext cx="1890002" cy="27520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CO" sz="11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100" i="1">
                                  <a:latin typeface="Cambria Math" panose="02040503050406030204" pitchFamily="18" charset="0"/>
                                </a:rPr>
                                <m:t>𝐸𝑁𝑆𝑀𝐻</m:t>
                              </m:r>
                            </m:e>
                            <m:sub>
                              <m:r>
                                <a:rPr lang="es-CO" sz="11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CO" sz="11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CO" sz="11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s-CO" sz="1100" i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s-CO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100" i="1">
                                  <a:latin typeface="Cambria Math" panose="02040503050406030204" pitchFamily="18" charset="0"/>
                                </a:rPr>
                                <m:t>𝑃𝑅𝑁</m:t>
                              </m:r>
                            </m:e>
                            <m:sub>
                              <m:r>
                                <a:rPr lang="es-CO" sz="11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CO" sz="11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CO" sz="11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s-CO" sz="11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CO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100" i="1">
                                  <a:latin typeface="Cambria Math" panose="02040503050406030204" pitchFamily="18" charset="0"/>
                                </a:rPr>
                                <m:t>𝐷𝐸</m:t>
                              </m:r>
                            </m:e>
                            <m:sub>
                              <m:r>
                                <a:rPr lang="es-CO" sz="11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CO" sz="11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CO" sz="11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oMath>
                      </m:oMathPara>
                    </a14:m>
                    <a:endParaRPr lang="es-CO" sz="1100" dirty="0"/>
                  </a:p>
                </p:txBody>
              </p:sp>
            </mc:Choice>
            <mc:Fallback xmlns="">
              <p:sp>
                <p:nvSpPr>
                  <p:cNvPr id="47" name="CuadroTexto 46">
                    <a:extLst>
                      <a:ext uri="{FF2B5EF4-FFF2-40B4-BE49-F238E27FC236}">
                        <a16:creationId xmlns:a16="http://schemas.microsoft.com/office/drawing/2014/main" id="{D6E45C4F-230D-D49B-5CBA-049A787A898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62503" y="3217234"/>
                    <a:ext cx="1890002" cy="27520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454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1307618B-404D-4ABA-EA5F-B9096A08D8CB}"/>
                  </a:ext>
                </a:extLst>
              </p:cNvPr>
              <p:cNvSpPr txBox="1"/>
              <p:nvPr/>
            </p:nvSpPr>
            <p:spPr>
              <a:xfrm>
                <a:off x="4560244" y="1528183"/>
                <a:ext cx="195428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1100" dirty="0"/>
                  <a:t>Se identifica la clasificación del evento</a:t>
                </a:r>
                <a:endParaRPr lang="es-CO" sz="1100" dirty="0"/>
              </a:p>
            </p:txBody>
          </p:sp>
        </p:grp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CE3FD20E-6FDE-CF95-656E-3BCD65A413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1335" y="151342"/>
            <a:ext cx="1156021" cy="95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761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Marcador de texto 6">
            <a:extLst>
              <a:ext uri="{FF2B5EF4-FFF2-40B4-BE49-F238E27FC236}">
                <a16:creationId xmlns:a16="http://schemas.microsoft.com/office/drawing/2014/main" id="{1E2BAC39-BD54-DD3F-0A57-FECA86D41089}"/>
              </a:ext>
            </a:extLst>
          </p:cNvPr>
          <p:cNvSpPr txBox="1">
            <a:spLocks/>
          </p:cNvSpPr>
          <p:nvPr/>
        </p:nvSpPr>
        <p:spPr>
          <a:xfrm>
            <a:off x="769109" y="863001"/>
            <a:ext cx="3430761" cy="2538946"/>
          </a:xfrm>
          <a:prstGeom prst="rect">
            <a:avLst/>
          </a:prstGeom>
        </p:spPr>
        <p:txBody>
          <a:bodyPr anchor="b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3200" b="1" dirty="0">
                <a:latin typeface="Arial Rounded MT Bold" panose="020F0704030504030204" pitchFamily="34" charset="77"/>
                <a:cs typeface="Arial" panose="020B0604020202020204" pitchFamily="34" charset="0"/>
              </a:rPr>
              <a:t>Clasificación de eventos para el cálculo</a:t>
            </a:r>
            <a:endParaRPr lang="es-CO" sz="3200" b="1" dirty="0">
              <a:latin typeface="Arial Rounded MT Bold" panose="020F0704030504030204" pitchFamily="34" charset="77"/>
              <a:cs typeface="Arial" panose="020B0604020202020204" pitchFamily="34" charset="0"/>
            </a:endParaRPr>
          </a:p>
        </p:txBody>
      </p:sp>
      <p:sp>
        <p:nvSpPr>
          <p:cNvPr id="43" name="Marcador de texto 5">
            <a:extLst>
              <a:ext uri="{FF2B5EF4-FFF2-40B4-BE49-F238E27FC236}">
                <a16:creationId xmlns:a16="http://schemas.microsoft.com/office/drawing/2014/main" id="{8F06DFDD-B5F1-A89F-E771-B5A36D88B999}"/>
              </a:ext>
            </a:extLst>
          </p:cNvPr>
          <p:cNvSpPr txBox="1">
            <a:spLocks/>
          </p:cNvSpPr>
          <p:nvPr/>
        </p:nvSpPr>
        <p:spPr>
          <a:xfrm>
            <a:off x="769109" y="3989313"/>
            <a:ext cx="3171536" cy="1310672"/>
          </a:xfrm>
          <a:prstGeom prst="rect">
            <a:avLst/>
          </a:prstGeom>
        </p:spPr>
        <p:txBody>
          <a:bodyPr anchor="t"/>
          <a:lstStyle>
            <a:defPPr>
              <a:defRPr lang="es-CO"/>
            </a:defPPr>
            <a:lvl1pPr marL="0" algn="l" defTabSz="914400" rtl="0" eaLnBrk="1" latinLnBrk="0" hangingPunct="1">
              <a:defRPr lang="es-CO" sz="1100" kern="1200">
                <a:solidFill>
                  <a:srgbClr val="2C2A29"/>
                </a:solidFill>
                <a:latin typeface="CIBFont Sans Book" panose="020B06030202020201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s-MX" sz="1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reporte de eventos es consultado en la plataforma HEROPE -(Herramientas Operativas del CND).</a:t>
            </a:r>
          </a:p>
          <a:p>
            <a:endParaRPr lang="es-MX" sz="140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140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140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140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9" name="Grupo 48">
            <a:extLst>
              <a:ext uri="{FF2B5EF4-FFF2-40B4-BE49-F238E27FC236}">
                <a16:creationId xmlns:a16="http://schemas.microsoft.com/office/drawing/2014/main" id="{369ACE93-3B4E-5396-59E8-9E4884372A9C}"/>
              </a:ext>
            </a:extLst>
          </p:cNvPr>
          <p:cNvGrpSpPr/>
          <p:nvPr/>
        </p:nvGrpSpPr>
        <p:grpSpPr>
          <a:xfrm>
            <a:off x="5304821" y="1909474"/>
            <a:ext cx="6287093" cy="1651625"/>
            <a:chOff x="5743540" y="1375950"/>
            <a:chExt cx="6287093" cy="1651625"/>
          </a:xfrm>
        </p:grpSpPr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F44B0C16-78FD-B8F7-0258-C8949C8BB5B7}"/>
                </a:ext>
              </a:extLst>
            </p:cNvPr>
            <p:cNvSpPr/>
            <p:nvPr/>
          </p:nvSpPr>
          <p:spPr>
            <a:xfrm>
              <a:off x="5832181" y="1375950"/>
              <a:ext cx="3460503" cy="34262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>
                  <a:solidFill>
                    <a:srgbClr val="440099"/>
                  </a:solidFill>
                </a:rPr>
                <a:t>Registro del Evento (HEROPE)</a:t>
              </a:r>
              <a:endParaRPr lang="es-CO" dirty="0">
                <a:solidFill>
                  <a:srgbClr val="440099"/>
                </a:solidFill>
              </a:endParaRPr>
            </a:p>
          </p:txBody>
        </p:sp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D62923F3-81C7-7CD7-3386-3912AF21AB02}"/>
                </a:ext>
              </a:extLst>
            </p:cNvPr>
            <p:cNvGrpSpPr/>
            <p:nvPr/>
          </p:nvGrpSpPr>
          <p:grpSpPr>
            <a:xfrm>
              <a:off x="5743540" y="1718572"/>
              <a:ext cx="6287093" cy="1309003"/>
              <a:chOff x="3676662" y="945776"/>
              <a:chExt cx="6596323" cy="1335751"/>
            </a:xfrm>
          </p:grpSpPr>
          <p:cxnSp>
            <p:nvCxnSpPr>
              <p:cNvPr id="52" name="Conector recto 51">
                <a:extLst>
                  <a:ext uri="{FF2B5EF4-FFF2-40B4-BE49-F238E27FC236}">
                    <a16:creationId xmlns:a16="http://schemas.microsoft.com/office/drawing/2014/main" id="{2694BE97-F9C2-A08A-54C0-E2875D0287CC}"/>
                  </a:ext>
                </a:extLst>
              </p:cNvPr>
              <p:cNvCxnSpPr>
                <a:cxnSpLocks/>
                <a:stCxn id="50" idx="2"/>
              </p:cNvCxnSpPr>
              <p:nvPr/>
            </p:nvCxnSpPr>
            <p:spPr>
              <a:xfrm>
                <a:off x="5585015" y="945776"/>
                <a:ext cx="0" cy="39893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Conector recto 52">
                <a:extLst>
                  <a:ext uri="{FF2B5EF4-FFF2-40B4-BE49-F238E27FC236}">
                    <a16:creationId xmlns:a16="http://schemas.microsoft.com/office/drawing/2014/main" id="{834423FC-31F7-B05B-8FF3-46B9656FD8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1012" y="1344706"/>
                <a:ext cx="279698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Conector recto de flecha 53">
                <a:extLst>
                  <a:ext uri="{FF2B5EF4-FFF2-40B4-BE49-F238E27FC236}">
                    <a16:creationId xmlns:a16="http://schemas.microsoft.com/office/drawing/2014/main" id="{4CBB4E64-B09B-8254-B89C-5DC0AA94CA24}"/>
                  </a:ext>
                </a:extLst>
              </p:cNvPr>
              <p:cNvCxnSpPr/>
              <p:nvPr/>
            </p:nvCxnSpPr>
            <p:spPr>
              <a:xfrm>
                <a:off x="4061012" y="1344706"/>
                <a:ext cx="0" cy="28687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Conector recto de flecha 54">
                <a:extLst>
                  <a:ext uri="{FF2B5EF4-FFF2-40B4-BE49-F238E27FC236}">
                    <a16:creationId xmlns:a16="http://schemas.microsoft.com/office/drawing/2014/main" id="{C8B7F420-59F4-04DD-6A1C-AF4FA3E59221}"/>
                  </a:ext>
                </a:extLst>
              </p:cNvPr>
              <p:cNvCxnSpPr/>
              <p:nvPr/>
            </p:nvCxnSpPr>
            <p:spPr>
              <a:xfrm>
                <a:off x="6858000" y="1348756"/>
                <a:ext cx="0" cy="28687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Rectángulo 55">
                <a:extLst>
                  <a:ext uri="{FF2B5EF4-FFF2-40B4-BE49-F238E27FC236}">
                    <a16:creationId xmlns:a16="http://schemas.microsoft.com/office/drawing/2014/main" id="{3C587EB2-900C-0AC8-437A-B8D3F98F3F86}"/>
                  </a:ext>
                </a:extLst>
              </p:cNvPr>
              <p:cNvSpPr/>
              <p:nvPr/>
            </p:nvSpPr>
            <p:spPr>
              <a:xfrm>
                <a:off x="3676662" y="1622609"/>
                <a:ext cx="851646" cy="28687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sz="1600" dirty="0">
                    <a:solidFill>
                      <a:srgbClr val="440099"/>
                    </a:solidFill>
                  </a:rPr>
                  <a:t>STN</a:t>
                </a:r>
                <a:endParaRPr lang="es-CO" sz="1600" dirty="0">
                  <a:solidFill>
                    <a:srgbClr val="440099"/>
                  </a:solidFill>
                </a:endParaRPr>
              </a:p>
            </p:txBody>
          </p:sp>
          <p:sp>
            <p:nvSpPr>
              <p:cNvPr id="57" name="Rectángulo 56">
                <a:extLst>
                  <a:ext uri="{FF2B5EF4-FFF2-40B4-BE49-F238E27FC236}">
                    <a16:creationId xmlns:a16="http://schemas.microsoft.com/office/drawing/2014/main" id="{03A6F2C2-90AA-8EBA-5F50-97C70E879BC9}"/>
                  </a:ext>
                </a:extLst>
              </p:cNvPr>
              <p:cNvSpPr/>
              <p:nvPr/>
            </p:nvSpPr>
            <p:spPr>
              <a:xfrm>
                <a:off x="6475312" y="1641877"/>
                <a:ext cx="851645" cy="28687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sz="1600" dirty="0">
                    <a:solidFill>
                      <a:srgbClr val="440099"/>
                    </a:solidFill>
                  </a:rPr>
                  <a:t>STR</a:t>
                </a:r>
                <a:endParaRPr lang="es-CO" sz="1600" dirty="0">
                  <a:solidFill>
                    <a:srgbClr val="440099"/>
                  </a:solidFill>
                </a:endParaRPr>
              </a:p>
            </p:txBody>
          </p:sp>
          <p:cxnSp>
            <p:nvCxnSpPr>
              <p:cNvPr id="58" name="Conector recto 57">
                <a:extLst>
                  <a:ext uri="{FF2B5EF4-FFF2-40B4-BE49-F238E27FC236}">
                    <a16:creationId xmlns:a16="http://schemas.microsoft.com/office/drawing/2014/main" id="{D41EDFEA-7B02-7B11-4E98-685F7C0EC8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1012" y="2142565"/>
                <a:ext cx="279698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Conector recto de flecha 58">
                <a:extLst>
                  <a:ext uri="{FF2B5EF4-FFF2-40B4-BE49-F238E27FC236}">
                    <a16:creationId xmlns:a16="http://schemas.microsoft.com/office/drawing/2014/main" id="{41CF7A7C-2717-6781-B072-E1BB7C02FC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61012" y="1918444"/>
                <a:ext cx="0" cy="2241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Conector recto de flecha 59">
                <a:extLst>
                  <a:ext uri="{FF2B5EF4-FFF2-40B4-BE49-F238E27FC236}">
                    <a16:creationId xmlns:a16="http://schemas.microsoft.com/office/drawing/2014/main" id="{9C8CC801-45FE-337A-FB50-D121AB6C1D5C}"/>
                  </a:ext>
                </a:extLst>
              </p:cNvPr>
              <p:cNvCxnSpPr/>
              <p:nvPr/>
            </p:nvCxnSpPr>
            <p:spPr>
              <a:xfrm flipV="1">
                <a:off x="6858000" y="1909479"/>
                <a:ext cx="0" cy="2241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Abrir llave 60">
                <a:extLst>
                  <a:ext uri="{FF2B5EF4-FFF2-40B4-BE49-F238E27FC236}">
                    <a16:creationId xmlns:a16="http://schemas.microsoft.com/office/drawing/2014/main" id="{702BFD89-5FB9-9E1E-C036-8391C0D47401}"/>
                  </a:ext>
                </a:extLst>
              </p:cNvPr>
              <p:cNvSpPr/>
              <p:nvPr/>
            </p:nvSpPr>
            <p:spPr>
              <a:xfrm>
                <a:off x="7331436" y="1299882"/>
                <a:ext cx="194982" cy="959222"/>
              </a:xfrm>
              <a:prstGeom prst="lef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>
                  <a:solidFill>
                    <a:srgbClr val="440099"/>
                  </a:solidFill>
                </a:endParaRPr>
              </a:p>
            </p:txBody>
          </p:sp>
          <p:sp>
            <p:nvSpPr>
              <p:cNvPr id="62" name="Rectángulo 61">
                <a:extLst>
                  <a:ext uri="{FF2B5EF4-FFF2-40B4-BE49-F238E27FC236}">
                    <a16:creationId xmlns:a16="http://schemas.microsoft.com/office/drawing/2014/main" id="{1096435B-6FA7-4275-3398-1EA573096D8B}"/>
                  </a:ext>
                </a:extLst>
              </p:cNvPr>
              <p:cNvSpPr/>
              <p:nvPr/>
            </p:nvSpPr>
            <p:spPr>
              <a:xfrm>
                <a:off x="7411008" y="1344706"/>
                <a:ext cx="2861977" cy="9368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AutoNum type="arabicPeriod"/>
                </a:pPr>
                <a:r>
                  <a:rPr lang="es-MX" sz="1200" dirty="0">
                    <a:solidFill>
                      <a:srgbClr val="440099"/>
                    </a:solidFill>
                  </a:rPr>
                  <a:t>Se identifican posibles mercados de comercialización  afectados.</a:t>
                </a:r>
              </a:p>
              <a:p>
                <a:pPr marL="342900" indent="-342900">
                  <a:buAutoNum type="arabicPeriod"/>
                </a:pPr>
                <a:r>
                  <a:rPr lang="es-MX" sz="1200" dirty="0">
                    <a:solidFill>
                      <a:srgbClr val="440099"/>
                    </a:solidFill>
                  </a:rPr>
                  <a:t>Se identifican posibles eventos simultáneos.</a:t>
                </a:r>
                <a:endParaRPr lang="es-CO" sz="1200" dirty="0">
                  <a:solidFill>
                    <a:srgbClr val="440099"/>
                  </a:solidFill>
                </a:endParaRPr>
              </a:p>
            </p:txBody>
          </p:sp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D8AFF789-1468-40EE-04BA-15522D0851B1}"/>
                  </a:ext>
                </a:extLst>
              </p:cNvPr>
              <p:cNvSpPr txBox="1"/>
              <p:nvPr/>
            </p:nvSpPr>
            <p:spPr>
              <a:xfrm>
                <a:off x="4560244" y="1528183"/>
                <a:ext cx="1954282" cy="4396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1100" dirty="0">
                    <a:solidFill>
                      <a:srgbClr val="440099"/>
                    </a:solidFill>
                  </a:rPr>
                  <a:t>Se identifica la clasificación del evento</a:t>
                </a:r>
                <a:endParaRPr lang="es-CO" sz="1100" dirty="0">
                  <a:solidFill>
                    <a:srgbClr val="440099"/>
                  </a:solidFill>
                </a:endParaRPr>
              </a:p>
            </p:txBody>
          </p:sp>
        </p:grpSp>
      </p:grpSp>
      <p:pic>
        <p:nvPicPr>
          <p:cNvPr id="64" name="Imagen 63">
            <a:extLst>
              <a:ext uri="{FF2B5EF4-FFF2-40B4-BE49-F238E27FC236}">
                <a16:creationId xmlns:a16="http://schemas.microsoft.com/office/drawing/2014/main" id="{724082C1-CE80-4D1E-7200-52461576A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785" y="3721198"/>
            <a:ext cx="7012471" cy="943767"/>
          </a:xfrm>
          <a:prstGeom prst="rect">
            <a:avLst/>
          </a:prstGeom>
        </p:spPr>
      </p:pic>
      <p:pic>
        <p:nvPicPr>
          <p:cNvPr id="65" name="Imagen 64">
            <a:extLst>
              <a:ext uri="{FF2B5EF4-FFF2-40B4-BE49-F238E27FC236}">
                <a16:creationId xmlns:a16="http://schemas.microsoft.com/office/drawing/2014/main" id="{91CC7B6E-DF74-BADC-C32D-3DEFFAE9C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0785" y="4875630"/>
            <a:ext cx="7012467" cy="1014182"/>
          </a:xfrm>
          <a:prstGeom prst="rect">
            <a:avLst/>
          </a:prstGeom>
        </p:spPr>
      </p:pic>
      <p:pic>
        <p:nvPicPr>
          <p:cNvPr id="66" name="Imagen 65">
            <a:extLst>
              <a:ext uri="{FF2B5EF4-FFF2-40B4-BE49-F238E27FC236}">
                <a16:creationId xmlns:a16="http://schemas.microsoft.com/office/drawing/2014/main" id="{EAE104AC-D8FF-EB12-1569-28DE78B813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6321" y="4129069"/>
            <a:ext cx="1014464" cy="945919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2F5FC70F-8303-02DF-E968-F21EC118D71E}"/>
              </a:ext>
            </a:extLst>
          </p:cNvPr>
          <p:cNvSpPr txBox="1"/>
          <p:nvPr/>
        </p:nvSpPr>
        <p:spPr>
          <a:xfrm>
            <a:off x="5546035" y="4231699"/>
            <a:ext cx="854764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MX" sz="1000" dirty="0">
                <a:solidFill>
                  <a:srgbClr val="2C2A29"/>
                </a:solidFill>
              </a:rPr>
              <a:t>AGENTE 1</a:t>
            </a:r>
            <a:endParaRPr lang="es-CO" sz="1000" dirty="0">
              <a:solidFill>
                <a:srgbClr val="2C2A29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3DAD6B92-0E96-7234-5458-436D271F5836}"/>
              </a:ext>
            </a:extLst>
          </p:cNvPr>
          <p:cNvSpPr txBox="1"/>
          <p:nvPr/>
        </p:nvSpPr>
        <p:spPr>
          <a:xfrm>
            <a:off x="5485725" y="5391345"/>
            <a:ext cx="1014464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MX" sz="1000" dirty="0">
                <a:solidFill>
                  <a:srgbClr val="2C2A29"/>
                </a:solidFill>
              </a:rPr>
              <a:t>AGENTE 2</a:t>
            </a:r>
            <a:endParaRPr lang="es-CO" sz="1000" dirty="0">
              <a:solidFill>
                <a:srgbClr val="2C2A29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59C42BD-A86C-8ED7-152F-81A16CBC5BE1}"/>
              </a:ext>
            </a:extLst>
          </p:cNvPr>
          <p:cNvSpPr txBox="1"/>
          <p:nvPr/>
        </p:nvSpPr>
        <p:spPr>
          <a:xfrm>
            <a:off x="8617226" y="5322627"/>
            <a:ext cx="2653748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MX" sz="1100" dirty="0">
                <a:solidFill>
                  <a:srgbClr val="2C2A29"/>
                </a:solidFill>
              </a:rPr>
              <a:t>Indisponibilidad del activo BL2 115 kV.</a:t>
            </a:r>
          </a:p>
          <a:p>
            <a:endParaRPr lang="es-CO" sz="1100" dirty="0">
              <a:solidFill>
                <a:srgbClr val="2C2A29"/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7502177-7330-8292-8CAA-C70A47BFAFFC}"/>
              </a:ext>
            </a:extLst>
          </p:cNvPr>
          <p:cNvSpPr txBox="1"/>
          <p:nvPr/>
        </p:nvSpPr>
        <p:spPr>
          <a:xfrm>
            <a:off x="8541026" y="4171142"/>
            <a:ext cx="2653748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MX" sz="1100" dirty="0">
                <a:solidFill>
                  <a:srgbClr val="2C2A29"/>
                </a:solidFill>
              </a:rPr>
              <a:t>Indisponibilidad del activo 230 kV.</a:t>
            </a:r>
          </a:p>
          <a:p>
            <a:endParaRPr lang="es-CO" sz="1100" dirty="0">
              <a:solidFill>
                <a:srgbClr val="2C2A29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93C1869-15B2-3A2A-2348-357CA040F5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1335" y="151342"/>
            <a:ext cx="1156021" cy="95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1867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6">
            <a:extLst>
              <a:ext uri="{FF2B5EF4-FFF2-40B4-BE49-F238E27FC236}">
                <a16:creationId xmlns:a16="http://schemas.microsoft.com/office/drawing/2014/main" id="{AE42B27E-6C06-AD3E-5238-EA51C95EA920}"/>
              </a:ext>
            </a:extLst>
          </p:cNvPr>
          <p:cNvSpPr txBox="1">
            <a:spLocks/>
          </p:cNvSpPr>
          <p:nvPr/>
        </p:nvSpPr>
        <p:spPr>
          <a:xfrm>
            <a:off x="1236324" y="1119139"/>
            <a:ext cx="9627146" cy="9511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3200" b="1" dirty="0">
                <a:latin typeface="Arial Rounded MT Bold" panose="020F0704030504030204" pitchFamily="34" charset="77"/>
                <a:cs typeface="Arial" panose="020B0604020202020204" pitchFamily="34" charset="0"/>
              </a:rPr>
              <a:t>Consideraciones para el cálculo de ENS y PENS</a:t>
            </a:r>
          </a:p>
        </p:txBody>
      </p:sp>
      <p:sp>
        <p:nvSpPr>
          <p:cNvPr id="78" name="Marcador de texto 5">
            <a:extLst>
              <a:ext uri="{FF2B5EF4-FFF2-40B4-BE49-F238E27FC236}">
                <a16:creationId xmlns:a16="http://schemas.microsoft.com/office/drawing/2014/main" id="{D0E39376-2745-1B79-1409-21B303C4CE34}"/>
              </a:ext>
            </a:extLst>
          </p:cNvPr>
          <p:cNvSpPr txBox="1">
            <a:spLocks/>
          </p:cNvSpPr>
          <p:nvPr/>
        </p:nvSpPr>
        <p:spPr>
          <a:xfrm>
            <a:off x="8241253" y="2563384"/>
            <a:ext cx="1161899" cy="979102"/>
          </a:xfrm>
          <a:prstGeom prst="rect">
            <a:avLst/>
          </a:prstGeom>
        </p:spPr>
        <p:txBody>
          <a:bodyPr anchor="ctr"/>
          <a:lstStyle>
            <a:defPPr>
              <a:defRPr lang="es-CO"/>
            </a:defPPr>
            <a:lvl1pPr marL="0" algn="l" defTabSz="914400" rtl="0" eaLnBrk="1" latinLnBrk="0" hangingPunct="1">
              <a:defRPr lang="es-CO" sz="1100" kern="1200">
                <a:solidFill>
                  <a:srgbClr val="2C2A29"/>
                </a:solidFill>
                <a:latin typeface="CIBFont Sans Book" panose="020B06030202020201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 sz="2800" b="1" dirty="0">
              <a:solidFill>
                <a:schemeClr val="bg1"/>
              </a:solidFill>
              <a:latin typeface="Arial Rounded MT Bold" panose="020F0704030504030204" pitchFamily="34" charset="77"/>
              <a:cs typeface="Arial" panose="020B0604020202020204" pitchFamily="34" charset="0"/>
            </a:endParaRPr>
          </a:p>
        </p:txBody>
      </p:sp>
      <p:sp>
        <p:nvSpPr>
          <p:cNvPr id="93" name="Marcador de texto 6">
            <a:extLst>
              <a:ext uri="{FF2B5EF4-FFF2-40B4-BE49-F238E27FC236}">
                <a16:creationId xmlns:a16="http://schemas.microsoft.com/office/drawing/2014/main" id="{30802D66-CB7F-3B8B-0661-FDF86755685E}"/>
              </a:ext>
            </a:extLst>
          </p:cNvPr>
          <p:cNvSpPr txBox="1">
            <a:spLocks/>
          </p:cNvSpPr>
          <p:nvPr/>
        </p:nvSpPr>
        <p:spPr>
          <a:xfrm>
            <a:off x="9185099" y="3107603"/>
            <a:ext cx="1864350" cy="936001"/>
          </a:xfrm>
          <a:prstGeom prst="rect">
            <a:avLst/>
          </a:prstGeom>
          <a:effectLst>
            <a:outerShdw blurRad="304800" dir="2700000" sx="110000" sy="11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  <a:defRPr/>
            </a:pPr>
            <a:r>
              <a:rPr lang="es-CO" sz="1100" dirty="0">
                <a:solidFill>
                  <a:schemeClr val="bg1"/>
                </a:solidFill>
              </a:rPr>
              <a:t>ENS: Energía No Suministrada.</a:t>
            </a:r>
          </a:p>
          <a:p>
            <a:pPr>
              <a:buFont typeface="Wingdings" panose="05000000000000000000" pitchFamily="2" charset="2"/>
              <a:buChar char="ü"/>
              <a:defRPr/>
            </a:pPr>
            <a:r>
              <a:rPr lang="es-CO" sz="1100" dirty="0">
                <a:solidFill>
                  <a:schemeClr val="bg1"/>
                </a:solidFill>
              </a:rPr>
              <a:t>PES: Porcentaje de Energía No Suministrada</a:t>
            </a:r>
          </a:p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s-CO" sz="1100" dirty="0">
              <a:solidFill>
                <a:schemeClr val="bg1"/>
              </a:solidFill>
            </a:endParaRPr>
          </a:p>
          <a:p>
            <a:pPr algn="ctr">
              <a:defRPr/>
            </a:pPr>
            <a:endParaRPr lang="es-CO" sz="1800" dirty="0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71390122-F841-C891-C41F-8ABE6348CBBC}"/>
              </a:ext>
            </a:extLst>
          </p:cNvPr>
          <p:cNvCxnSpPr/>
          <p:nvPr/>
        </p:nvCxnSpPr>
        <p:spPr>
          <a:xfrm>
            <a:off x="1359196" y="5988198"/>
            <a:ext cx="63795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A02C5C1A-E7F1-9103-9E51-B1B64DDD6B0E}"/>
              </a:ext>
            </a:extLst>
          </p:cNvPr>
          <p:cNvCxnSpPr/>
          <p:nvPr/>
        </p:nvCxnSpPr>
        <p:spPr>
          <a:xfrm>
            <a:off x="1382236" y="5469259"/>
            <a:ext cx="63795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ángulo redondeado 1">
            <a:extLst>
              <a:ext uri="{FF2B5EF4-FFF2-40B4-BE49-F238E27FC236}">
                <a16:creationId xmlns:a16="http://schemas.microsoft.com/office/drawing/2014/main" id="{00D3FAEC-9303-C37B-6029-AE375E18D656}"/>
              </a:ext>
            </a:extLst>
          </p:cNvPr>
          <p:cNvSpPr/>
          <p:nvPr/>
        </p:nvSpPr>
        <p:spPr>
          <a:xfrm>
            <a:off x="1098532" y="2063228"/>
            <a:ext cx="3256156" cy="4337572"/>
          </a:xfrm>
          <a:prstGeom prst="roundRect">
            <a:avLst>
              <a:gd name="adj" fmla="val 543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tángulo redondeado 6">
            <a:extLst>
              <a:ext uri="{FF2B5EF4-FFF2-40B4-BE49-F238E27FC236}">
                <a16:creationId xmlns:a16="http://schemas.microsoft.com/office/drawing/2014/main" id="{A433D22E-FCA8-EAEB-9FC4-DC2CB097088A}"/>
              </a:ext>
            </a:extLst>
          </p:cNvPr>
          <p:cNvSpPr/>
          <p:nvPr/>
        </p:nvSpPr>
        <p:spPr>
          <a:xfrm>
            <a:off x="4616742" y="2063227"/>
            <a:ext cx="3256156" cy="4337573"/>
          </a:xfrm>
          <a:prstGeom prst="roundRect">
            <a:avLst>
              <a:gd name="adj" fmla="val 543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ángulo redondeado 7">
            <a:extLst>
              <a:ext uri="{FF2B5EF4-FFF2-40B4-BE49-F238E27FC236}">
                <a16:creationId xmlns:a16="http://schemas.microsoft.com/office/drawing/2014/main" id="{F3BC4B77-2E51-6F59-4AB2-BE3B50B81EE1}"/>
              </a:ext>
            </a:extLst>
          </p:cNvPr>
          <p:cNvSpPr/>
          <p:nvPr/>
        </p:nvSpPr>
        <p:spPr>
          <a:xfrm>
            <a:off x="8134952" y="2063228"/>
            <a:ext cx="3256156" cy="4337572"/>
          </a:xfrm>
          <a:prstGeom prst="roundRect">
            <a:avLst>
              <a:gd name="adj" fmla="val 543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23 CuadroTexto">
            <a:extLst>
              <a:ext uri="{FF2B5EF4-FFF2-40B4-BE49-F238E27FC236}">
                <a16:creationId xmlns:a16="http://schemas.microsoft.com/office/drawing/2014/main" id="{B03530D1-3394-A6E9-7A10-34EB03BEE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7210" y="2424193"/>
            <a:ext cx="288297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MX" sz="18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MC afectados</a:t>
            </a:r>
            <a:endParaRPr lang="es-CO" sz="18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23 CuadroTexto">
            <a:extLst>
              <a:ext uri="{FF2B5EF4-FFF2-40B4-BE49-F238E27FC236}">
                <a16:creationId xmlns:a16="http://schemas.microsoft.com/office/drawing/2014/main" id="{121CDEAE-06B7-C279-11EA-D84EAD363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4328" y="2835100"/>
            <a:ext cx="2848915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Identificar el o los MC que pudieron ser afectados por la ocurrencia de un evento.</a:t>
            </a:r>
          </a:p>
        </p:txBody>
      </p:sp>
      <p:sp>
        <p:nvSpPr>
          <p:cNvPr id="64" name="23 CuadroTexto">
            <a:extLst>
              <a:ext uri="{FF2B5EF4-FFF2-40B4-BE49-F238E27FC236}">
                <a16:creationId xmlns:a16="http://schemas.microsoft.com/office/drawing/2014/main" id="{AB079093-16B3-9C2E-25D2-C7609BCCD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9300" y="2422770"/>
            <a:ext cx="31535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MX" sz="18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Eventos Simultáneos</a:t>
            </a:r>
            <a:endParaRPr lang="es-CO" sz="18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23 CuadroTexto">
            <a:extLst>
              <a:ext uri="{FF2B5EF4-FFF2-40B4-BE49-F238E27FC236}">
                <a16:creationId xmlns:a16="http://schemas.microsoft.com/office/drawing/2014/main" id="{E94F4234-F6ED-3FE6-A5FD-C4499B246A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1489" y="2879655"/>
            <a:ext cx="2848915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Identificar conjunto de MC afectados por cada evento.</a:t>
            </a:r>
          </a:p>
          <a:p>
            <a:pPr eaLnBrk="1" hangingPunct="1"/>
            <a:endParaRPr lang="es-MX" sz="140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Identificar sí existen o no MC en común afectados por los eventos simultáneos.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endParaRPr lang="es-MX" sz="140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Realizar cálculo de la ENS y PENS individual, según lo establecido en la Resolución vigente.</a:t>
            </a:r>
          </a:p>
          <a:p>
            <a:pPr eaLnBrk="1" hangingPunct="1"/>
            <a:endParaRPr lang="es-MX" sz="140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23 CuadroTexto">
            <a:extLst>
              <a:ext uri="{FF2B5EF4-FFF2-40B4-BE49-F238E27FC236}">
                <a16:creationId xmlns:a16="http://schemas.microsoft.com/office/drawing/2014/main" id="{64417471-7C7D-80A6-0CC9-16E2BE18FE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2508" y="2424193"/>
            <a:ext cx="24431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MX" sz="18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Informes</a:t>
            </a:r>
            <a:endParaRPr lang="es-CO" sz="18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23 CuadroTexto">
            <a:extLst>
              <a:ext uri="{FF2B5EF4-FFF2-40B4-BE49-F238E27FC236}">
                <a16:creationId xmlns:a16="http://schemas.microsoft.com/office/drawing/2014/main" id="{16418DE1-C73F-2EA3-437F-0CD24AE0B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5100" y="2937395"/>
            <a:ext cx="2848915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identifican los eventos simultáneos con el titulo: Eventos Simultáneos.</a:t>
            </a:r>
          </a:p>
          <a:p>
            <a:pPr eaLnBrk="1" hangingPunct="1"/>
            <a:endParaRPr lang="es-MX" sz="140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los eventos cuyo PENS&gt;2% muestran los cálculos de ENS y PENS realizados.</a:t>
            </a:r>
          </a:p>
        </p:txBody>
      </p:sp>
      <p:pic>
        <p:nvPicPr>
          <p:cNvPr id="69" name="Imagen 68">
            <a:extLst>
              <a:ext uri="{FF2B5EF4-FFF2-40B4-BE49-F238E27FC236}">
                <a16:creationId xmlns:a16="http://schemas.microsoft.com/office/drawing/2014/main" id="{6E58C3A2-47CE-0BFB-E71D-36A3670F25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3946" y="5187202"/>
            <a:ext cx="1120069" cy="1285533"/>
          </a:xfrm>
          <a:prstGeom prst="rect">
            <a:avLst/>
          </a:prstGeom>
        </p:spPr>
      </p:pic>
      <p:pic>
        <p:nvPicPr>
          <p:cNvPr id="72" name="Imagen 71">
            <a:extLst>
              <a:ext uri="{FF2B5EF4-FFF2-40B4-BE49-F238E27FC236}">
                <a16:creationId xmlns:a16="http://schemas.microsoft.com/office/drawing/2014/main" id="{36DD79F2-86E9-480A-6835-87BB412BD4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7678" y="5486461"/>
            <a:ext cx="988386" cy="921602"/>
          </a:xfrm>
          <a:prstGeom prst="rect">
            <a:avLst/>
          </a:prstGeom>
        </p:spPr>
      </p:pic>
      <p:pic>
        <p:nvPicPr>
          <p:cNvPr id="73" name="Imagen 72">
            <a:extLst>
              <a:ext uri="{FF2B5EF4-FFF2-40B4-BE49-F238E27FC236}">
                <a16:creationId xmlns:a16="http://schemas.microsoft.com/office/drawing/2014/main" id="{01D0C20F-D345-4D81-A30F-C7785177AD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5021" y="5329023"/>
            <a:ext cx="1115434" cy="1040066"/>
          </a:xfrm>
          <a:prstGeom prst="rect">
            <a:avLst/>
          </a:prstGeom>
        </p:spPr>
      </p:pic>
      <p:sp>
        <p:nvSpPr>
          <p:cNvPr id="19" name="23 CuadroTexto">
            <a:extLst>
              <a:ext uri="{FF2B5EF4-FFF2-40B4-BE49-F238E27FC236}">
                <a16:creationId xmlns:a16="http://schemas.microsoft.com/office/drawing/2014/main" id="{68389409-4615-2F32-7365-31C58628C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0525" y="3709657"/>
            <a:ext cx="288297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MX" sz="18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Periodo sin afectación</a:t>
            </a:r>
            <a:endParaRPr lang="es-CO" sz="18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23 CuadroTexto">
            <a:extLst>
              <a:ext uri="{FF2B5EF4-FFF2-40B4-BE49-F238E27FC236}">
                <a16:creationId xmlns:a16="http://schemas.microsoft.com/office/drawing/2014/main" id="{39190834-A0B9-B049-8CB7-799A521641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7643" y="4120564"/>
            <a:ext cx="284891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Identificar el último periodo sin afectación.</a:t>
            </a:r>
          </a:p>
        </p:txBody>
      </p:sp>
      <p:sp>
        <p:nvSpPr>
          <p:cNvPr id="21" name="23 CuadroTexto">
            <a:extLst>
              <a:ext uri="{FF2B5EF4-FFF2-40B4-BE49-F238E27FC236}">
                <a16:creationId xmlns:a16="http://schemas.microsoft.com/office/drawing/2014/main" id="{B0B77854-9587-DECE-20D1-686EF3141D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3900" y="4816216"/>
            <a:ext cx="298078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MX" sz="18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Indisponibilidades excluidas</a:t>
            </a:r>
            <a:endParaRPr lang="es-CO" sz="18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23 CuadroTexto">
            <a:extLst>
              <a:ext uri="{FF2B5EF4-FFF2-40B4-BE49-F238E27FC236}">
                <a16:creationId xmlns:a16="http://schemas.microsoft.com/office/drawing/2014/main" id="{173EEFB6-C282-7E2E-48AB-658F34909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019" y="5455720"/>
            <a:ext cx="284891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 igual a cero.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7CEE99A-9E60-7A4F-A421-B32F212A35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1335" y="151342"/>
            <a:ext cx="1156021" cy="95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667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6">
            <a:extLst>
              <a:ext uri="{FF2B5EF4-FFF2-40B4-BE49-F238E27FC236}">
                <a16:creationId xmlns:a16="http://schemas.microsoft.com/office/drawing/2014/main" id="{AE42B27E-6C06-AD3E-5238-EA51C95EA920}"/>
              </a:ext>
            </a:extLst>
          </p:cNvPr>
          <p:cNvSpPr txBox="1">
            <a:spLocks/>
          </p:cNvSpPr>
          <p:nvPr/>
        </p:nvSpPr>
        <p:spPr>
          <a:xfrm>
            <a:off x="1225098" y="1098675"/>
            <a:ext cx="6880217" cy="9511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3200" b="1" dirty="0">
                <a:latin typeface="Arial Rounded MT Bold" panose="020F0704030504030204" pitchFamily="34" charset="77"/>
                <a:cs typeface="Arial" panose="020B0604020202020204" pitchFamily="34" charset="0"/>
              </a:rPr>
              <a:t>Cálculo de pronósticos nuevos para los periodos del evento -PRN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3D4CF527-ACDF-C41B-254E-B397F5922DA0}"/>
              </a:ext>
            </a:extLst>
          </p:cNvPr>
          <p:cNvGrpSpPr/>
          <p:nvPr/>
        </p:nvGrpSpPr>
        <p:grpSpPr>
          <a:xfrm>
            <a:off x="5932190" y="1658899"/>
            <a:ext cx="5547463" cy="1554976"/>
            <a:chOff x="1846731" y="1344706"/>
            <a:chExt cx="5620585" cy="1586751"/>
          </a:xfrm>
        </p:grpSpPr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A01AC51C-B1FE-925C-435A-7DDB38886E8E}"/>
                </a:ext>
              </a:extLst>
            </p:cNvPr>
            <p:cNvCxnSpPr>
              <a:cxnSpLocks/>
            </p:cNvCxnSpPr>
            <p:nvPr/>
          </p:nvCxnSpPr>
          <p:spPr>
            <a:xfrm>
              <a:off x="4061012" y="1344706"/>
              <a:ext cx="279698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de flecha 21">
              <a:extLst>
                <a:ext uri="{FF2B5EF4-FFF2-40B4-BE49-F238E27FC236}">
                  <a16:creationId xmlns:a16="http://schemas.microsoft.com/office/drawing/2014/main" id="{2FF11A3F-5E33-C2BC-851F-FE68BD94F6C6}"/>
                </a:ext>
              </a:extLst>
            </p:cNvPr>
            <p:cNvCxnSpPr/>
            <p:nvPr/>
          </p:nvCxnSpPr>
          <p:spPr>
            <a:xfrm>
              <a:off x="4061012" y="1344706"/>
              <a:ext cx="0" cy="28687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de flecha 22">
              <a:extLst>
                <a:ext uri="{FF2B5EF4-FFF2-40B4-BE49-F238E27FC236}">
                  <a16:creationId xmlns:a16="http://schemas.microsoft.com/office/drawing/2014/main" id="{ADCE12D5-8DEC-1105-3EB2-51FE56B4F5EF}"/>
                </a:ext>
              </a:extLst>
            </p:cNvPr>
            <p:cNvCxnSpPr/>
            <p:nvPr/>
          </p:nvCxnSpPr>
          <p:spPr>
            <a:xfrm>
              <a:off x="6858000" y="1348756"/>
              <a:ext cx="0" cy="28687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BFBA1246-1554-447F-F46B-C75E5AC44ED7}"/>
                </a:ext>
              </a:extLst>
            </p:cNvPr>
            <p:cNvSpPr/>
            <p:nvPr/>
          </p:nvSpPr>
          <p:spPr>
            <a:xfrm>
              <a:off x="3676662" y="1622609"/>
              <a:ext cx="851646" cy="28687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>
                  <a:solidFill>
                    <a:schemeClr val="tx1"/>
                  </a:solidFill>
                </a:rPr>
                <a:t>STN</a:t>
              </a:r>
              <a:endParaRPr lang="es-CO" dirty="0">
                <a:solidFill>
                  <a:schemeClr val="tx1"/>
                </a:solidFill>
              </a:endParaRPr>
            </a:p>
          </p:txBody>
        </p:sp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79C16A39-F305-9D9B-13F7-E0A531EBFF00}"/>
                </a:ext>
              </a:extLst>
            </p:cNvPr>
            <p:cNvSpPr/>
            <p:nvPr/>
          </p:nvSpPr>
          <p:spPr>
            <a:xfrm>
              <a:off x="6475312" y="1641877"/>
              <a:ext cx="851646" cy="28687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>
                  <a:solidFill>
                    <a:schemeClr val="tx1"/>
                  </a:solidFill>
                </a:rPr>
                <a:t>STR</a:t>
              </a:r>
              <a:endParaRPr lang="es-CO" dirty="0">
                <a:solidFill>
                  <a:schemeClr val="tx1"/>
                </a:solidFill>
              </a:endParaRPr>
            </a:p>
          </p:txBody>
        </p: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A75E5A65-030B-4B2E-B9F8-C1AA3B74650C}"/>
                </a:ext>
              </a:extLst>
            </p:cNvPr>
            <p:cNvCxnSpPr>
              <a:cxnSpLocks/>
            </p:cNvCxnSpPr>
            <p:nvPr/>
          </p:nvCxnSpPr>
          <p:spPr>
            <a:xfrm>
              <a:off x="4061012" y="2142565"/>
              <a:ext cx="279698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de flecha 26">
              <a:extLst>
                <a:ext uri="{FF2B5EF4-FFF2-40B4-BE49-F238E27FC236}">
                  <a16:creationId xmlns:a16="http://schemas.microsoft.com/office/drawing/2014/main" id="{9A751248-DFAA-25D1-3207-739379D9D3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1012" y="1918444"/>
              <a:ext cx="0" cy="2241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de flecha 27">
              <a:extLst>
                <a:ext uri="{FF2B5EF4-FFF2-40B4-BE49-F238E27FC236}">
                  <a16:creationId xmlns:a16="http://schemas.microsoft.com/office/drawing/2014/main" id="{DF3467F0-4235-A418-E7D0-275FB8DC6020}"/>
                </a:ext>
              </a:extLst>
            </p:cNvPr>
            <p:cNvCxnSpPr/>
            <p:nvPr/>
          </p:nvCxnSpPr>
          <p:spPr>
            <a:xfrm flipV="1">
              <a:off x="6858000" y="1909479"/>
              <a:ext cx="0" cy="2241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de flecha 28">
              <a:extLst>
                <a:ext uri="{FF2B5EF4-FFF2-40B4-BE49-F238E27FC236}">
                  <a16:creationId xmlns:a16="http://schemas.microsoft.com/office/drawing/2014/main" id="{3C7667F0-7317-8686-B2CB-7A07F8ECC2F5}"/>
                </a:ext>
              </a:extLst>
            </p:cNvPr>
            <p:cNvCxnSpPr/>
            <p:nvPr/>
          </p:nvCxnSpPr>
          <p:spPr>
            <a:xfrm>
              <a:off x="5580526" y="2142558"/>
              <a:ext cx="0" cy="28687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9E6C19D8-C155-EC45-6A37-A6FE2CEDA13E}"/>
                </a:ext>
              </a:extLst>
            </p:cNvPr>
            <p:cNvSpPr/>
            <p:nvPr/>
          </p:nvSpPr>
          <p:spPr>
            <a:xfrm>
              <a:off x="3676663" y="2425697"/>
              <a:ext cx="3790653" cy="50576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600" dirty="0">
                  <a:solidFill>
                    <a:srgbClr val="440099"/>
                  </a:solidFill>
                </a:rPr>
                <a:t>Calcular Pronósticos Nuevos para los periodos del evento -PRN</a:t>
              </a:r>
              <a:endParaRPr lang="es-CO" sz="1600" dirty="0">
                <a:solidFill>
                  <a:srgbClr val="440099"/>
                </a:solidFill>
              </a:endParaRPr>
            </a:p>
          </p:txBody>
        </p:sp>
        <p:cxnSp>
          <p:nvCxnSpPr>
            <p:cNvPr id="31" name="Conector recto de flecha 30">
              <a:extLst>
                <a:ext uri="{FF2B5EF4-FFF2-40B4-BE49-F238E27FC236}">
                  <a16:creationId xmlns:a16="http://schemas.microsoft.com/office/drawing/2014/main" id="{9CD49518-F6FA-40E7-D6B4-74C8AA8BB79F}"/>
                </a:ext>
              </a:extLst>
            </p:cNvPr>
            <p:cNvCxnSpPr/>
            <p:nvPr/>
          </p:nvCxnSpPr>
          <p:spPr>
            <a:xfrm flipH="1">
              <a:off x="3442449" y="2716672"/>
              <a:ext cx="22411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1BD4DD14-559A-31FC-6C29-33D15B8B9A16}"/>
                </a:ext>
              </a:extLst>
            </p:cNvPr>
            <p:cNvSpPr/>
            <p:nvPr/>
          </p:nvSpPr>
          <p:spPr>
            <a:xfrm>
              <a:off x="1887074" y="2425697"/>
              <a:ext cx="1568819" cy="46179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CuadroTexto 33">
                  <a:extLst>
                    <a:ext uri="{FF2B5EF4-FFF2-40B4-BE49-F238E27FC236}">
                      <a16:creationId xmlns:a16="http://schemas.microsoft.com/office/drawing/2014/main" id="{1291AD31-2468-9753-5DFA-AE043C34EE26}"/>
                    </a:ext>
                  </a:extLst>
                </p:cNvPr>
                <p:cNvSpPr txBox="1"/>
                <p:nvPr/>
              </p:nvSpPr>
              <p:spPr>
                <a:xfrm>
                  <a:off x="1846731" y="2434382"/>
                  <a:ext cx="1649507" cy="46179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1100" i="1">
                                <a:latin typeface="Cambria Math" panose="02040503050406030204" pitchFamily="18" charset="0"/>
                              </a:rPr>
                              <m:t>𝑃𝑅𝑁</m:t>
                            </m:r>
                          </m:e>
                          <m:sub>
                            <m:r>
                              <a:rPr lang="es-CO" sz="11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s-CO" sz="1100" i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CO" sz="11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es-CO" sz="1100" i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s-CO" sz="11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1100" i="1">
                                <a:latin typeface="Cambria Math" panose="02040503050406030204" pitchFamily="18" charset="0"/>
                              </a:rPr>
                              <m:t>𝑃𝑅</m:t>
                            </m:r>
                          </m:e>
                          <m:sub>
                            <m:r>
                              <a:rPr lang="es-CO" sz="11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s-CO" sz="1100" i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CO" sz="11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es-CO" sz="1100" i="0">
                            <a:latin typeface="Cambria Math" panose="02040503050406030204" pitchFamily="18" charset="0"/>
                          </a:rPr>
                          <m:t>∗</m:t>
                        </m:r>
                        <m:f>
                          <m:fPr>
                            <m:ctrlPr>
                              <a:rPr lang="es-CO" sz="11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CO" sz="11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O" sz="1100" i="1">
                                    <a:latin typeface="Cambria Math" panose="02040503050406030204" pitchFamily="18" charset="0"/>
                                  </a:rPr>
                                  <m:t>𝐷𝐸</m:t>
                                </m:r>
                              </m:e>
                              <m:sub>
                                <m:r>
                                  <a:rPr lang="es-CO" sz="11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s-CO" sz="1100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s-CO" sz="11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s-CO" sz="11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O" sz="1100" i="1">
                                    <a:latin typeface="Cambria Math" panose="02040503050406030204" pitchFamily="18" charset="0"/>
                                  </a:rPr>
                                  <m:t>𝑃𝑅</m:t>
                                </m:r>
                              </m:e>
                              <m:sub>
                                <m:r>
                                  <a:rPr lang="es-CO" sz="11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s-CO" sz="1100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s-CO" sz="11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s-CO" sz="1100" dirty="0"/>
                </a:p>
              </p:txBody>
            </p:sp>
          </mc:Choice>
          <mc:Fallback xmlns="">
            <p:sp>
              <p:nvSpPr>
                <p:cNvPr id="34" name="CuadroTexto 33">
                  <a:extLst>
                    <a:ext uri="{FF2B5EF4-FFF2-40B4-BE49-F238E27FC236}">
                      <a16:creationId xmlns:a16="http://schemas.microsoft.com/office/drawing/2014/main" id="{1291AD31-2468-9753-5DFA-AE043C34EE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6731" y="2434382"/>
                  <a:ext cx="1649507" cy="461793"/>
                </a:xfrm>
                <a:prstGeom prst="rect">
                  <a:avLst/>
                </a:prstGeom>
                <a:blipFill>
                  <a:blip r:embed="rId3"/>
                  <a:stretch>
                    <a:fillRect b="-1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1433D986-0DF0-5969-950B-EB53F437B4B8}"/>
                </a:ext>
              </a:extLst>
            </p:cNvPr>
            <p:cNvSpPr txBox="1"/>
            <p:nvPr/>
          </p:nvSpPr>
          <p:spPr>
            <a:xfrm>
              <a:off x="4560244" y="1528183"/>
              <a:ext cx="195428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100" dirty="0"/>
                <a:t>Se identifica la clasificación del evento</a:t>
              </a:r>
              <a:endParaRPr lang="es-CO" sz="1100" dirty="0"/>
            </a:p>
          </p:txBody>
        </p:sp>
      </p:grpSp>
      <p:sp>
        <p:nvSpPr>
          <p:cNvPr id="36" name="Rectángulo redondeado 4">
            <a:extLst>
              <a:ext uri="{FF2B5EF4-FFF2-40B4-BE49-F238E27FC236}">
                <a16:creationId xmlns:a16="http://schemas.microsoft.com/office/drawing/2014/main" id="{0ECFD5D4-D9D3-732B-01EA-D8FA5A6848CE}"/>
              </a:ext>
            </a:extLst>
          </p:cNvPr>
          <p:cNvSpPr/>
          <p:nvPr/>
        </p:nvSpPr>
        <p:spPr>
          <a:xfrm>
            <a:off x="1131336" y="2347102"/>
            <a:ext cx="3220774" cy="1249951"/>
          </a:xfrm>
          <a:prstGeom prst="roundRect">
            <a:avLst>
              <a:gd name="adj" fmla="val 5000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/>
            </a:pPr>
            <a:r>
              <a:rPr lang="es-CO" sz="900" b="1" dirty="0">
                <a:solidFill>
                  <a:schemeClr val="bg1"/>
                </a:solidFill>
              </a:rPr>
              <a:t>   </a:t>
            </a:r>
            <a:r>
              <a:rPr lang="es-CO" sz="900" b="1" dirty="0">
                <a:solidFill>
                  <a:srgbClr val="440099"/>
                </a:solidFill>
              </a:rPr>
              <a:t>Insumos utilizados para el cálculo del pronóstico nuevo –PRN</a:t>
            </a:r>
          </a:p>
          <a:p>
            <a:pPr>
              <a:defRPr/>
            </a:pPr>
            <a:endParaRPr lang="es-CO" sz="900" b="1" dirty="0">
              <a:solidFill>
                <a:srgbClr val="440099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  <a:defRPr/>
            </a:pPr>
            <a:r>
              <a:rPr lang="es-CO" sz="900" b="1" dirty="0">
                <a:solidFill>
                  <a:srgbClr val="440099"/>
                </a:solidFill>
              </a:rPr>
              <a:t>Pronostico Oficial</a:t>
            </a:r>
          </a:p>
          <a:p>
            <a:pPr marL="171450" indent="-171450">
              <a:buFont typeface="Wingdings" panose="05000000000000000000" pitchFamily="2" charset="2"/>
              <a:buChar char="Ø"/>
              <a:defRPr/>
            </a:pPr>
            <a:r>
              <a:rPr lang="es-CO" sz="900" b="1" dirty="0">
                <a:solidFill>
                  <a:srgbClr val="440099"/>
                </a:solidFill>
              </a:rPr>
              <a:t>Demanda entregada (Información de contadores – fronteras comerciales)</a:t>
            </a:r>
          </a:p>
          <a:p>
            <a:pPr algn="ctr"/>
            <a:endParaRPr lang="es-CO" sz="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ángulo redondeado 5">
                <a:extLst>
                  <a:ext uri="{FF2B5EF4-FFF2-40B4-BE49-F238E27FC236}">
                    <a16:creationId xmlns:a16="http://schemas.microsoft.com/office/drawing/2014/main" id="{50E80CB7-CA5E-0245-D4CF-32C380FB1FA2}"/>
                  </a:ext>
                </a:extLst>
              </p:cNvPr>
              <p:cNvSpPr/>
              <p:nvPr/>
            </p:nvSpPr>
            <p:spPr>
              <a:xfrm>
                <a:off x="1179422" y="3590784"/>
                <a:ext cx="3240956" cy="1167221"/>
              </a:xfrm>
              <a:prstGeom prst="roundRect">
                <a:avLst>
                  <a:gd name="adj" fmla="val 50000"/>
                </a:avLst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171450" indent="-171450" algn="just">
                  <a:buFont typeface="Wingdings" panose="05000000000000000000" pitchFamily="2" charset="2"/>
                  <a:buChar char="Ø"/>
                  <a:defRPr/>
                </a:pPr>
                <a:endParaRPr lang="es-ES" sz="900" dirty="0">
                  <a:solidFill>
                    <a:srgbClr val="440099"/>
                  </a:solidFill>
                </a:endParaRPr>
              </a:p>
              <a:p>
                <a:pPr algn="just">
                  <a:defRPr/>
                </a:pPr>
                <a:r>
                  <a:rPr lang="es-ES" sz="900" dirty="0">
                    <a:solidFill>
                      <a:srgbClr val="440099"/>
                    </a:solidFill>
                  </a:rPr>
                  <a:t> </a:t>
                </a:r>
              </a:p>
              <a:p>
                <a:pPr marL="171450" indent="-171450" algn="just">
                  <a:buFont typeface="Wingdings" panose="05000000000000000000" pitchFamily="2" charset="2"/>
                  <a:buChar char="Ø"/>
                  <a:defRPr/>
                </a:pPr>
                <a:r>
                  <a:rPr lang="es-ES" sz="900" dirty="0">
                    <a:solidFill>
                      <a:srgbClr val="440099"/>
                    </a:solidFill>
                  </a:rPr>
                  <a:t>Identificar último periodo sin afectación.</a:t>
                </a:r>
              </a:p>
              <a:p>
                <a:pPr marL="171450" indent="-171450" algn="just">
                  <a:buFont typeface="Wingdings" panose="05000000000000000000" pitchFamily="2" charset="2"/>
                  <a:buChar char="Ø"/>
                  <a:defRPr/>
                </a:pPr>
                <a:r>
                  <a:rPr lang="es-ES" sz="900" dirty="0">
                    <a:solidFill>
                      <a:srgbClr val="440099"/>
                    </a:solidFill>
                  </a:rPr>
                  <a:t>Seleccionar la Demanda Entregada del último período no afectado-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sz="9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sz="900" i="1">
                            <a:latin typeface="Cambria Math" panose="02040503050406030204" pitchFamily="18" charset="0"/>
                          </a:rPr>
                          <m:t>𝐷𝐸</m:t>
                        </m:r>
                      </m:e>
                      <m:sub>
                        <m:r>
                          <a:rPr lang="es-CO" sz="9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CO" sz="9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CO" sz="9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s-ES" sz="900" dirty="0">
                    <a:solidFill>
                      <a:srgbClr val="440099"/>
                    </a:solidFill>
                  </a:rPr>
                  <a:t>. </a:t>
                </a:r>
              </a:p>
              <a:p>
                <a:pPr marL="171450" indent="-171450" algn="just">
                  <a:buFont typeface="Wingdings" panose="05000000000000000000" pitchFamily="2" charset="2"/>
                  <a:buChar char="Ø"/>
                  <a:defRPr/>
                </a:pPr>
                <a:r>
                  <a:rPr lang="es-ES" sz="900" dirty="0">
                    <a:solidFill>
                      <a:srgbClr val="440099"/>
                    </a:solidFill>
                  </a:rPr>
                  <a:t>Seleccionar el Pronóstico Oficial del último período  no afectado-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sz="9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sz="900" i="1">
                            <a:latin typeface="Cambria Math" panose="02040503050406030204" pitchFamily="18" charset="0"/>
                          </a:rPr>
                          <m:t>𝑃𝑅</m:t>
                        </m:r>
                      </m:e>
                      <m:sub>
                        <m:r>
                          <a:rPr lang="es-CO" sz="9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CO" sz="9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CO" sz="9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s-ES" sz="900" dirty="0">
                    <a:solidFill>
                      <a:srgbClr val="440099"/>
                    </a:solidFill>
                  </a:rPr>
                  <a:t>.</a:t>
                </a:r>
              </a:p>
              <a:p>
                <a:pPr marL="171450" indent="-171450" algn="just">
                  <a:buFont typeface="Wingdings" panose="05000000000000000000" pitchFamily="2" charset="2"/>
                  <a:buChar char="Ø"/>
                  <a:defRPr/>
                </a:pPr>
                <a:r>
                  <a:rPr lang="es-ES" sz="900" dirty="0">
                    <a:solidFill>
                      <a:srgbClr val="440099"/>
                    </a:solidFill>
                  </a:rPr>
                  <a:t>Seleccionar el Pronóstico Oficial de los períodos afectados-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sz="9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sz="900" i="1">
                            <a:latin typeface="Cambria Math" panose="02040503050406030204" pitchFamily="18" charset="0"/>
                          </a:rPr>
                          <m:t>𝑃𝑅</m:t>
                        </m:r>
                      </m:e>
                      <m:sub>
                        <m:r>
                          <a:rPr lang="es-CO" sz="9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CO" sz="9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CO" sz="9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s-ES" sz="900" dirty="0">
                    <a:solidFill>
                      <a:srgbClr val="440099"/>
                    </a:solidFill>
                  </a:rPr>
                  <a:t>.</a:t>
                </a:r>
              </a:p>
              <a:p>
                <a:pPr algn="just">
                  <a:defRPr/>
                </a:pPr>
                <a:endParaRPr lang="es-ES" sz="9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Rectángulo redondeado 5">
                <a:extLst>
                  <a:ext uri="{FF2B5EF4-FFF2-40B4-BE49-F238E27FC236}">
                    <a16:creationId xmlns:a16="http://schemas.microsoft.com/office/drawing/2014/main" id="{50E80CB7-CA5E-0245-D4CF-32C380FB1F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422" y="3590784"/>
                <a:ext cx="3240956" cy="1167221"/>
              </a:xfrm>
              <a:prstGeom prst="roundRect">
                <a:avLst>
                  <a:gd name="adj" fmla="val 50000"/>
                </a:avLst>
              </a:prstGeom>
              <a:blipFill>
                <a:blip r:embed="rId4"/>
                <a:stretch>
                  <a:fillRect b="-309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ángulo redondeado 6">
            <a:extLst>
              <a:ext uri="{FF2B5EF4-FFF2-40B4-BE49-F238E27FC236}">
                <a16:creationId xmlns:a16="http://schemas.microsoft.com/office/drawing/2014/main" id="{5E983099-A1F1-D348-EDB0-DFEAE0363765}"/>
              </a:ext>
            </a:extLst>
          </p:cNvPr>
          <p:cNvSpPr/>
          <p:nvPr/>
        </p:nvSpPr>
        <p:spPr>
          <a:xfrm>
            <a:off x="1060153" y="4803225"/>
            <a:ext cx="3192869" cy="12400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694E623A-CC2F-06DF-B93F-51AC8F9349E5}"/>
              </a:ext>
            </a:extLst>
          </p:cNvPr>
          <p:cNvCxnSpPr>
            <a:cxnSpLocks/>
          </p:cNvCxnSpPr>
          <p:nvPr/>
        </p:nvCxnSpPr>
        <p:spPr>
          <a:xfrm>
            <a:off x="5303256" y="5617744"/>
            <a:ext cx="6810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upo 59">
            <a:extLst>
              <a:ext uri="{FF2B5EF4-FFF2-40B4-BE49-F238E27FC236}">
                <a16:creationId xmlns:a16="http://schemas.microsoft.com/office/drawing/2014/main" id="{D36E8F2B-D11A-AA70-E636-66F04ECCAA25}"/>
              </a:ext>
            </a:extLst>
          </p:cNvPr>
          <p:cNvGrpSpPr/>
          <p:nvPr/>
        </p:nvGrpSpPr>
        <p:grpSpPr>
          <a:xfrm>
            <a:off x="6166770" y="5969283"/>
            <a:ext cx="4722772" cy="452546"/>
            <a:chOff x="5013583" y="6217200"/>
            <a:chExt cx="4722772" cy="4525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CuadroTexto 48">
                  <a:extLst>
                    <a:ext uri="{FF2B5EF4-FFF2-40B4-BE49-F238E27FC236}">
                      <a16:creationId xmlns:a16="http://schemas.microsoft.com/office/drawing/2014/main" id="{0FB3A830-77CF-F4D6-4C37-A2FA4B80C896}"/>
                    </a:ext>
                  </a:extLst>
                </p:cNvPr>
                <p:cNvSpPr txBox="1"/>
                <p:nvPr/>
              </p:nvSpPr>
              <p:spPr>
                <a:xfrm>
                  <a:off x="7141680" y="6291161"/>
                  <a:ext cx="2594675" cy="3455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s-CO" sz="11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1100" i="1">
                              <a:latin typeface="Cambria Math" panose="02040503050406030204" pitchFamily="18" charset="0"/>
                            </a:rPr>
                            <m:t>𝑃𝑅𝑁</m:t>
                          </m:r>
                        </m:e>
                        <m:sub>
                          <m:r>
                            <a:rPr lang="es-CO" sz="11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O" sz="11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sz="11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s-CO" sz="11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1100" b="0" i="1" smtClean="0">
                          <a:latin typeface="Cambria Math" panose="02040503050406030204" pitchFamily="18" charset="0"/>
                        </a:rPr>
                        <m:t>111,244</m:t>
                      </m:r>
                      <m:r>
                        <a:rPr lang="es-CO" sz="1100" i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s-CO" sz="11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1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106,737</m:t>
                          </m:r>
                        </m:num>
                        <m:den>
                          <m:r>
                            <a:rPr lang="es-MX" sz="11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107,346</m:t>
                          </m:r>
                        </m:den>
                      </m:f>
                    </m:oMath>
                  </a14:m>
                  <a:r>
                    <a:rPr lang="es-CO" sz="1100" dirty="0"/>
                    <a:t>= 110,613</a:t>
                  </a:r>
                </a:p>
              </p:txBody>
            </p:sp>
          </mc:Choice>
          <mc:Fallback xmlns="">
            <p:sp>
              <p:nvSpPr>
                <p:cNvPr id="49" name="CuadroTexto 48">
                  <a:extLst>
                    <a:ext uri="{FF2B5EF4-FFF2-40B4-BE49-F238E27FC236}">
                      <a16:creationId xmlns:a16="http://schemas.microsoft.com/office/drawing/2014/main" id="{0FB3A830-77CF-F4D6-4C37-A2FA4B80C8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1680" y="6291161"/>
                  <a:ext cx="2594675" cy="34554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CuadroTexto 49">
                  <a:extLst>
                    <a:ext uri="{FF2B5EF4-FFF2-40B4-BE49-F238E27FC236}">
                      <a16:creationId xmlns:a16="http://schemas.microsoft.com/office/drawing/2014/main" id="{CA2A5C14-8878-0161-9615-8F99D031A73A}"/>
                    </a:ext>
                  </a:extLst>
                </p:cNvPr>
                <p:cNvSpPr txBox="1"/>
                <p:nvPr/>
              </p:nvSpPr>
              <p:spPr>
                <a:xfrm>
                  <a:off x="5013583" y="6217200"/>
                  <a:ext cx="1649507" cy="4525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1100" i="1">
                                <a:latin typeface="Cambria Math" panose="02040503050406030204" pitchFamily="18" charset="0"/>
                              </a:rPr>
                              <m:t>𝑃𝑅𝑁</m:t>
                            </m:r>
                          </m:e>
                          <m:sub>
                            <m:r>
                              <a:rPr lang="es-CO" sz="11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s-CO" sz="1100" i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CO" sz="11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es-CO" sz="1100" i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s-CO" sz="11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1100" i="1">
                                <a:latin typeface="Cambria Math" panose="02040503050406030204" pitchFamily="18" charset="0"/>
                              </a:rPr>
                              <m:t>𝑃𝑅</m:t>
                            </m:r>
                          </m:e>
                          <m:sub>
                            <m:r>
                              <a:rPr lang="es-CO" sz="11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s-CO" sz="1100" i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CO" sz="11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es-CO" sz="1100" i="0">
                            <a:latin typeface="Cambria Math" panose="02040503050406030204" pitchFamily="18" charset="0"/>
                          </a:rPr>
                          <m:t>∗</m:t>
                        </m:r>
                        <m:f>
                          <m:fPr>
                            <m:ctrlPr>
                              <a:rPr lang="es-CO" sz="11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CO" sz="11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O" sz="1100" i="1">
                                    <a:latin typeface="Cambria Math" panose="02040503050406030204" pitchFamily="18" charset="0"/>
                                  </a:rPr>
                                  <m:t>𝐷𝐸</m:t>
                                </m:r>
                              </m:e>
                              <m:sub>
                                <m:r>
                                  <a:rPr lang="es-CO" sz="11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s-CO" sz="1100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s-CO" sz="11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s-CO" sz="11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O" sz="1100" i="1">
                                    <a:latin typeface="Cambria Math" panose="02040503050406030204" pitchFamily="18" charset="0"/>
                                  </a:rPr>
                                  <m:t>𝑃𝑅</m:t>
                                </m:r>
                              </m:e>
                              <m:sub>
                                <m:r>
                                  <a:rPr lang="es-CO" sz="11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s-CO" sz="1100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s-CO" sz="11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s-CO" sz="1100" dirty="0"/>
                </a:p>
              </p:txBody>
            </p:sp>
          </mc:Choice>
          <mc:Fallback xmlns="">
            <p:sp>
              <p:nvSpPr>
                <p:cNvPr id="50" name="CuadroTexto 49">
                  <a:extLst>
                    <a:ext uri="{FF2B5EF4-FFF2-40B4-BE49-F238E27FC236}">
                      <a16:creationId xmlns:a16="http://schemas.microsoft.com/office/drawing/2014/main" id="{CA2A5C14-8878-0161-9615-8F99D031A7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3583" y="6217200"/>
                  <a:ext cx="1649507" cy="452546"/>
                </a:xfrm>
                <a:prstGeom prst="rect">
                  <a:avLst/>
                </a:prstGeom>
                <a:blipFill>
                  <a:blip r:embed="rId6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Conector recto de flecha 50">
              <a:extLst>
                <a:ext uri="{FF2B5EF4-FFF2-40B4-BE49-F238E27FC236}">
                  <a16:creationId xmlns:a16="http://schemas.microsoft.com/office/drawing/2014/main" id="{CEA7F80B-5691-97BC-4108-700806B9BDB8}"/>
                </a:ext>
              </a:extLst>
            </p:cNvPr>
            <p:cNvCxnSpPr/>
            <p:nvPr/>
          </p:nvCxnSpPr>
          <p:spPr>
            <a:xfrm>
              <a:off x="6543713" y="6470369"/>
              <a:ext cx="49305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2B6ACC39-3534-1D8F-2FF7-426EB16D2F2B}"/>
              </a:ext>
            </a:extLst>
          </p:cNvPr>
          <p:cNvSpPr/>
          <p:nvPr/>
        </p:nvSpPr>
        <p:spPr>
          <a:xfrm>
            <a:off x="6214659" y="5958649"/>
            <a:ext cx="4472242" cy="488853"/>
          </a:xfrm>
          <a:prstGeom prst="roundRect">
            <a:avLst/>
          </a:prstGeom>
          <a:noFill/>
          <a:ln w="28575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49699DD-897D-3F87-CF5A-0F885CB3C0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1052" y="4963758"/>
            <a:ext cx="3697161" cy="1035205"/>
          </a:xfrm>
          <a:prstGeom prst="rect">
            <a:avLst/>
          </a:prstGeom>
        </p:spPr>
      </p:pic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02C0569A-10E0-83BA-28A2-62A23D9AA376}"/>
              </a:ext>
            </a:extLst>
          </p:cNvPr>
          <p:cNvSpPr/>
          <p:nvPr/>
        </p:nvSpPr>
        <p:spPr>
          <a:xfrm>
            <a:off x="3437638" y="4860095"/>
            <a:ext cx="1955483" cy="1240020"/>
          </a:xfrm>
          <a:prstGeom prst="roundRect">
            <a:avLst/>
          </a:prstGeom>
          <a:noFill/>
          <a:ln w="28575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9CC55D8-6DC0-4BEF-ADF0-51B14DD6DC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7245" y="4675662"/>
            <a:ext cx="4682671" cy="1109638"/>
          </a:xfrm>
          <a:prstGeom prst="rect">
            <a:avLst/>
          </a:prstGeom>
        </p:spPr>
      </p:pic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B4D4DF6C-68F5-5533-C2CB-48137D4E0323}"/>
              </a:ext>
            </a:extLst>
          </p:cNvPr>
          <p:cNvSpPr/>
          <p:nvPr/>
        </p:nvSpPr>
        <p:spPr>
          <a:xfrm>
            <a:off x="6034959" y="5551101"/>
            <a:ext cx="4682671" cy="292767"/>
          </a:xfrm>
          <a:prstGeom prst="roundRect">
            <a:avLst/>
          </a:prstGeom>
          <a:noFill/>
          <a:ln w="28575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A35CF9BB-EAE9-8ED3-9356-778698C9D746}"/>
              </a:ext>
            </a:extLst>
          </p:cNvPr>
          <p:cNvCxnSpPr/>
          <p:nvPr/>
        </p:nvCxnSpPr>
        <p:spPr>
          <a:xfrm>
            <a:off x="2604975" y="5650016"/>
            <a:ext cx="637953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CCD080C7-79C6-8EC0-6718-A0A33466BBC5}"/>
              </a:ext>
            </a:extLst>
          </p:cNvPr>
          <p:cNvSpPr txBox="1"/>
          <p:nvPr/>
        </p:nvSpPr>
        <p:spPr>
          <a:xfrm>
            <a:off x="2406355" y="5480105"/>
            <a:ext cx="1035191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MX" sz="1200" dirty="0">
                <a:solidFill>
                  <a:schemeClr val="bg1">
                    <a:lumMod val="10000"/>
                  </a:schemeClr>
                </a:solidFill>
              </a:rPr>
              <a:t>AGENTE 1</a:t>
            </a:r>
            <a:endParaRPr lang="es-CO" sz="12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B7699C1E-2CC9-4BBA-75D4-A37E86685646}"/>
              </a:ext>
            </a:extLst>
          </p:cNvPr>
          <p:cNvSpPr txBox="1"/>
          <p:nvPr/>
        </p:nvSpPr>
        <p:spPr>
          <a:xfrm>
            <a:off x="9156790" y="4734912"/>
            <a:ext cx="836078" cy="18466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600" dirty="0">
                <a:solidFill>
                  <a:schemeClr val="bg1">
                    <a:lumMod val="10000"/>
                  </a:schemeClr>
                </a:solidFill>
              </a:rPr>
              <a:t>MC1</a:t>
            </a:r>
            <a:endParaRPr lang="es-CO" sz="600" dirty="0">
              <a:solidFill>
                <a:schemeClr val="bg1">
                  <a:lumMod val="10000"/>
                </a:schemeClr>
              </a:solidFill>
            </a:endParaRPr>
          </a:p>
        </p:txBody>
      </p:sp>
      <p:graphicFrame>
        <p:nvGraphicFramePr>
          <p:cNvPr id="64" name="Tabla 63">
            <a:extLst>
              <a:ext uri="{FF2B5EF4-FFF2-40B4-BE49-F238E27FC236}">
                <a16:creationId xmlns:a16="http://schemas.microsoft.com/office/drawing/2014/main" id="{5926F22D-F14F-6326-7442-843DA23F9BD9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3508367"/>
          <a:ext cx="3121831" cy="920750"/>
        </p:xfrm>
        <a:graphic>
          <a:graphicData uri="http://schemas.openxmlformats.org/drawingml/2006/table">
            <a:tbl>
              <a:tblPr/>
              <a:tblGrid>
                <a:gridCol w="609846">
                  <a:extLst>
                    <a:ext uri="{9D8B030D-6E8A-4147-A177-3AD203B41FA5}">
                      <a16:colId xmlns:a16="http://schemas.microsoft.com/office/drawing/2014/main" val="3051823085"/>
                    </a:ext>
                  </a:extLst>
                </a:gridCol>
                <a:gridCol w="464645">
                  <a:extLst>
                    <a:ext uri="{9D8B030D-6E8A-4147-A177-3AD203B41FA5}">
                      <a16:colId xmlns:a16="http://schemas.microsoft.com/office/drawing/2014/main" val="2364679063"/>
                    </a:ext>
                  </a:extLst>
                </a:gridCol>
                <a:gridCol w="217802">
                  <a:extLst>
                    <a:ext uri="{9D8B030D-6E8A-4147-A177-3AD203B41FA5}">
                      <a16:colId xmlns:a16="http://schemas.microsoft.com/office/drawing/2014/main" val="3164352895"/>
                    </a:ext>
                  </a:extLst>
                </a:gridCol>
                <a:gridCol w="232322">
                  <a:extLst>
                    <a:ext uri="{9D8B030D-6E8A-4147-A177-3AD203B41FA5}">
                      <a16:colId xmlns:a16="http://schemas.microsoft.com/office/drawing/2014/main" val="3099503943"/>
                    </a:ext>
                  </a:extLst>
                </a:gridCol>
                <a:gridCol w="232322">
                  <a:extLst>
                    <a:ext uri="{9D8B030D-6E8A-4147-A177-3AD203B41FA5}">
                      <a16:colId xmlns:a16="http://schemas.microsoft.com/office/drawing/2014/main" val="3524652480"/>
                    </a:ext>
                  </a:extLst>
                </a:gridCol>
                <a:gridCol w="232322">
                  <a:extLst>
                    <a:ext uri="{9D8B030D-6E8A-4147-A177-3AD203B41FA5}">
                      <a16:colId xmlns:a16="http://schemas.microsoft.com/office/drawing/2014/main" val="1925014349"/>
                    </a:ext>
                  </a:extLst>
                </a:gridCol>
                <a:gridCol w="319443">
                  <a:extLst>
                    <a:ext uri="{9D8B030D-6E8A-4147-A177-3AD203B41FA5}">
                      <a16:colId xmlns:a16="http://schemas.microsoft.com/office/drawing/2014/main" val="189424828"/>
                    </a:ext>
                  </a:extLst>
                </a:gridCol>
                <a:gridCol w="275883">
                  <a:extLst>
                    <a:ext uri="{9D8B030D-6E8A-4147-A177-3AD203B41FA5}">
                      <a16:colId xmlns:a16="http://schemas.microsoft.com/office/drawing/2014/main" val="2731919166"/>
                    </a:ext>
                  </a:extLst>
                </a:gridCol>
                <a:gridCol w="261363">
                  <a:extLst>
                    <a:ext uri="{9D8B030D-6E8A-4147-A177-3AD203B41FA5}">
                      <a16:colId xmlns:a16="http://schemas.microsoft.com/office/drawing/2014/main" val="3923162748"/>
                    </a:ext>
                  </a:extLst>
                </a:gridCol>
                <a:gridCol w="275883">
                  <a:extLst>
                    <a:ext uri="{9D8B030D-6E8A-4147-A177-3AD203B41FA5}">
                      <a16:colId xmlns:a16="http://schemas.microsoft.com/office/drawing/2014/main" val="3280121101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Evento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...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71567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2397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MC1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SI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387791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2401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MC1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SI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899796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2398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MC2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SI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01828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2405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MC2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SI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9458828"/>
                  </a:ext>
                </a:extLst>
              </a:tr>
            </a:tbl>
          </a:graphicData>
        </a:graphic>
      </p:graphicFrame>
      <p:graphicFrame>
        <p:nvGraphicFramePr>
          <p:cNvPr id="66" name="Tabla 65">
            <a:extLst>
              <a:ext uri="{FF2B5EF4-FFF2-40B4-BE49-F238E27FC236}">
                <a16:creationId xmlns:a16="http://schemas.microsoft.com/office/drawing/2014/main" id="{D6617A97-66AB-1735-BC0B-04F24EF340C3}"/>
              </a:ext>
            </a:extLst>
          </p:cNvPr>
          <p:cNvGraphicFramePr>
            <a:graphicFrameLocks noGrp="1"/>
          </p:cNvGraphicFramePr>
          <p:nvPr/>
        </p:nvGraphicFramePr>
        <p:xfrm>
          <a:off x="9341564" y="4067883"/>
          <a:ext cx="1536700" cy="368300"/>
        </p:xfrm>
        <a:graphic>
          <a:graphicData uri="http://schemas.openxmlformats.org/drawingml/2006/table">
            <a:tbl>
              <a:tblPr/>
              <a:tblGrid>
                <a:gridCol w="165100">
                  <a:extLst>
                    <a:ext uri="{9D8B030D-6E8A-4147-A177-3AD203B41FA5}">
                      <a16:colId xmlns:a16="http://schemas.microsoft.com/office/drawing/2014/main" val="459539338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829121792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Periodo sin afectación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61788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Ocurrencia del evento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16177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497B05F0-E8B3-7F23-320A-5172346AAD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61335" y="151342"/>
            <a:ext cx="1156021" cy="95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337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ángulo: esquinas redondeadas 83">
            <a:extLst>
              <a:ext uri="{FF2B5EF4-FFF2-40B4-BE49-F238E27FC236}">
                <a16:creationId xmlns:a16="http://schemas.microsoft.com/office/drawing/2014/main" id="{CC8B30D9-02E2-6B94-D6AA-6F8BB6F91CF8}"/>
              </a:ext>
            </a:extLst>
          </p:cNvPr>
          <p:cNvSpPr/>
          <p:nvPr/>
        </p:nvSpPr>
        <p:spPr>
          <a:xfrm>
            <a:off x="8048498" y="1961993"/>
            <a:ext cx="3054004" cy="1169853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Marcador de texto 6">
            <a:extLst>
              <a:ext uri="{FF2B5EF4-FFF2-40B4-BE49-F238E27FC236}">
                <a16:creationId xmlns:a16="http://schemas.microsoft.com/office/drawing/2014/main" id="{AE42B27E-6C06-AD3E-5238-EA51C95EA920}"/>
              </a:ext>
            </a:extLst>
          </p:cNvPr>
          <p:cNvSpPr txBox="1">
            <a:spLocks/>
          </p:cNvSpPr>
          <p:nvPr/>
        </p:nvSpPr>
        <p:spPr>
          <a:xfrm>
            <a:off x="738368" y="1288505"/>
            <a:ext cx="6207048" cy="9511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3200" b="1" dirty="0">
                <a:latin typeface="Arial Rounded MT Bold" panose="020F0704030504030204" pitchFamily="34" charset="77"/>
                <a:cs typeface="Arial" panose="020B0604020202020204" pitchFamily="34" charset="0"/>
              </a:rPr>
              <a:t>Cálculo de PENS y ENS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E9BA095C-5857-753F-E3A8-EEBCD90A907E}"/>
              </a:ext>
            </a:extLst>
          </p:cNvPr>
          <p:cNvGrpSpPr/>
          <p:nvPr/>
        </p:nvGrpSpPr>
        <p:grpSpPr>
          <a:xfrm>
            <a:off x="845613" y="2301183"/>
            <a:ext cx="7161660" cy="1126108"/>
            <a:chOff x="1649894" y="2389102"/>
            <a:chExt cx="7470414" cy="1277201"/>
          </a:xfrm>
        </p:grpSpPr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EBBD113F-4171-08DD-2580-13FD1285E644}"/>
                </a:ext>
              </a:extLst>
            </p:cNvPr>
            <p:cNvSpPr/>
            <p:nvPr/>
          </p:nvSpPr>
          <p:spPr>
            <a:xfrm>
              <a:off x="3676663" y="2389102"/>
              <a:ext cx="3790653" cy="56027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600" dirty="0">
                  <a:solidFill>
                    <a:srgbClr val="440099"/>
                  </a:solidFill>
                </a:rPr>
                <a:t>Calcular Pronósticos Nuevos para los periodos del evento -PRN</a:t>
              </a:r>
              <a:endParaRPr lang="es-CO" sz="1600" dirty="0">
                <a:solidFill>
                  <a:srgbClr val="440099"/>
                </a:solidFill>
              </a:endParaRPr>
            </a:p>
          </p:txBody>
        </p:sp>
        <p:cxnSp>
          <p:nvCxnSpPr>
            <p:cNvPr id="27" name="Conector recto de flecha 26">
              <a:extLst>
                <a:ext uri="{FF2B5EF4-FFF2-40B4-BE49-F238E27FC236}">
                  <a16:creationId xmlns:a16="http://schemas.microsoft.com/office/drawing/2014/main" id="{F1306AAF-8F31-F63D-235F-B0541DCCDE11}"/>
                </a:ext>
              </a:extLst>
            </p:cNvPr>
            <p:cNvCxnSpPr>
              <a:cxnSpLocks/>
            </p:cNvCxnSpPr>
            <p:nvPr/>
          </p:nvCxnSpPr>
          <p:spPr>
            <a:xfrm>
              <a:off x="5580526" y="2949380"/>
              <a:ext cx="0" cy="2555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E8E6186-056D-7ECB-3DD1-203018346C9C}"/>
                </a:ext>
              </a:extLst>
            </p:cNvPr>
            <p:cNvSpPr/>
            <p:nvPr/>
          </p:nvSpPr>
          <p:spPr>
            <a:xfrm>
              <a:off x="3760696" y="3195920"/>
              <a:ext cx="3630706" cy="34962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600" dirty="0">
                  <a:solidFill>
                    <a:srgbClr val="440099"/>
                  </a:solidFill>
                </a:rPr>
                <a:t>Calcular PENS y ENS</a:t>
              </a:r>
              <a:endParaRPr lang="es-CO" sz="1600" dirty="0">
                <a:solidFill>
                  <a:srgbClr val="440099"/>
                </a:solidFill>
              </a:endParaRPr>
            </a:p>
          </p:txBody>
        </p:sp>
        <p:cxnSp>
          <p:nvCxnSpPr>
            <p:cNvPr id="29" name="Conector recto de flecha 28">
              <a:extLst>
                <a:ext uri="{FF2B5EF4-FFF2-40B4-BE49-F238E27FC236}">
                  <a16:creationId xmlns:a16="http://schemas.microsoft.com/office/drawing/2014/main" id="{C57B610C-D679-BEA0-9AAD-168CD49D99C8}"/>
                </a:ext>
              </a:extLst>
            </p:cNvPr>
            <p:cNvCxnSpPr/>
            <p:nvPr/>
          </p:nvCxnSpPr>
          <p:spPr>
            <a:xfrm flipH="1">
              <a:off x="3532098" y="3370732"/>
              <a:ext cx="22411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de flecha 33">
              <a:extLst>
                <a:ext uri="{FF2B5EF4-FFF2-40B4-BE49-F238E27FC236}">
                  <a16:creationId xmlns:a16="http://schemas.microsoft.com/office/drawing/2014/main" id="{2499E7E1-ED7B-BF54-E6E6-0B89AEFD28C9}"/>
                </a:ext>
              </a:extLst>
            </p:cNvPr>
            <p:cNvCxnSpPr>
              <a:cxnSpLocks/>
            </p:cNvCxnSpPr>
            <p:nvPr/>
          </p:nvCxnSpPr>
          <p:spPr>
            <a:xfrm>
              <a:off x="7391402" y="3370732"/>
              <a:ext cx="2061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ángulo 37">
              <a:extLst>
                <a:ext uri="{FF2B5EF4-FFF2-40B4-BE49-F238E27FC236}">
                  <a16:creationId xmlns:a16="http://schemas.microsoft.com/office/drawing/2014/main" id="{7D3C7F32-6BF6-0F56-74B3-F150B57FA4D8}"/>
                </a:ext>
              </a:extLst>
            </p:cNvPr>
            <p:cNvSpPr/>
            <p:nvPr/>
          </p:nvSpPr>
          <p:spPr>
            <a:xfrm>
              <a:off x="7597590" y="3128053"/>
              <a:ext cx="1447341" cy="52442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>
                <a:solidFill>
                  <a:schemeClr val="tx1"/>
                </a:solidFill>
              </a:endParaRPr>
            </a:p>
          </p:txBody>
        </p:sp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24079D51-B2F4-D090-44ED-0EE55243EFBC}"/>
                </a:ext>
              </a:extLst>
            </p:cNvPr>
            <p:cNvSpPr/>
            <p:nvPr/>
          </p:nvSpPr>
          <p:spPr>
            <a:xfrm>
              <a:off x="1721223" y="3139289"/>
              <a:ext cx="1810872" cy="4628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CuadroTexto 42">
                  <a:extLst>
                    <a:ext uri="{FF2B5EF4-FFF2-40B4-BE49-F238E27FC236}">
                      <a16:creationId xmlns:a16="http://schemas.microsoft.com/office/drawing/2014/main" id="{9D5B82C2-EE60-1D91-35DF-93CF6249EEB2}"/>
                    </a:ext>
                  </a:extLst>
                </p:cNvPr>
                <p:cNvSpPr txBox="1"/>
                <p:nvPr/>
              </p:nvSpPr>
              <p:spPr>
                <a:xfrm>
                  <a:off x="7512684" y="3141313"/>
                  <a:ext cx="1607624" cy="52499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1100" i="1">
                                <a:latin typeface="Cambria Math" panose="02040503050406030204" pitchFamily="18" charset="0"/>
                              </a:rPr>
                              <m:t>𝑃𝐸𝑁𝑆</m:t>
                            </m:r>
                          </m:e>
                          <m:sub>
                            <m:r>
                              <a:rPr lang="es-CO" sz="11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s-CO" sz="1100" i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CO" sz="11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es-CO" sz="1100" i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s-CO" sz="11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CO" sz="11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O" sz="1100" i="1">
                                    <a:latin typeface="Cambria Math" panose="02040503050406030204" pitchFamily="18" charset="0"/>
                                  </a:rPr>
                                  <m:t>𝐸𝑁𝑆𝑀𝐻</m:t>
                                </m:r>
                              </m:e>
                              <m:sub>
                                <m:r>
                                  <a:rPr lang="es-CO" sz="11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s-CO" sz="1100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s-CO" sz="11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s-CO" sz="11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O" sz="1100" i="1">
                                    <a:latin typeface="Cambria Math" panose="02040503050406030204" pitchFamily="18" charset="0"/>
                                  </a:rPr>
                                  <m:t>𝑃𝑅𝑁</m:t>
                                </m:r>
                              </m:e>
                              <m:sub>
                                <m:r>
                                  <a:rPr lang="es-CO" sz="11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s-CO" sz="1100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s-CO" sz="11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s-CO" sz="1100" dirty="0"/>
                </a:p>
              </p:txBody>
            </p:sp>
          </mc:Choice>
          <mc:Fallback xmlns="">
            <p:sp>
              <p:nvSpPr>
                <p:cNvPr id="43" name="CuadroTexto 42">
                  <a:extLst>
                    <a:ext uri="{FF2B5EF4-FFF2-40B4-BE49-F238E27FC236}">
                      <a16:creationId xmlns:a16="http://schemas.microsoft.com/office/drawing/2014/main" id="{9D5B82C2-EE60-1D91-35DF-93CF6249EE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2684" y="3141313"/>
                  <a:ext cx="1607624" cy="52499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CuadroTexto 43">
                  <a:extLst>
                    <a:ext uri="{FF2B5EF4-FFF2-40B4-BE49-F238E27FC236}">
                      <a16:creationId xmlns:a16="http://schemas.microsoft.com/office/drawing/2014/main" id="{B13F47DE-922B-D8C1-0EFD-FE95CCA51D18}"/>
                    </a:ext>
                  </a:extLst>
                </p:cNvPr>
                <p:cNvSpPr txBox="1"/>
                <p:nvPr/>
              </p:nvSpPr>
              <p:spPr>
                <a:xfrm>
                  <a:off x="1649894" y="3198391"/>
                  <a:ext cx="1953529" cy="31212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1100" i="1">
                                <a:latin typeface="Cambria Math" panose="02040503050406030204" pitchFamily="18" charset="0"/>
                              </a:rPr>
                              <m:t>𝐸𝑁𝑆𝑀𝐻</m:t>
                            </m:r>
                          </m:e>
                          <m:sub>
                            <m:r>
                              <a:rPr lang="es-CO" sz="11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s-CO" sz="1100" i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CO" sz="11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es-CO" sz="1100" i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s-CO" sz="11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1100" i="1">
                                <a:latin typeface="Cambria Math" panose="02040503050406030204" pitchFamily="18" charset="0"/>
                              </a:rPr>
                              <m:t>𝑃𝑅𝑁</m:t>
                            </m:r>
                          </m:e>
                          <m:sub>
                            <m:r>
                              <a:rPr lang="es-CO" sz="11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s-CO" sz="1100" i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CO" sz="11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es-CO" sz="1100" i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CO" sz="11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1100" i="1">
                                <a:latin typeface="Cambria Math" panose="02040503050406030204" pitchFamily="18" charset="0"/>
                              </a:rPr>
                              <m:t>𝐷𝐸</m:t>
                            </m:r>
                          </m:e>
                          <m:sub>
                            <m:r>
                              <a:rPr lang="es-CO" sz="11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s-CO" sz="1100" i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CO" sz="11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s-CO" sz="1100" dirty="0"/>
                </a:p>
              </p:txBody>
            </p:sp>
          </mc:Choice>
          <mc:Fallback xmlns="">
            <p:sp>
              <p:nvSpPr>
                <p:cNvPr id="44" name="CuadroTexto 43">
                  <a:extLst>
                    <a:ext uri="{FF2B5EF4-FFF2-40B4-BE49-F238E27FC236}">
                      <a16:creationId xmlns:a16="http://schemas.microsoft.com/office/drawing/2014/main" id="{B13F47DE-922B-D8C1-0EFD-FE95CCA51D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9894" y="3198391"/>
                  <a:ext cx="1953529" cy="31212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0E6E8B9A-486B-0085-78A3-FD8C438C6982}"/>
                  </a:ext>
                </a:extLst>
              </p:cNvPr>
              <p:cNvSpPr txBox="1"/>
              <p:nvPr/>
            </p:nvSpPr>
            <p:spPr>
              <a:xfrm>
                <a:off x="8059907" y="5645193"/>
                <a:ext cx="3606539" cy="384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O" sz="11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sz="1100" i="1">
                            <a:latin typeface="Cambria Math" panose="02040503050406030204" pitchFamily="18" charset="0"/>
                          </a:rPr>
                          <m:t>𝑃𝐸𝑁𝑆</m:t>
                        </m:r>
                      </m:e>
                      <m:sub>
                        <m:r>
                          <a:rPr lang="es-CO" sz="11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CO" sz="11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CO" sz="11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s-CO" sz="11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O" sz="11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CO" sz="11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1100" i="1">
                                <a:latin typeface="Cambria Math" panose="02040503050406030204" pitchFamily="18" charset="0"/>
                              </a:rPr>
                              <m:t>𝐸𝑁𝑆𝑀𝐻</m:t>
                            </m:r>
                          </m:e>
                          <m:sub>
                            <m:r>
                              <a:rPr lang="es-CO" sz="11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s-CO" sz="1100" i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CO" sz="11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CO" sz="11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1100" i="1">
                                <a:latin typeface="Cambria Math" panose="02040503050406030204" pitchFamily="18" charset="0"/>
                              </a:rPr>
                              <m:t>𝑃𝑅𝑁</m:t>
                            </m:r>
                          </m:e>
                          <m:sub>
                            <m:r>
                              <a:rPr lang="es-CO" sz="11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s-CO" sz="1100" i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CO" sz="11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den>
                    </m:f>
                  </m:oMath>
                </a14:m>
                <a:r>
                  <a:rPr lang="es-CO" sz="11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CO" sz="11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1100" b="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4,105</m:t>
                        </m:r>
                      </m:num>
                      <m:den>
                        <m:r>
                          <a:rPr lang="es-MX" sz="1100" b="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110,613</m:t>
                        </m:r>
                      </m:den>
                    </m:f>
                  </m:oMath>
                </a14:m>
                <a:r>
                  <a:rPr lang="es-CO" sz="1100" dirty="0"/>
                  <a:t>= 3,711%</a:t>
                </a:r>
              </a:p>
            </p:txBody>
          </p:sp>
        </mc:Choice>
        <mc:Fallback xmlns="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0E6E8B9A-486B-0085-78A3-FD8C438C6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9907" y="5645193"/>
                <a:ext cx="3606539" cy="3842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106AE776-2D26-2976-933B-9638C62D36A4}"/>
                  </a:ext>
                </a:extLst>
              </p:cNvPr>
              <p:cNvSpPr txBox="1"/>
              <p:nvPr/>
            </p:nvSpPr>
            <p:spPr>
              <a:xfrm>
                <a:off x="7335470" y="5123165"/>
                <a:ext cx="3606539" cy="4444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O" sz="11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sz="1100" i="1">
                            <a:latin typeface="Cambria Math" panose="02040503050406030204" pitchFamily="18" charset="0"/>
                          </a:rPr>
                          <m:t>𝐸𝑁𝑆𝑀𝐻</m:t>
                        </m:r>
                      </m:e>
                      <m:sub>
                        <m:r>
                          <a:rPr lang="es-CO" sz="11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CO" sz="11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CO" sz="11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s-CO" sz="11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CO" sz="11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sz="1100" i="1">
                            <a:latin typeface="Cambria Math" panose="02040503050406030204" pitchFamily="18" charset="0"/>
                          </a:rPr>
                          <m:t>𝑃𝑅𝑁</m:t>
                        </m:r>
                      </m:e>
                      <m:sub>
                        <m:r>
                          <a:rPr lang="es-CO" sz="11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CO" sz="11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CO" sz="11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s-CO" sz="1100" i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s-CO" sz="11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sz="1100" i="1">
                            <a:latin typeface="Cambria Math" panose="02040503050406030204" pitchFamily="18" charset="0"/>
                          </a:rPr>
                          <m:t>𝐷𝐸</m:t>
                        </m:r>
                      </m:e>
                      <m:sub>
                        <m:r>
                          <a:rPr lang="es-CO" sz="11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CO" sz="11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CO" sz="11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s-CO" sz="1100" dirty="0"/>
                  <a:t>= 110,613 -106,508 = 4,105</a:t>
                </a:r>
              </a:p>
              <a:p>
                <a:endParaRPr lang="es-CO" sz="1100" dirty="0"/>
              </a:p>
            </p:txBody>
          </p:sp>
        </mc:Choice>
        <mc:Fallback xmlns="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106AE776-2D26-2976-933B-9638C62D3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5470" y="5123165"/>
                <a:ext cx="3606539" cy="444481"/>
              </a:xfrm>
              <a:prstGeom prst="rect">
                <a:avLst/>
              </a:prstGeom>
              <a:blipFill>
                <a:blip r:embed="rId6"/>
                <a:stretch>
                  <a:fillRect t="-1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83D9434C-97EA-4A29-F0C5-099536780F71}"/>
              </a:ext>
            </a:extLst>
          </p:cNvPr>
          <p:cNvSpPr/>
          <p:nvPr/>
        </p:nvSpPr>
        <p:spPr>
          <a:xfrm>
            <a:off x="7335469" y="5114517"/>
            <a:ext cx="4156197" cy="281180"/>
          </a:xfrm>
          <a:prstGeom prst="roundRect">
            <a:avLst/>
          </a:prstGeom>
          <a:noFill/>
          <a:ln w="28575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AB71AD4B-D823-1BC4-F901-24E1F8E6C825}"/>
              </a:ext>
            </a:extLst>
          </p:cNvPr>
          <p:cNvSpPr/>
          <p:nvPr/>
        </p:nvSpPr>
        <p:spPr>
          <a:xfrm>
            <a:off x="7953428" y="5622495"/>
            <a:ext cx="2716770" cy="384207"/>
          </a:xfrm>
          <a:prstGeom prst="roundRect">
            <a:avLst/>
          </a:prstGeom>
          <a:noFill/>
          <a:ln w="28575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00" dirty="0"/>
          </a:p>
        </p:txBody>
      </p: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DAAA9E84-7F1E-6796-E360-C1879BC645AD}"/>
              </a:ext>
            </a:extLst>
          </p:cNvPr>
          <p:cNvCxnSpPr>
            <a:cxnSpLocks/>
          </p:cNvCxnSpPr>
          <p:nvPr/>
        </p:nvCxnSpPr>
        <p:spPr>
          <a:xfrm flipV="1">
            <a:off x="6356462" y="5273687"/>
            <a:ext cx="912870" cy="245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FC9DC002-C11E-3170-070D-B5DCB98B6FE9}"/>
              </a:ext>
            </a:extLst>
          </p:cNvPr>
          <p:cNvCxnSpPr>
            <a:cxnSpLocks/>
          </p:cNvCxnSpPr>
          <p:nvPr/>
        </p:nvCxnSpPr>
        <p:spPr>
          <a:xfrm>
            <a:off x="6349823" y="5645193"/>
            <a:ext cx="1451152" cy="169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Marcador de texto 5">
            <a:extLst>
              <a:ext uri="{FF2B5EF4-FFF2-40B4-BE49-F238E27FC236}">
                <a16:creationId xmlns:a16="http://schemas.microsoft.com/office/drawing/2014/main" id="{D0E39376-2745-1B79-1409-21B303C4CE34}"/>
              </a:ext>
            </a:extLst>
          </p:cNvPr>
          <p:cNvSpPr txBox="1">
            <a:spLocks/>
          </p:cNvSpPr>
          <p:nvPr/>
        </p:nvSpPr>
        <p:spPr>
          <a:xfrm>
            <a:off x="8241253" y="2563384"/>
            <a:ext cx="1161899" cy="979102"/>
          </a:xfrm>
          <a:prstGeom prst="rect">
            <a:avLst/>
          </a:prstGeom>
        </p:spPr>
        <p:txBody>
          <a:bodyPr anchor="ctr"/>
          <a:lstStyle>
            <a:defPPr>
              <a:defRPr lang="es-CO"/>
            </a:defPPr>
            <a:lvl1pPr marL="0" algn="l" defTabSz="914400" rtl="0" eaLnBrk="1" latinLnBrk="0" hangingPunct="1">
              <a:defRPr lang="es-CO" sz="1100" kern="1200">
                <a:solidFill>
                  <a:srgbClr val="2C2A29"/>
                </a:solidFill>
                <a:latin typeface="CIBFont Sans Book" panose="020B06030202020201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 sz="2800" b="1" dirty="0">
              <a:solidFill>
                <a:schemeClr val="bg1"/>
              </a:solidFill>
              <a:latin typeface="Arial Rounded MT Bold" panose="020F0704030504030204" pitchFamily="34" charset="77"/>
              <a:cs typeface="Arial" panose="020B0604020202020204" pitchFamily="34" charset="0"/>
            </a:endParaRPr>
          </a:p>
        </p:txBody>
      </p:sp>
      <p:sp>
        <p:nvSpPr>
          <p:cNvPr id="79" name="Marcador de texto 6">
            <a:extLst>
              <a:ext uri="{FF2B5EF4-FFF2-40B4-BE49-F238E27FC236}">
                <a16:creationId xmlns:a16="http://schemas.microsoft.com/office/drawing/2014/main" id="{C6EF38AA-0750-75B2-A2CC-C1232D205500}"/>
              </a:ext>
            </a:extLst>
          </p:cNvPr>
          <p:cNvSpPr txBox="1">
            <a:spLocks/>
          </p:cNvSpPr>
          <p:nvPr/>
        </p:nvSpPr>
        <p:spPr>
          <a:xfrm>
            <a:off x="9146207" y="2029255"/>
            <a:ext cx="1864350" cy="830243"/>
          </a:xfrm>
          <a:prstGeom prst="rect">
            <a:avLst/>
          </a:prstGeom>
          <a:effectLst>
            <a:outerShdw blurRad="304800" dir="2700000" sx="110000" sy="11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  <a:defRPr/>
            </a:pPr>
            <a:r>
              <a:rPr lang="es-CO" sz="1100" dirty="0">
                <a:solidFill>
                  <a:srgbClr val="440099"/>
                </a:solidFill>
              </a:rPr>
              <a:t>Se Identifican los Posibles Eventos Simultáneos.</a:t>
            </a:r>
          </a:p>
          <a:p>
            <a:pPr>
              <a:buFont typeface="Wingdings" panose="05000000000000000000" pitchFamily="2" charset="2"/>
              <a:buChar char="ü"/>
              <a:defRPr/>
            </a:pPr>
            <a:r>
              <a:rPr lang="es-CO" sz="1100" dirty="0">
                <a:solidFill>
                  <a:srgbClr val="440099"/>
                </a:solidFill>
              </a:rPr>
              <a:t>Periodo sin afectación</a:t>
            </a:r>
            <a:r>
              <a:rPr lang="es-CO" sz="1100" dirty="0">
                <a:solidFill>
                  <a:schemeClr val="bg1"/>
                </a:solidFill>
              </a:rPr>
              <a:t>.</a:t>
            </a:r>
          </a:p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s-CO" sz="1100" dirty="0">
              <a:solidFill>
                <a:schemeClr val="bg1"/>
              </a:solidFill>
            </a:endParaRPr>
          </a:p>
          <a:p>
            <a:pPr algn="ctr">
              <a:defRPr/>
            </a:pPr>
            <a:endParaRPr lang="es-CO" sz="180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87" name="Imagen 86">
            <a:extLst>
              <a:ext uri="{FF2B5EF4-FFF2-40B4-BE49-F238E27FC236}">
                <a16:creationId xmlns:a16="http://schemas.microsoft.com/office/drawing/2014/main" id="{38756320-37FF-7BED-5842-EF70574F18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5863" y="2097720"/>
            <a:ext cx="792940" cy="739363"/>
          </a:xfrm>
          <a:prstGeom prst="rect">
            <a:avLst/>
          </a:prstGeom>
        </p:spPr>
      </p:pic>
      <p:sp>
        <p:nvSpPr>
          <p:cNvPr id="93" name="Marcador de texto 6">
            <a:extLst>
              <a:ext uri="{FF2B5EF4-FFF2-40B4-BE49-F238E27FC236}">
                <a16:creationId xmlns:a16="http://schemas.microsoft.com/office/drawing/2014/main" id="{30802D66-CB7F-3B8B-0661-FDF86755685E}"/>
              </a:ext>
            </a:extLst>
          </p:cNvPr>
          <p:cNvSpPr txBox="1">
            <a:spLocks/>
          </p:cNvSpPr>
          <p:nvPr/>
        </p:nvSpPr>
        <p:spPr>
          <a:xfrm>
            <a:off x="9185099" y="3107603"/>
            <a:ext cx="1864350" cy="936001"/>
          </a:xfrm>
          <a:prstGeom prst="rect">
            <a:avLst/>
          </a:prstGeom>
          <a:effectLst>
            <a:outerShdw blurRad="304800" dir="2700000" sx="110000" sy="11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  <a:defRPr/>
            </a:pPr>
            <a:r>
              <a:rPr lang="es-CO" sz="1100" dirty="0">
                <a:solidFill>
                  <a:schemeClr val="bg1"/>
                </a:solidFill>
              </a:rPr>
              <a:t>ENS: Energía No Suministrada.</a:t>
            </a:r>
          </a:p>
          <a:p>
            <a:pPr>
              <a:buFont typeface="Wingdings" panose="05000000000000000000" pitchFamily="2" charset="2"/>
              <a:buChar char="ü"/>
              <a:defRPr/>
            </a:pPr>
            <a:r>
              <a:rPr lang="es-CO" sz="1100" dirty="0">
                <a:solidFill>
                  <a:schemeClr val="bg1"/>
                </a:solidFill>
              </a:rPr>
              <a:t>PES: Porcentaje de Energía No Suministrada</a:t>
            </a:r>
          </a:p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s-CO" sz="1100" dirty="0">
              <a:solidFill>
                <a:schemeClr val="bg1"/>
              </a:solidFill>
            </a:endParaRPr>
          </a:p>
          <a:p>
            <a:pPr algn="ctr">
              <a:defRPr/>
            </a:pPr>
            <a:endParaRPr lang="es-CO" sz="1800" dirty="0">
              <a:solidFill>
                <a:schemeClr val="bg2">
                  <a:lumMod val="10000"/>
                </a:schemeClr>
              </a:solidFill>
            </a:endParaRPr>
          </a:p>
        </p:txBody>
      </p:sp>
      <p:grpSp>
        <p:nvGrpSpPr>
          <p:cNvPr id="99" name="Grupo 98">
            <a:extLst>
              <a:ext uri="{FF2B5EF4-FFF2-40B4-BE49-F238E27FC236}">
                <a16:creationId xmlns:a16="http://schemas.microsoft.com/office/drawing/2014/main" id="{E5B2FCE1-7091-A94F-0D45-6D5A8273B78A}"/>
              </a:ext>
            </a:extLst>
          </p:cNvPr>
          <p:cNvGrpSpPr/>
          <p:nvPr/>
        </p:nvGrpSpPr>
        <p:grpSpPr>
          <a:xfrm>
            <a:off x="8067768" y="2979484"/>
            <a:ext cx="3054004" cy="1429630"/>
            <a:chOff x="2446247" y="760799"/>
            <a:chExt cx="3054004" cy="1221601"/>
          </a:xfrm>
        </p:grpSpPr>
        <p:sp>
          <p:nvSpPr>
            <p:cNvPr id="100" name="Rectángulo: esquinas redondeadas 99">
              <a:extLst>
                <a:ext uri="{FF2B5EF4-FFF2-40B4-BE49-F238E27FC236}">
                  <a16:creationId xmlns:a16="http://schemas.microsoft.com/office/drawing/2014/main" id="{0BAD6341-516A-3D33-6C52-C9BB66A9C751}"/>
                </a:ext>
              </a:extLst>
            </p:cNvPr>
            <p:cNvSpPr/>
            <p:nvPr/>
          </p:nvSpPr>
          <p:spPr>
            <a:xfrm>
              <a:off x="2446247" y="760799"/>
              <a:ext cx="3054004" cy="1221601"/>
            </a:xfrm>
            <a:prstGeom prst="roundRect">
              <a:avLst/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101" name="Rectángulo: esquinas redondeadas 4">
              <a:extLst>
                <a:ext uri="{FF2B5EF4-FFF2-40B4-BE49-F238E27FC236}">
                  <a16:creationId xmlns:a16="http://schemas.microsoft.com/office/drawing/2014/main" id="{F43CD968-75E3-5889-4D7E-6E8B660FE4BD}"/>
                </a:ext>
              </a:extLst>
            </p:cNvPr>
            <p:cNvSpPr txBox="1"/>
            <p:nvPr/>
          </p:nvSpPr>
          <p:spPr>
            <a:xfrm>
              <a:off x="2505881" y="820433"/>
              <a:ext cx="2934736" cy="1102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spcFirstLastPara="0" vert="horz" wrap="square" lIns="72009" tIns="48006" rIns="24003" bIns="48006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MX" sz="1800" kern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40CE124A-6398-A8DF-5B32-C7BAB3F14B34}"/>
              </a:ext>
            </a:extLst>
          </p:cNvPr>
          <p:cNvSpPr txBox="1"/>
          <p:nvPr/>
        </p:nvSpPr>
        <p:spPr>
          <a:xfrm>
            <a:off x="9311813" y="3041341"/>
            <a:ext cx="1630196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ü"/>
              <a:defRPr/>
            </a:pPr>
            <a:r>
              <a:rPr lang="es-CO" sz="1100" dirty="0">
                <a:solidFill>
                  <a:srgbClr val="440099"/>
                </a:solidFill>
              </a:rPr>
              <a:t>PENS &gt; 2%: valor máximo de ENS entre periodo del evento y periodo siguiente.</a:t>
            </a:r>
          </a:p>
          <a:p>
            <a:pPr>
              <a:defRPr/>
            </a:pPr>
            <a:endParaRPr lang="es-CO" sz="1100" dirty="0">
              <a:solidFill>
                <a:srgbClr val="440099"/>
              </a:solidFill>
            </a:endParaRPr>
          </a:p>
          <a:p>
            <a:pPr>
              <a:buFont typeface="Wingdings" panose="05000000000000000000" pitchFamily="2" charset="2"/>
              <a:buChar char="ü"/>
              <a:defRPr/>
            </a:pPr>
            <a:r>
              <a:rPr lang="es-CO" sz="1100" dirty="0">
                <a:solidFill>
                  <a:srgbClr val="440099"/>
                </a:solidFill>
              </a:rPr>
              <a:t>PENS&lt; 2%: valor de ENS igual a cero.</a:t>
            </a:r>
          </a:p>
        </p:txBody>
      </p:sp>
      <p:pic>
        <p:nvPicPr>
          <p:cNvPr id="88" name="Imagen 87">
            <a:extLst>
              <a:ext uri="{FF2B5EF4-FFF2-40B4-BE49-F238E27FC236}">
                <a16:creationId xmlns:a16="http://schemas.microsoft.com/office/drawing/2014/main" id="{F485BA19-D699-1469-7A97-B8D7FDD219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6741" y="3182289"/>
            <a:ext cx="829734" cy="77367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12ADA13-5B93-54C2-6D02-7AB7F613D8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1790" y="4342653"/>
            <a:ext cx="5127161" cy="1746251"/>
          </a:xfrm>
          <a:prstGeom prst="rect">
            <a:avLst/>
          </a:prstGeom>
        </p:spPr>
      </p:pic>
      <p:sp>
        <p:nvSpPr>
          <p:cNvPr id="52" name="Rectángulo: esquinas redondeadas 51">
            <a:extLst>
              <a:ext uri="{FF2B5EF4-FFF2-40B4-BE49-F238E27FC236}">
                <a16:creationId xmlns:a16="http://schemas.microsoft.com/office/drawing/2014/main" id="{721EAFE3-E184-A3BB-9258-48F4EEA4C523}"/>
              </a:ext>
            </a:extLst>
          </p:cNvPr>
          <p:cNvSpPr/>
          <p:nvPr/>
        </p:nvSpPr>
        <p:spPr>
          <a:xfrm>
            <a:off x="3810808" y="4269078"/>
            <a:ext cx="2716770" cy="1901888"/>
          </a:xfrm>
          <a:prstGeom prst="roundRect">
            <a:avLst/>
          </a:prstGeom>
          <a:noFill/>
          <a:ln w="28575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71390122-F841-C891-C41F-8ABE6348CBBC}"/>
              </a:ext>
            </a:extLst>
          </p:cNvPr>
          <p:cNvCxnSpPr/>
          <p:nvPr/>
        </p:nvCxnSpPr>
        <p:spPr>
          <a:xfrm>
            <a:off x="1359196" y="5988198"/>
            <a:ext cx="63795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A02C5C1A-E7F1-9103-9E51-B1B64DDD6B0E}"/>
              </a:ext>
            </a:extLst>
          </p:cNvPr>
          <p:cNvCxnSpPr/>
          <p:nvPr/>
        </p:nvCxnSpPr>
        <p:spPr>
          <a:xfrm>
            <a:off x="1382236" y="5469259"/>
            <a:ext cx="63795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uadroTexto 54">
            <a:extLst>
              <a:ext uri="{FF2B5EF4-FFF2-40B4-BE49-F238E27FC236}">
                <a16:creationId xmlns:a16="http://schemas.microsoft.com/office/drawing/2014/main" id="{24D1B4AF-983D-9A4D-BE3F-497C081C2319}"/>
              </a:ext>
            </a:extLst>
          </p:cNvPr>
          <p:cNvSpPr txBox="1"/>
          <p:nvPr/>
        </p:nvSpPr>
        <p:spPr>
          <a:xfrm>
            <a:off x="4751154" y="4392583"/>
            <a:ext cx="836078" cy="2000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700" dirty="0">
                <a:solidFill>
                  <a:schemeClr val="bg1">
                    <a:lumMod val="10000"/>
                  </a:schemeClr>
                </a:solidFill>
              </a:rPr>
              <a:t>MC1</a:t>
            </a:r>
            <a:endParaRPr lang="es-CO" sz="7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4A39F055-3954-70A2-B7DB-DDC2EF6D08B1}"/>
              </a:ext>
            </a:extLst>
          </p:cNvPr>
          <p:cNvSpPr/>
          <p:nvPr/>
        </p:nvSpPr>
        <p:spPr>
          <a:xfrm>
            <a:off x="2687048" y="3577545"/>
            <a:ext cx="3630706" cy="34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solidFill>
                  <a:srgbClr val="440099"/>
                </a:solidFill>
              </a:rPr>
              <a:t>Generar los informes</a:t>
            </a:r>
            <a:endParaRPr lang="es-CO" sz="1600" dirty="0">
              <a:solidFill>
                <a:srgbClr val="440099"/>
              </a:solidFill>
            </a:endParaRPr>
          </a:p>
        </p:txBody>
      </p: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3B0FA674-07EB-A8E0-0DEE-995A4900DF57}"/>
              </a:ext>
            </a:extLst>
          </p:cNvPr>
          <p:cNvCxnSpPr/>
          <p:nvPr/>
        </p:nvCxnSpPr>
        <p:spPr>
          <a:xfrm flipH="1">
            <a:off x="2458453" y="3748861"/>
            <a:ext cx="2241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0FDF055F-3F32-1F26-6F0D-8CB8E3964B64}"/>
              </a:ext>
            </a:extLst>
          </p:cNvPr>
          <p:cNvCxnSpPr>
            <a:cxnSpLocks/>
          </p:cNvCxnSpPr>
          <p:nvPr/>
        </p:nvCxnSpPr>
        <p:spPr>
          <a:xfrm>
            <a:off x="6317757" y="3748861"/>
            <a:ext cx="2061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ángulo 58">
            <a:extLst>
              <a:ext uri="{FF2B5EF4-FFF2-40B4-BE49-F238E27FC236}">
                <a16:creationId xmlns:a16="http://schemas.microsoft.com/office/drawing/2014/main" id="{E1F8B2B5-9F6C-D035-A8B3-098C45FFEA1B}"/>
              </a:ext>
            </a:extLst>
          </p:cNvPr>
          <p:cNvSpPr/>
          <p:nvPr/>
        </p:nvSpPr>
        <p:spPr>
          <a:xfrm>
            <a:off x="1472310" y="3590711"/>
            <a:ext cx="995092" cy="3426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</a:rPr>
              <a:t>PENS &lt;2%</a:t>
            </a:r>
            <a:endParaRPr lang="es-CO" sz="1200" dirty="0">
              <a:solidFill>
                <a:schemeClr val="tx1"/>
              </a:solidFill>
            </a:endParaRP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A5C0466E-8136-2206-5E4D-DF1DFB1F37A3}"/>
              </a:ext>
            </a:extLst>
          </p:cNvPr>
          <p:cNvSpPr/>
          <p:nvPr/>
        </p:nvSpPr>
        <p:spPr>
          <a:xfrm>
            <a:off x="6537392" y="3590712"/>
            <a:ext cx="995092" cy="3426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</a:rPr>
              <a:t>PENS &gt;2%</a:t>
            </a:r>
            <a:endParaRPr lang="es-CO" sz="1200" dirty="0">
              <a:solidFill>
                <a:schemeClr val="tx1"/>
              </a:solidFill>
            </a:endParaRPr>
          </a:p>
        </p:txBody>
      </p: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F21CE041-4029-C7A9-4AF2-97A7685AD9F5}"/>
              </a:ext>
            </a:extLst>
          </p:cNvPr>
          <p:cNvCxnSpPr>
            <a:cxnSpLocks/>
          </p:cNvCxnSpPr>
          <p:nvPr/>
        </p:nvCxnSpPr>
        <p:spPr>
          <a:xfrm>
            <a:off x="4613791" y="3336396"/>
            <a:ext cx="0" cy="225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8C47726D-C237-5C88-F206-912DFAA94DF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61335" y="151342"/>
            <a:ext cx="1156021" cy="95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5291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redondeado 6">
            <a:extLst>
              <a:ext uri="{FF2B5EF4-FFF2-40B4-BE49-F238E27FC236}">
                <a16:creationId xmlns:a16="http://schemas.microsoft.com/office/drawing/2014/main" id="{55182618-3DDD-FE87-58F2-0596F114D708}"/>
              </a:ext>
            </a:extLst>
          </p:cNvPr>
          <p:cNvSpPr/>
          <p:nvPr/>
        </p:nvSpPr>
        <p:spPr>
          <a:xfrm>
            <a:off x="1053923" y="2129371"/>
            <a:ext cx="4135837" cy="1299629"/>
          </a:xfrm>
          <a:prstGeom prst="roundRect">
            <a:avLst>
              <a:gd name="adj" fmla="val 27744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CO" sz="900" b="1">
              <a:solidFill>
                <a:schemeClr val="bg1"/>
              </a:solidFill>
            </a:endParaRPr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72F03706-C6B2-FA79-3E9C-08319C3FED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32105" y="2266953"/>
            <a:ext cx="3852146" cy="951156"/>
          </a:xfrm>
          <a:ln w="12700">
            <a:noFill/>
          </a:ln>
        </p:spPr>
        <p:txBody>
          <a:bodyPr>
            <a:normAutofit/>
          </a:bodyPr>
          <a:lstStyle/>
          <a:p>
            <a:pPr algn="just" eaLnBrk="1" hangingPunct="1"/>
            <a:r>
              <a:rPr lang="es-MX" sz="1200" dirty="0">
                <a:solidFill>
                  <a:srgbClr val="440099"/>
                </a:solidFill>
                <a:latin typeface="+mn-lt"/>
                <a:cs typeface="+mn-cs"/>
              </a:rPr>
              <a:t>Para eventos simultáneos se debe determinar la distribución de la ENS de los MC afectados en común y el porcentaje de participación de cada uno de los MC en los eventos simultáneos.</a:t>
            </a:r>
          </a:p>
          <a:p>
            <a:pPr eaLnBrk="1" hangingPunct="1"/>
            <a:endParaRPr lang="es-CO" dirty="0">
              <a:solidFill>
                <a:schemeClr val="accent3">
                  <a:lumMod val="50000"/>
                </a:schemeClr>
              </a:solidFill>
            </a:endParaRP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EFDB18F7-1FA1-BE1F-08E9-113762246974}"/>
              </a:ext>
            </a:extLst>
          </p:cNvPr>
          <p:cNvGraphicFramePr>
            <a:graphicFrameLocks noGrp="1"/>
          </p:cNvGraphicFramePr>
          <p:nvPr/>
        </p:nvGraphicFramePr>
        <p:xfrm>
          <a:off x="5496339" y="2266953"/>
          <a:ext cx="5312172" cy="1207389"/>
        </p:xfrm>
        <a:graphic>
          <a:graphicData uri="http://schemas.openxmlformats.org/drawingml/2006/table">
            <a:tbl>
              <a:tblPr firstRow="1" firstCol="1" bandRow="1"/>
              <a:tblGrid>
                <a:gridCol w="575310">
                  <a:extLst>
                    <a:ext uri="{9D8B030D-6E8A-4147-A177-3AD203B41FA5}">
                      <a16:colId xmlns:a16="http://schemas.microsoft.com/office/drawing/2014/main" val="3227063946"/>
                    </a:ext>
                  </a:extLst>
                </a:gridCol>
                <a:gridCol w="818738">
                  <a:extLst>
                    <a:ext uri="{9D8B030D-6E8A-4147-A177-3AD203B41FA5}">
                      <a16:colId xmlns:a16="http://schemas.microsoft.com/office/drawing/2014/main" val="2069307461"/>
                    </a:ext>
                  </a:extLst>
                </a:gridCol>
                <a:gridCol w="628549">
                  <a:extLst>
                    <a:ext uri="{9D8B030D-6E8A-4147-A177-3AD203B41FA5}">
                      <a16:colId xmlns:a16="http://schemas.microsoft.com/office/drawing/2014/main" val="2225577085"/>
                    </a:ext>
                  </a:extLst>
                </a:gridCol>
                <a:gridCol w="651028">
                  <a:extLst>
                    <a:ext uri="{9D8B030D-6E8A-4147-A177-3AD203B41FA5}">
                      <a16:colId xmlns:a16="http://schemas.microsoft.com/office/drawing/2014/main" val="3541186214"/>
                    </a:ext>
                  </a:extLst>
                </a:gridCol>
                <a:gridCol w="377688">
                  <a:extLst>
                    <a:ext uri="{9D8B030D-6E8A-4147-A177-3AD203B41FA5}">
                      <a16:colId xmlns:a16="http://schemas.microsoft.com/office/drawing/2014/main" val="5070847"/>
                    </a:ext>
                  </a:extLst>
                </a:gridCol>
                <a:gridCol w="1694329">
                  <a:extLst>
                    <a:ext uri="{9D8B030D-6E8A-4147-A177-3AD203B41FA5}">
                      <a16:colId xmlns:a16="http://schemas.microsoft.com/office/drawing/2014/main" val="1829779302"/>
                    </a:ext>
                  </a:extLst>
                </a:gridCol>
                <a:gridCol w="566530">
                  <a:extLst>
                    <a:ext uri="{9D8B030D-6E8A-4147-A177-3AD203B41FA5}">
                      <a16:colId xmlns:a16="http://schemas.microsoft.com/office/drawing/2014/main" val="2073144614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EVENTO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AGENTE OPERADOR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HORA INICIAL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HORA FINAL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DNA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DESCRIPCIÓN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CLASIF.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91613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2023-1051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AGENTE 1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2023/05/04 13:21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2023/05/04 13:24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Indisponibilidad de los activos BL1 115 KV.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3677952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2023-1050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AGENTE 2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2023/05/04 13:21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2023/05/04 13:42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Indisponibilidad de los activos PRINCIPAL 115 kV 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9316956"/>
                  </a:ext>
                </a:extLst>
              </a:tr>
            </a:tbl>
          </a:graphicData>
        </a:graphic>
      </p:graphicFrame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02E355A8-1DC3-D0D4-83ED-EA64F5152712}"/>
              </a:ext>
            </a:extLst>
          </p:cNvPr>
          <p:cNvSpPr/>
          <p:nvPr/>
        </p:nvSpPr>
        <p:spPr>
          <a:xfrm>
            <a:off x="5335026" y="2112080"/>
            <a:ext cx="2874696" cy="1473201"/>
          </a:xfrm>
          <a:prstGeom prst="roundRect">
            <a:avLst/>
          </a:prstGeom>
          <a:noFill/>
          <a:ln w="28575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aphicFrame>
        <p:nvGraphicFramePr>
          <p:cNvPr id="34" name="Tabla 33">
            <a:extLst>
              <a:ext uri="{FF2B5EF4-FFF2-40B4-BE49-F238E27FC236}">
                <a16:creationId xmlns:a16="http://schemas.microsoft.com/office/drawing/2014/main" id="{CB50C724-501E-063F-70A9-337382BB7EDE}"/>
              </a:ext>
            </a:extLst>
          </p:cNvPr>
          <p:cNvGraphicFramePr>
            <a:graphicFrameLocks noGrp="1"/>
          </p:cNvGraphicFramePr>
          <p:nvPr/>
        </p:nvGraphicFramePr>
        <p:xfrm>
          <a:off x="974036" y="3738844"/>
          <a:ext cx="4343400" cy="1473200"/>
        </p:xfrm>
        <a:graphic>
          <a:graphicData uri="http://schemas.openxmlformats.org/drawingml/2006/table">
            <a:tbl>
              <a:tblPr/>
              <a:tblGrid>
                <a:gridCol w="2672862">
                  <a:extLst>
                    <a:ext uri="{9D8B030D-6E8A-4147-A177-3AD203B41FA5}">
                      <a16:colId xmlns:a16="http://schemas.microsoft.com/office/drawing/2014/main" val="2440050026"/>
                    </a:ext>
                  </a:extLst>
                </a:gridCol>
                <a:gridCol w="835269">
                  <a:extLst>
                    <a:ext uri="{9D8B030D-6E8A-4147-A177-3AD203B41FA5}">
                      <a16:colId xmlns:a16="http://schemas.microsoft.com/office/drawing/2014/main" val="3200877583"/>
                    </a:ext>
                  </a:extLst>
                </a:gridCol>
                <a:gridCol w="835269">
                  <a:extLst>
                    <a:ext uri="{9D8B030D-6E8A-4147-A177-3AD203B41FA5}">
                      <a16:colId xmlns:a16="http://schemas.microsoft.com/office/drawing/2014/main" val="3338067198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MC-1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92933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P13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P14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51354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Demanda Entregada (DE)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126.334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106.338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04536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Pronóstico de Demanda (PR)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121.693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121.115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79487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Pronóstico Nuevo de Demanda (PRN)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125.733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47458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ENS para cada periodo horario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19.395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58003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PENS para cada periodo horario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15.426%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3826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ENSM -Máximo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CO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19.395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702453"/>
                  </a:ext>
                </a:extLst>
              </a:tr>
            </a:tbl>
          </a:graphicData>
        </a:graphic>
      </p:graphicFrame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35282C3F-D5DB-FF47-ED63-14695F977329}"/>
              </a:ext>
            </a:extLst>
          </p:cNvPr>
          <p:cNvSpPr/>
          <p:nvPr/>
        </p:nvSpPr>
        <p:spPr>
          <a:xfrm>
            <a:off x="4403000" y="4465505"/>
            <a:ext cx="1037018" cy="804159"/>
          </a:xfrm>
          <a:prstGeom prst="roundRect">
            <a:avLst/>
          </a:prstGeom>
          <a:noFill/>
          <a:ln w="28575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aphicFrame>
        <p:nvGraphicFramePr>
          <p:cNvPr id="38" name="Tabla 37">
            <a:extLst>
              <a:ext uri="{FF2B5EF4-FFF2-40B4-BE49-F238E27FC236}">
                <a16:creationId xmlns:a16="http://schemas.microsoft.com/office/drawing/2014/main" id="{689B3343-1CE7-0575-2BD7-2943FF7421C5}"/>
              </a:ext>
            </a:extLst>
          </p:cNvPr>
          <p:cNvGraphicFramePr>
            <a:graphicFrameLocks noGrp="1"/>
          </p:cNvGraphicFramePr>
          <p:nvPr/>
        </p:nvGraphicFramePr>
        <p:xfrm>
          <a:off x="5635486" y="5669772"/>
          <a:ext cx="3178314" cy="1081096"/>
        </p:xfrm>
        <a:graphic>
          <a:graphicData uri="http://schemas.openxmlformats.org/drawingml/2006/table">
            <a:tbl>
              <a:tblPr firstRow="1" firstCol="1" bandRow="1"/>
              <a:tblGrid>
                <a:gridCol w="1425528">
                  <a:extLst>
                    <a:ext uri="{9D8B030D-6E8A-4147-A177-3AD203B41FA5}">
                      <a16:colId xmlns:a16="http://schemas.microsoft.com/office/drawing/2014/main" val="1220747274"/>
                    </a:ext>
                  </a:extLst>
                </a:gridCol>
                <a:gridCol w="837001">
                  <a:extLst>
                    <a:ext uri="{9D8B030D-6E8A-4147-A177-3AD203B41FA5}">
                      <a16:colId xmlns:a16="http://schemas.microsoft.com/office/drawing/2014/main" val="2854512878"/>
                    </a:ext>
                  </a:extLst>
                </a:gridCol>
                <a:gridCol w="915785">
                  <a:extLst>
                    <a:ext uri="{9D8B030D-6E8A-4147-A177-3AD203B41FA5}">
                      <a16:colId xmlns:a16="http://schemas.microsoft.com/office/drawing/2014/main" val="4255957092"/>
                    </a:ext>
                  </a:extLst>
                </a:gridCol>
              </a:tblGrid>
              <a:tr h="27027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Evento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2023-1051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2023-1050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3815093"/>
                  </a:ext>
                </a:extLst>
              </a:tr>
              <a:tr h="27027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ENS (MC-1)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2.4244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16.9707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5920210"/>
                  </a:ext>
                </a:extLst>
              </a:tr>
              <a:tr h="27027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ENS (MC-2)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0.1660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0.1660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6766578"/>
                  </a:ext>
                </a:extLst>
              </a:tr>
              <a:tr h="27027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ENS TOTAL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2.5904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17.1367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95798"/>
                  </a:ext>
                </a:extLst>
              </a:tr>
            </a:tbl>
          </a:graphicData>
        </a:graphic>
      </p:graphicFrame>
      <p:graphicFrame>
        <p:nvGraphicFramePr>
          <p:cNvPr id="42" name="Tabla 41">
            <a:extLst>
              <a:ext uri="{FF2B5EF4-FFF2-40B4-BE49-F238E27FC236}">
                <a16:creationId xmlns:a16="http://schemas.microsoft.com/office/drawing/2014/main" id="{90BC3352-8A2F-1FC4-EED3-8E93D493508C}"/>
              </a:ext>
            </a:extLst>
          </p:cNvPr>
          <p:cNvGraphicFramePr>
            <a:graphicFrameLocks noGrp="1"/>
          </p:cNvGraphicFramePr>
          <p:nvPr/>
        </p:nvGraphicFramePr>
        <p:xfrm>
          <a:off x="982316" y="5433502"/>
          <a:ext cx="4343400" cy="1317366"/>
        </p:xfrm>
        <a:graphic>
          <a:graphicData uri="http://schemas.openxmlformats.org/drawingml/2006/table">
            <a:tbl>
              <a:tblPr firstRow="1" firstCol="1" bandRow="1"/>
              <a:tblGrid>
                <a:gridCol w="2297842">
                  <a:extLst>
                    <a:ext uri="{9D8B030D-6E8A-4147-A177-3AD203B41FA5}">
                      <a16:colId xmlns:a16="http://schemas.microsoft.com/office/drawing/2014/main" val="2453704867"/>
                    </a:ext>
                  </a:extLst>
                </a:gridCol>
                <a:gridCol w="1022779">
                  <a:extLst>
                    <a:ext uri="{9D8B030D-6E8A-4147-A177-3AD203B41FA5}">
                      <a16:colId xmlns:a16="http://schemas.microsoft.com/office/drawing/2014/main" val="348407936"/>
                    </a:ext>
                  </a:extLst>
                </a:gridCol>
                <a:gridCol w="1022779">
                  <a:extLst>
                    <a:ext uri="{9D8B030D-6E8A-4147-A177-3AD203B41FA5}">
                      <a16:colId xmlns:a16="http://schemas.microsoft.com/office/drawing/2014/main" val="1642203147"/>
                    </a:ext>
                  </a:extLst>
                </a:gridCol>
              </a:tblGrid>
              <a:tr h="1644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Evento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2023-0951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2023-0950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9249366"/>
                  </a:ext>
                </a:extLst>
              </a:tr>
              <a:tr h="4259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Disminución en la magnitud de potencia (MW)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10.634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10.634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5463520"/>
                  </a:ext>
                </a:extLst>
              </a:tr>
              <a:tr h="4259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Duración de la indisponibilidad (Horas)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0.05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0.35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6290578"/>
                  </a:ext>
                </a:extLst>
              </a:tr>
              <a:tr h="2839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Porcentaje de participación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12.50%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O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87.50%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5642393"/>
                  </a:ext>
                </a:extLst>
              </a:tr>
            </a:tbl>
          </a:graphicData>
        </a:graphic>
      </p:graphicFrame>
      <p:sp>
        <p:nvSpPr>
          <p:cNvPr id="45" name="Marcador de texto 6">
            <a:extLst>
              <a:ext uri="{FF2B5EF4-FFF2-40B4-BE49-F238E27FC236}">
                <a16:creationId xmlns:a16="http://schemas.microsoft.com/office/drawing/2014/main" id="{40E3BF74-0D53-3F7D-2118-9D9291A0E891}"/>
              </a:ext>
            </a:extLst>
          </p:cNvPr>
          <p:cNvSpPr txBox="1">
            <a:spLocks/>
          </p:cNvSpPr>
          <p:nvPr/>
        </p:nvSpPr>
        <p:spPr>
          <a:xfrm>
            <a:off x="738367" y="1288505"/>
            <a:ext cx="10070143" cy="9511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3200" b="1" dirty="0">
                <a:latin typeface="Arial Rounded MT Bold" panose="020F0704030504030204" pitchFamily="34" charset="77"/>
                <a:cs typeface="Arial" panose="020B0604020202020204" pitchFamily="34" charset="0"/>
              </a:rPr>
              <a:t>Cálculo de PENS y ENS – Eventos simultáneos</a:t>
            </a:r>
          </a:p>
        </p:txBody>
      </p:sp>
      <p:graphicFrame>
        <p:nvGraphicFramePr>
          <p:cNvPr id="47" name="Tabla 46">
            <a:extLst>
              <a:ext uri="{FF2B5EF4-FFF2-40B4-BE49-F238E27FC236}">
                <a16:creationId xmlns:a16="http://schemas.microsoft.com/office/drawing/2014/main" id="{93AA3BF8-00A8-2758-EBB4-DE62384596B8}"/>
              </a:ext>
            </a:extLst>
          </p:cNvPr>
          <p:cNvGraphicFramePr>
            <a:graphicFrameLocks noGrp="1"/>
          </p:cNvGraphicFramePr>
          <p:nvPr/>
        </p:nvGraphicFramePr>
        <p:xfrm>
          <a:off x="5635486" y="3738844"/>
          <a:ext cx="4343400" cy="1473200"/>
        </p:xfrm>
        <a:graphic>
          <a:graphicData uri="http://schemas.openxmlformats.org/drawingml/2006/table">
            <a:tbl>
              <a:tblPr/>
              <a:tblGrid>
                <a:gridCol w="2672862">
                  <a:extLst>
                    <a:ext uri="{9D8B030D-6E8A-4147-A177-3AD203B41FA5}">
                      <a16:colId xmlns:a16="http://schemas.microsoft.com/office/drawing/2014/main" val="2053279611"/>
                    </a:ext>
                  </a:extLst>
                </a:gridCol>
                <a:gridCol w="835269">
                  <a:extLst>
                    <a:ext uri="{9D8B030D-6E8A-4147-A177-3AD203B41FA5}">
                      <a16:colId xmlns:a16="http://schemas.microsoft.com/office/drawing/2014/main" val="3921660500"/>
                    </a:ext>
                  </a:extLst>
                </a:gridCol>
                <a:gridCol w="835269">
                  <a:extLst>
                    <a:ext uri="{9D8B030D-6E8A-4147-A177-3AD203B41FA5}">
                      <a16:colId xmlns:a16="http://schemas.microsoft.com/office/drawing/2014/main" val="1597642936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MC-2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03399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P13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P14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07495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Demanda Entregada (DE)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109.200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104.251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58773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Pronóstico de Demanda (PR)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107.962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103.398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0090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Pronóstico Nuevo de Demanda (PRN)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104.583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4258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ENS para cada periodo horario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0.332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35000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PENS para cada periodo horario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0.318%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36093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ENSM -Máximo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0.332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8291671"/>
                  </a:ext>
                </a:extLst>
              </a:tr>
            </a:tbl>
          </a:graphicData>
        </a:graphic>
      </p:graphicFrame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A4F79F64-FD19-BA3C-65B3-0DD7D54448F2}"/>
              </a:ext>
            </a:extLst>
          </p:cNvPr>
          <p:cNvSpPr/>
          <p:nvPr/>
        </p:nvSpPr>
        <p:spPr>
          <a:xfrm>
            <a:off x="9041259" y="4465505"/>
            <a:ext cx="1037018" cy="804159"/>
          </a:xfrm>
          <a:prstGeom prst="roundRect">
            <a:avLst/>
          </a:prstGeom>
          <a:noFill/>
          <a:ln w="28575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56E42308-8BA6-210A-80C6-F9E5756BD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5715" y="2764610"/>
            <a:ext cx="767527" cy="71566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DBA44144-4DB8-4F95-80AC-10287C3A6485}"/>
              </a:ext>
            </a:extLst>
          </p:cNvPr>
          <p:cNvSpPr txBox="1"/>
          <p:nvPr/>
        </p:nvSpPr>
        <p:spPr>
          <a:xfrm>
            <a:off x="5635486" y="5338046"/>
            <a:ext cx="30918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/>
              <a:t>Distribución de la ENS</a:t>
            </a:r>
            <a:endParaRPr lang="es-CO" sz="1200" dirty="0"/>
          </a:p>
        </p:txBody>
      </p:sp>
      <p:cxnSp>
        <p:nvCxnSpPr>
          <p:cNvPr id="5" name="Conector: angular 4">
            <a:extLst>
              <a:ext uri="{FF2B5EF4-FFF2-40B4-BE49-F238E27FC236}">
                <a16:creationId xmlns:a16="http://schemas.microsoft.com/office/drawing/2014/main" id="{9D89AF3C-08FB-3FEF-0C6E-D5044E343913}"/>
              </a:ext>
            </a:extLst>
          </p:cNvPr>
          <p:cNvCxnSpPr/>
          <p:nvPr/>
        </p:nvCxnSpPr>
        <p:spPr>
          <a:xfrm>
            <a:off x="7282628" y="5469514"/>
            <a:ext cx="457803" cy="181543"/>
          </a:xfrm>
          <a:prstGeom prst="bentConnector3">
            <a:avLst>
              <a:gd name="adj1" fmla="val 9853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3687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6">
            <a:extLst>
              <a:ext uri="{FF2B5EF4-FFF2-40B4-BE49-F238E27FC236}">
                <a16:creationId xmlns:a16="http://schemas.microsoft.com/office/drawing/2014/main" id="{AE42B27E-6C06-AD3E-5238-EA51C95EA920}"/>
              </a:ext>
            </a:extLst>
          </p:cNvPr>
          <p:cNvSpPr txBox="1">
            <a:spLocks/>
          </p:cNvSpPr>
          <p:nvPr/>
        </p:nvSpPr>
        <p:spPr>
          <a:xfrm>
            <a:off x="1441174" y="1288505"/>
            <a:ext cx="7758350" cy="9511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3200" b="1" dirty="0">
                <a:latin typeface="Arial Rounded MT Bold" panose="020F0704030504030204" pitchFamily="34" charset="77"/>
                <a:cs typeface="Arial" panose="020B0604020202020204" pitchFamily="34" charset="0"/>
              </a:rPr>
              <a:t>Estructura del Informe de PENS y ENS</a:t>
            </a:r>
          </a:p>
        </p:txBody>
      </p:sp>
      <p:sp>
        <p:nvSpPr>
          <p:cNvPr id="78" name="Marcador de texto 5">
            <a:extLst>
              <a:ext uri="{FF2B5EF4-FFF2-40B4-BE49-F238E27FC236}">
                <a16:creationId xmlns:a16="http://schemas.microsoft.com/office/drawing/2014/main" id="{D0E39376-2745-1B79-1409-21B303C4CE34}"/>
              </a:ext>
            </a:extLst>
          </p:cNvPr>
          <p:cNvSpPr txBox="1">
            <a:spLocks/>
          </p:cNvSpPr>
          <p:nvPr/>
        </p:nvSpPr>
        <p:spPr>
          <a:xfrm>
            <a:off x="8241253" y="2563384"/>
            <a:ext cx="1161899" cy="979102"/>
          </a:xfrm>
          <a:prstGeom prst="rect">
            <a:avLst/>
          </a:prstGeom>
        </p:spPr>
        <p:txBody>
          <a:bodyPr anchor="ctr"/>
          <a:lstStyle>
            <a:defPPr>
              <a:defRPr lang="es-CO"/>
            </a:defPPr>
            <a:lvl1pPr marL="0" algn="l" defTabSz="914400" rtl="0" eaLnBrk="1" latinLnBrk="0" hangingPunct="1">
              <a:defRPr lang="es-CO" sz="1100" kern="1200">
                <a:solidFill>
                  <a:srgbClr val="2C2A29"/>
                </a:solidFill>
                <a:latin typeface="CIBFont Sans Book" panose="020B06030202020201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 sz="2800" b="1" dirty="0">
              <a:solidFill>
                <a:schemeClr val="bg1"/>
              </a:solidFill>
              <a:latin typeface="Arial Rounded MT Bold" panose="020F0704030504030204" pitchFamily="34" charset="77"/>
              <a:cs typeface="Arial" panose="020B0604020202020204" pitchFamily="34" charset="0"/>
            </a:endParaRP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11604DD3-35FE-A10D-BCE1-2F46B63917C0}"/>
              </a:ext>
            </a:extLst>
          </p:cNvPr>
          <p:cNvSpPr/>
          <p:nvPr/>
        </p:nvSpPr>
        <p:spPr>
          <a:xfrm>
            <a:off x="4280647" y="1955174"/>
            <a:ext cx="3630706" cy="34262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solidFill>
                  <a:srgbClr val="440099"/>
                </a:solidFill>
              </a:rPr>
              <a:t>Generar los informes</a:t>
            </a:r>
            <a:endParaRPr lang="es-CO" sz="1600" dirty="0">
              <a:solidFill>
                <a:srgbClr val="440099"/>
              </a:solidFill>
            </a:endParaRPr>
          </a:p>
        </p:txBody>
      </p: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D9926F00-C7DF-0E9D-0686-8857046AFABD}"/>
              </a:ext>
            </a:extLst>
          </p:cNvPr>
          <p:cNvCxnSpPr/>
          <p:nvPr/>
        </p:nvCxnSpPr>
        <p:spPr>
          <a:xfrm flipH="1">
            <a:off x="4052052" y="2126490"/>
            <a:ext cx="2241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C86924B8-314F-0689-5938-347D1B1D0286}"/>
              </a:ext>
            </a:extLst>
          </p:cNvPr>
          <p:cNvCxnSpPr>
            <a:cxnSpLocks/>
          </p:cNvCxnSpPr>
          <p:nvPr/>
        </p:nvCxnSpPr>
        <p:spPr>
          <a:xfrm>
            <a:off x="7911356" y="2126490"/>
            <a:ext cx="2061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ángulo 54">
            <a:extLst>
              <a:ext uri="{FF2B5EF4-FFF2-40B4-BE49-F238E27FC236}">
                <a16:creationId xmlns:a16="http://schemas.microsoft.com/office/drawing/2014/main" id="{355DA263-6E1D-D755-8FA1-753B67A5648D}"/>
              </a:ext>
            </a:extLst>
          </p:cNvPr>
          <p:cNvSpPr/>
          <p:nvPr/>
        </p:nvSpPr>
        <p:spPr>
          <a:xfrm>
            <a:off x="3065909" y="1968340"/>
            <a:ext cx="995092" cy="3426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</a:rPr>
              <a:t>PENS &lt;2%</a:t>
            </a:r>
            <a:endParaRPr lang="es-CO" sz="1200" dirty="0">
              <a:solidFill>
                <a:schemeClr val="tx1"/>
              </a:solidFill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70CF65B2-87C2-0154-7A85-C317C6663D43}"/>
              </a:ext>
            </a:extLst>
          </p:cNvPr>
          <p:cNvSpPr/>
          <p:nvPr/>
        </p:nvSpPr>
        <p:spPr>
          <a:xfrm>
            <a:off x="8130991" y="1968341"/>
            <a:ext cx="995092" cy="3426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</a:rPr>
              <a:t>PENS &gt;2%</a:t>
            </a:r>
            <a:endParaRPr lang="es-CO" sz="1200" dirty="0">
              <a:solidFill>
                <a:schemeClr val="tx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9A3DD36-053F-6624-67F4-50F3E870B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015" y="2410977"/>
            <a:ext cx="3816074" cy="42083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73C1E2C-DCAB-5AAC-54A0-3633BB89E7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145" y="2376173"/>
            <a:ext cx="3816074" cy="42431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942C3FB-B8C1-1E52-0E9A-505FBFA687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1335" y="151342"/>
            <a:ext cx="1156021" cy="95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5758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Marcador de texto 6">
            <a:extLst>
              <a:ext uri="{FF2B5EF4-FFF2-40B4-BE49-F238E27FC236}">
                <a16:creationId xmlns:a16="http://schemas.microsoft.com/office/drawing/2014/main" id="{6A2B1CD1-8F0C-A3DD-8FF2-4EC0F9ED84AB}"/>
              </a:ext>
            </a:extLst>
          </p:cNvPr>
          <p:cNvSpPr txBox="1">
            <a:spLocks/>
          </p:cNvSpPr>
          <p:nvPr/>
        </p:nvSpPr>
        <p:spPr>
          <a:xfrm>
            <a:off x="1208993" y="1490167"/>
            <a:ext cx="6159369" cy="1605198"/>
          </a:xfrm>
          <a:prstGeom prst="rect">
            <a:avLst/>
          </a:prstGeom>
        </p:spPr>
        <p:txBody>
          <a:bodyPr anchor="b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3200" b="1" dirty="0">
                <a:latin typeface="Arial Rounded MT Bold" panose="020F0704030504030204" pitchFamily="34" charset="77"/>
                <a:cs typeface="Arial" panose="020B0604020202020204" pitchFamily="34" charset="0"/>
              </a:rPr>
              <a:t>Publicación informe de PENS y ENS</a:t>
            </a:r>
          </a:p>
        </p:txBody>
      </p:sp>
      <p:sp>
        <p:nvSpPr>
          <p:cNvPr id="49" name="Marcador de texto 5">
            <a:extLst>
              <a:ext uri="{FF2B5EF4-FFF2-40B4-BE49-F238E27FC236}">
                <a16:creationId xmlns:a16="http://schemas.microsoft.com/office/drawing/2014/main" id="{55B277BF-836D-DFA7-78E8-E8A456FD084A}"/>
              </a:ext>
            </a:extLst>
          </p:cNvPr>
          <p:cNvSpPr txBox="1">
            <a:spLocks/>
          </p:cNvSpPr>
          <p:nvPr/>
        </p:nvSpPr>
        <p:spPr>
          <a:xfrm>
            <a:off x="1325537" y="3429000"/>
            <a:ext cx="2766999" cy="1691639"/>
          </a:xfrm>
          <a:prstGeom prst="rect">
            <a:avLst/>
          </a:prstGeom>
        </p:spPr>
        <p:txBody>
          <a:bodyPr anchor="t"/>
          <a:lstStyle>
            <a:defPPr>
              <a:defRPr lang="es-CO"/>
            </a:defPPr>
            <a:lvl1pPr marL="0" algn="l" defTabSz="914400" rtl="0" eaLnBrk="1" latinLnBrk="0" hangingPunct="1">
              <a:defRPr lang="es-CO" sz="1100" kern="1200">
                <a:solidFill>
                  <a:srgbClr val="2C2A29"/>
                </a:solidFill>
                <a:latin typeface="CIBFont Sans Book" panose="020B06030202020201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Ingresar a la pagina de XM:</a:t>
            </a:r>
          </a:p>
          <a:p>
            <a:r>
              <a:rPr lang="es-CO" sz="1400" dirty="0">
                <a:solidFill>
                  <a:srgbClr val="440099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http://www.xm.com.co/</a:t>
            </a:r>
            <a:r>
              <a:rPr lang="es-CO" sz="1400" dirty="0">
                <a:solidFill>
                  <a:srgbClr val="44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s-CO" sz="1400" dirty="0">
              <a:solidFill>
                <a:srgbClr val="44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1400" dirty="0">
              <a:solidFill>
                <a:srgbClr val="44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1400" dirty="0">
              <a:solidFill>
                <a:srgbClr val="44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1400" dirty="0">
                <a:solidFill>
                  <a:srgbClr val="44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s-MX" sz="1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debe ingresar con el usuario y contraseña asignado</a:t>
            </a:r>
          </a:p>
          <a:p>
            <a:endParaRPr lang="es-CO" sz="1400" dirty="0">
              <a:solidFill>
                <a:srgbClr val="44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140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140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140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FE294C0-36AB-43EA-FB8B-E556F1EA2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2536" y="3238985"/>
            <a:ext cx="5888736" cy="28693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5143843B-42FF-BDB0-2060-936392040F25}"/>
              </a:ext>
            </a:extLst>
          </p:cNvPr>
          <p:cNvSpPr/>
          <p:nvPr/>
        </p:nvSpPr>
        <p:spPr>
          <a:xfrm>
            <a:off x="4682474" y="3965557"/>
            <a:ext cx="530875" cy="246107"/>
          </a:xfrm>
          <a:prstGeom prst="roundRect">
            <a:avLst/>
          </a:prstGeom>
          <a:noFill/>
          <a:ln w="28575"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A27CCC1B-335C-9786-4A5E-527EC7B15487}"/>
              </a:ext>
            </a:extLst>
          </p:cNvPr>
          <p:cNvSpPr/>
          <p:nvPr/>
        </p:nvSpPr>
        <p:spPr>
          <a:xfrm>
            <a:off x="4758039" y="4320762"/>
            <a:ext cx="878698" cy="201671"/>
          </a:xfrm>
          <a:prstGeom prst="roundRect">
            <a:avLst/>
          </a:prstGeom>
          <a:noFill/>
          <a:ln w="28575"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2" name="Rectángulo: esquinas redondeadas 51">
            <a:extLst>
              <a:ext uri="{FF2B5EF4-FFF2-40B4-BE49-F238E27FC236}">
                <a16:creationId xmlns:a16="http://schemas.microsoft.com/office/drawing/2014/main" id="{10893CAF-2874-5F7D-32C9-5C3736814CDA}"/>
              </a:ext>
            </a:extLst>
          </p:cNvPr>
          <p:cNvSpPr/>
          <p:nvPr/>
        </p:nvSpPr>
        <p:spPr>
          <a:xfrm>
            <a:off x="5925598" y="5402410"/>
            <a:ext cx="1300702" cy="331640"/>
          </a:xfrm>
          <a:prstGeom prst="roundRect">
            <a:avLst/>
          </a:prstGeom>
          <a:noFill/>
          <a:ln w="28575"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highlight>
                <a:srgbClr val="FFFF00"/>
              </a:highlight>
            </a:endParaRPr>
          </a:p>
        </p:txBody>
      </p:sp>
      <p:sp>
        <p:nvSpPr>
          <p:cNvPr id="54" name="Marcador de texto 5">
            <a:extLst>
              <a:ext uri="{FF2B5EF4-FFF2-40B4-BE49-F238E27FC236}">
                <a16:creationId xmlns:a16="http://schemas.microsoft.com/office/drawing/2014/main" id="{E66BE92D-E87B-FD4B-2B69-95F5A55924CF}"/>
              </a:ext>
            </a:extLst>
          </p:cNvPr>
          <p:cNvSpPr txBox="1">
            <a:spLocks/>
          </p:cNvSpPr>
          <p:nvPr/>
        </p:nvSpPr>
        <p:spPr>
          <a:xfrm>
            <a:off x="1377950" y="3959207"/>
            <a:ext cx="2649276" cy="917593"/>
          </a:xfrm>
          <a:prstGeom prst="rect">
            <a:avLst/>
          </a:prstGeom>
        </p:spPr>
        <p:txBody>
          <a:bodyPr anchor="t"/>
          <a:lstStyle>
            <a:defPPr>
              <a:defRPr lang="es-CO"/>
            </a:defPPr>
            <a:lvl1pPr marL="0" algn="l" defTabSz="914400" rtl="0" eaLnBrk="1" latinLnBrk="0" hangingPunct="1">
              <a:defRPr lang="es-CO" sz="1100" kern="1200">
                <a:solidFill>
                  <a:srgbClr val="2C2A29"/>
                </a:solidFill>
                <a:latin typeface="CIBFont Sans Book" panose="020B06030202020201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s-MX" sz="140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140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83AACF9-57ED-B73B-9510-1FC7A8A4B2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1335" y="151342"/>
            <a:ext cx="1156021" cy="95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6559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3ED3698-FB37-9F80-B719-129CFFAB4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06" y="932194"/>
            <a:ext cx="5398134" cy="26919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77E05AE2-976C-3A8A-8AB0-46EA88503914}"/>
              </a:ext>
            </a:extLst>
          </p:cNvPr>
          <p:cNvSpPr/>
          <p:nvPr/>
        </p:nvSpPr>
        <p:spPr>
          <a:xfrm>
            <a:off x="2696278" y="3327351"/>
            <a:ext cx="807499" cy="203298"/>
          </a:xfrm>
          <a:prstGeom prst="roundRect">
            <a:avLst/>
          </a:prstGeom>
          <a:noFill/>
          <a:ln w="28575"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A0CC535-52B7-2555-AAF6-5427521B1F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306" y="3855113"/>
            <a:ext cx="5398134" cy="269194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211F5495-2954-385A-A4F7-AE7435DD3FDF}"/>
              </a:ext>
            </a:extLst>
          </p:cNvPr>
          <p:cNvSpPr/>
          <p:nvPr/>
        </p:nvSpPr>
        <p:spPr>
          <a:xfrm>
            <a:off x="2547170" y="6271148"/>
            <a:ext cx="851653" cy="203298"/>
          </a:xfrm>
          <a:prstGeom prst="roundRect">
            <a:avLst/>
          </a:prstGeom>
          <a:noFill/>
          <a:ln w="28575"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288F3F6-9273-1FEA-E8A0-9F505A5CA1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2189" y="1881368"/>
            <a:ext cx="5398134" cy="37002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3AA29FE1-8001-BF45-7469-BFDAA687BFCE}"/>
              </a:ext>
            </a:extLst>
          </p:cNvPr>
          <p:cNvSpPr/>
          <p:nvPr/>
        </p:nvSpPr>
        <p:spPr>
          <a:xfrm>
            <a:off x="4610100" y="902363"/>
            <a:ext cx="409575" cy="39178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1</a:t>
            </a:r>
            <a:endParaRPr lang="es-CO" dirty="0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FA08F7E6-2F3B-824E-25E7-9295505C81A8}"/>
              </a:ext>
            </a:extLst>
          </p:cNvPr>
          <p:cNvSpPr/>
          <p:nvPr/>
        </p:nvSpPr>
        <p:spPr>
          <a:xfrm>
            <a:off x="10440956" y="1886384"/>
            <a:ext cx="409575" cy="39178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  <a:endParaRPr lang="es-CO" dirty="0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0D5E16BE-4A1A-262E-0AFE-16D91E2952B8}"/>
              </a:ext>
            </a:extLst>
          </p:cNvPr>
          <p:cNvSpPr/>
          <p:nvPr/>
        </p:nvSpPr>
        <p:spPr>
          <a:xfrm>
            <a:off x="4610099" y="4370719"/>
            <a:ext cx="409575" cy="39178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  <a:endParaRPr lang="es-CO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7269CC3-A07B-E3E8-82DC-704E229018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1335" y="151342"/>
            <a:ext cx="1156021" cy="95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3680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9F6A9AA-A19C-2E42-A87D-C762E96CBB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47025"/>
            <a:ext cx="9144000" cy="1117599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</a:rPr>
              <a:t>¡MUCHAS GRACIAS!</a:t>
            </a:r>
          </a:p>
        </p:txBody>
      </p:sp>
    </p:spTree>
    <p:extLst>
      <p:ext uri="{BB962C8B-B14F-4D97-AF65-F5344CB8AC3E}">
        <p14:creationId xmlns:p14="http://schemas.microsoft.com/office/powerpoint/2010/main" val="36850603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Portadas">
  <a:themeElements>
    <a:clrScheme name="XM">
      <a:dk1>
        <a:srgbClr val="440099"/>
      </a:dk1>
      <a:lt1>
        <a:srgbClr val="FFFEFE"/>
      </a:lt1>
      <a:dk2>
        <a:srgbClr val="440099"/>
      </a:dk2>
      <a:lt2>
        <a:srgbClr val="FFFFFF"/>
      </a:lt2>
      <a:accent1>
        <a:srgbClr val="FF6913"/>
      </a:accent1>
      <a:accent2>
        <a:srgbClr val="AC1459"/>
      </a:accent2>
      <a:accent3>
        <a:srgbClr val="75787B"/>
      </a:accent3>
      <a:accent4>
        <a:srgbClr val="FFC600"/>
      </a:accent4>
      <a:accent5>
        <a:srgbClr val="00966C"/>
      </a:accent5>
      <a:accent6>
        <a:srgbClr val="2AD2C9"/>
      </a:accent6>
      <a:hlink>
        <a:srgbClr val="00EFA3"/>
      </a:hlink>
      <a:folHlink>
        <a:srgbClr val="DC1E4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Estrategia Pasión" id="{D3E5CEB6-89A8-694A-88AB-AE57F79963B4}" vid="{52153D73-F18E-A44F-B40C-21932544F6D0}"/>
    </a:ext>
  </a:extLst>
</a:theme>
</file>

<file path=ppt/theme/theme2.xml><?xml version="1.0" encoding="utf-8"?>
<a:theme xmlns:a="http://schemas.openxmlformats.org/drawingml/2006/main" name="Tema - Contenido">
  <a:themeElements>
    <a:clrScheme name="XM">
      <a:dk1>
        <a:srgbClr val="440099"/>
      </a:dk1>
      <a:lt1>
        <a:srgbClr val="FFFEFE"/>
      </a:lt1>
      <a:dk2>
        <a:srgbClr val="440099"/>
      </a:dk2>
      <a:lt2>
        <a:srgbClr val="FFFFFF"/>
      </a:lt2>
      <a:accent1>
        <a:srgbClr val="FF6913"/>
      </a:accent1>
      <a:accent2>
        <a:srgbClr val="AC1459"/>
      </a:accent2>
      <a:accent3>
        <a:srgbClr val="75787B"/>
      </a:accent3>
      <a:accent4>
        <a:srgbClr val="FFC600"/>
      </a:accent4>
      <a:accent5>
        <a:srgbClr val="00966C"/>
      </a:accent5>
      <a:accent6>
        <a:srgbClr val="2AD2C9"/>
      </a:accent6>
      <a:hlink>
        <a:srgbClr val="00EFA3"/>
      </a:hlink>
      <a:folHlink>
        <a:srgbClr val="DC1E4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Estrategia Pasión" id="{D3E5CEB6-89A8-694A-88AB-AE57F79963B4}" vid="{9E79F3BD-D2F6-5648-AAF8-AABAABDA20BC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980e410-0b5c-48bc-bd1a-8b91cabc84bc}" enabled="0" method="" siteId="{c980e410-0b5c-48bc-bd1a-8b91cabc84b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Plantilla Estrategia Pasión</Template>
  <TotalTime>2205</TotalTime>
  <Words>1817</Words>
  <Application>Microsoft Office PowerPoint</Application>
  <PresentationFormat>Panorámica</PresentationFormat>
  <Paragraphs>495</Paragraphs>
  <Slides>28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28</vt:i4>
      </vt:variant>
    </vt:vector>
  </HeadingPairs>
  <TitlesOfParts>
    <vt:vector size="39" baseType="lpstr">
      <vt:lpstr>Arial</vt:lpstr>
      <vt:lpstr>Arial Narrow</vt:lpstr>
      <vt:lpstr>Arial Rounded MT Bold</vt:lpstr>
      <vt:lpstr>Avenir Next</vt:lpstr>
      <vt:lpstr>Barlow</vt:lpstr>
      <vt:lpstr>Calibri</vt:lpstr>
      <vt:lpstr>Cambria Math</vt:lpstr>
      <vt:lpstr>Nunito</vt:lpstr>
      <vt:lpstr>Wingdings</vt:lpstr>
      <vt:lpstr>Tema Portadas</vt:lpstr>
      <vt:lpstr>Tema - Contenido</vt:lpstr>
      <vt:lpstr>Demandas Operativas SIN  Gerencia del CND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4. Seguimiento Pronósticos de Demanda (Evolución acuerdo CNO-1303)</vt:lpstr>
      <vt:lpstr>Presentación de PowerPoint</vt:lpstr>
      <vt:lpstr>Presentación de PowerPoint</vt:lpstr>
      <vt:lpstr>Cálculo de la ENS y PENS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¡MUCHAS 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Demandas Operativas</dc:title>
  <dc:creator>DIEGO ALEJANDRO RAMIREZ LOAIZA</dc:creator>
  <cp:lastModifiedBy>CESAR AUGUSTO GIRALDO GARCIA</cp:lastModifiedBy>
  <cp:revision>25</cp:revision>
  <dcterms:created xsi:type="dcterms:W3CDTF">2023-05-02T19:22:51Z</dcterms:created>
  <dcterms:modified xsi:type="dcterms:W3CDTF">2024-05-02T16:29:48Z</dcterms:modified>
</cp:coreProperties>
</file>